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74" r:id="rId4"/>
    <p:sldId id="258" r:id="rId5"/>
    <p:sldId id="273" r:id="rId6"/>
    <p:sldId id="259" r:id="rId7"/>
    <p:sldId id="260" r:id="rId8"/>
    <p:sldId id="261" r:id="rId9"/>
    <p:sldId id="262" r:id="rId10"/>
    <p:sldId id="263" r:id="rId11"/>
    <p:sldId id="264" r:id="rId12"/>
    <p:sldId id="265" r:id="rId13"/>
    <p:sldId id="266" r:id="rId14"/>
    <p:sldId id="268" r:id="rId15"/>
    <p:sldId id="269" r:id="rId16"/>
    <p:sldId id="270"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6" Type="http://schemas.openxmlformats.org/officeDocument/2006/relationships/image" Target="../media/image17.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diagrams/_rels/data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image" Target="../media/image3.svg"/><Relationship Id="rId16" Type="http://schemas.openxmlformats.org/officeDocument/2006/relationships/image" Target="../media/image17.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 Id="rId1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43026A-7DB0-4AD6-8747-CA2769B3E10F}"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E129201-FB87-4CE2-A1F6-8016A2D56D46}">
      <dgm:prSet custT="1"/>
      <dgm:spPr/>
      <dgm:t>
        <a:bodyPr/>
        <a:lstStyle/>
        <a:p>
          <a:pPr>
            <a:lnSpc>
              <a:spcPct val="100000"/>
            </a:lnSpc>
          </a:pPr>
          <a:r>
            <a:rPr lang="en-US" sz="1400" b="1">
              <a:latin typeface="Quicksand"/>
              <a:ea typeface="Quicksand"/>
              <a:cs typeface="Quicksand"/>
              <a:sym typeface="Quicksand"/>
            </a:rPr>
            <a:t>Team Introduction</a:t>
          </a:r>
          <a:endParaRPr lang="en-US" sz="1400" b="1"/>
        </a:p>
      </dgm:t>
    </dgm:pt>
    <dgm:pt modelId="{7A6AE90A-890A-4CB1-9A08-834127B4EC8F}" type="parTrans" cxnId="{3228071B-3577-42BB-9203-99F287722233}">
      <dgm:prSet/>
      <dgm:spPr/>
      <dgm:t>
        <a:bodyPr/>
        <a:lstStyle/>
        <a:p>
          <a:endParaRPr lang="en-US"/>
        </a:p>
      </dgm:t>
    </dgm:pt>
    <dgm:pt modelId="{5C0A184F-51ED-494A-AB37-240C01ED219A}" type="sibTrans" cxnId="{3228071B-3577-42BB-9203-99F287722233}">
      <dgm:prSet/>
      <dgm:spPr/>
      <dgm:t>
        <a:bodyPr/>
        <a:lstStyle/>
        <a:p>
          <a:pPr>
            <a:lnSpc>
              <a:spcPct val="100000"/>
            </a:lnSpc>
          </a:pPr>
          <a:endParaRPr lang="en-US"/>
        </a:p>
      </dgm:t>
    </dgm:pt>
    <dgm:pt modelId="{16DE5A7B-1EA2-4B43-9A88-3CA6D1EA1F1E}">
      <dgm:prSet custT="1"/>
      <dgm:spPr/>
      <dgm:t>
        <a:bodyPr/>
        <a:lstStyle/>
        <a:p>
          <a:pPr>
            <a:lnSpc>
              <a:spcPct val="100000"/>
            </a:lnSpc>
          </a:pPr>
          <a:r>
            <a:rPr lang="en-US" sz="1400" b="1">
              <a:solidFill>
                <a:srgbClr val="000000">
                  <a:hueOff val="0"/>
                  <a:satOff val="0"/>
                  <a:lumOff val="0"/>
                  <a:alphaOff val="0"/>
                </a:srgbClr>
              </a:solidFill>
              <a:latin typeface="Quicksand"/>
              <a:ea typeface="Quicksand"/>
              <a:cs typeface="Quicksand"/>
            </a:rPr>
            <a:t>Dataset Overview</a:t>
          </a:r>
          <a:endParaRPr lang="en-US" sz="1400" b="1"/>
        </a:p>
      </dgm:t>
    </dgm:pt>
    <dgm:pt modelId="{68F6550D-88C7-4C3D-8CCD-401441CC4326}" type="parTrans" cxnId="{1785CD57-D5AB-4D5F-B3FF-3C2A682345F8}">
      <dgm:prSet/>
      <dgm:spPr/>
      <dgm:t>
        <a:bodyPr/>
        <a:lstStyle/>
        <a:p>
          <a:endParaRPr lang="en-US"/>
        </a:p>
      </dgm:t>
    </dgm:pt>
    <dgm:pt modelId="{2A82FD05-A775-4EDF-A727-4DF2461184CD}" type="sibTrans" cxnId="{1785CD57-D5AB-4D5F-B3FF-3C2A682345F8}">
      <dgm:prSet/>
      <dgm:spPr/>
      <dgm:t>
        <a:bodyPr/>
        <a:lstStyle/>
        <a:p>
          <a:pPr>
            <a:lnSpc>
              <a:spcPct val="100000"/>
            </a:lnSpc>
          </a:pPr>
          <a:endParaRPr lang="en-US"/>
        </a:p>
      </dgm:t>
    </dgm:pt>
    <dgm:pt modelId="{17C0B5A8-18A1-4C41-A7FB-D893B843A8E5}">
      <dgm:prSet custT="1"/>
      <dgm:spPr/>
      <dgm:t>
        <a:bodyPr/>
        <a:lstStyle/>
        <a:p>
          <a:pPr>
            <a:lnSpc>
              <a:spcPct val="100000"/>
            </a:lnSpc>
          </a:pPr>
          <a:r>
            <a:rPr lang="en-US" sz="1400" b="1">
              <a:latin typeface="Quicksand"/>
              <a:ea typeface="Quicksand"/>
              <a:cs typeface="Quicksand"/>
              <a:sym typeface="Quicksand"/>
            </a:rPr>
            <a:t>Review of Previous Solutions to the Problem</a:t>
          </a:r>
          <a:endParaRPr lang="en-US" sz="1400" b="1"/>
        </a:p>
      </dgm:t>
    </dgm:pt>
    <dgm:pt modelId="{39BB04BD-E8B0-4590-A20D-D342D57E25BE}" type="parTrans" cxnId="{D09F9D0F-04E2-415E-8C55-F372A64D6CCE}">
      <dgm:prSet/>
      <dgm:spPr/>
      <dgm:t>
        <a:bodyPr/>
        <a:lstStyle/>
        <a:p>
          <a:endParaRPr lang="en-US"/>
        </a:p>
      </dgm:t>
    </dgm:pt>
    <dgm:pt modelId="{16D012F5-B888-4F17-9081-DD7ECFC497CD}" type="sibTrans" cxnId="{D09F9D0F-04E2-415E-8C55-F372A64D6CCE}">
      <dgm:prSet/>
      <dgm:spPr/>
      <dgm:t>
        <a:bodyPr/>
        <a:lstStyle/>
        <a:p>
          <a:pPr>
            <a:lnSpc>
              <a:spcPct val="100000"/>
            </a:lnSpc>
          </a:pPr>
          <a:endParaRPr lang="en-US"/>
        </a:p>
      </dgm:t>
    </dgm:pt>
    <dgm:pt modelId="{3C6FC5BF-BB2E-4355-B04E-146F8C6EF761}">
      <dgm:prSet custT="1"/>
      <dgm:spPr/>
      <dgm:t>
        <a:bodyPr/>
        <a:lstStyle/>
        <a:p>
          <a:pPr>
            <a:lnSpc>
              <a:spcPct val="100000"/>
            </a:lnSpc>
          </a:pPr>
          <a:r>
            <a:rPr lang="en-US" sz="1400" b="1">
              <a:latin typeface="Quicksand"/>
              <a:ea typeface="Quicksand"/>
              <a:cs typeface="Quicksand"/>
              <a:sym typeface="Quicksand"/>
            </a:rPr>
            <a:t>Opportunities Through Business Analytics </a:t>
          </a:r>
          <a:endParaRPr lang="en-US" sz="1400" b="1"/>
        </a:p>
      </dgm:t>
    </dgm:pt>
    <dgm:pt modelId="{AF00F674-97FD-488E-91A3-5E7AFB7D464C}" type="parTrans" cxnId="{B4B64AB3-99A7-4D1B-827F-15780304AF81}">
      <dgm:prSet/>
      <dgm:spPr/>
      <dgm:t>
        <a:bodyPr/>
        <a:lstStyle/>
        <a:p>
          <a:endParaRPr lang="en-US"/>
        </a:p>
      </dgm:t>
    </dgm:pt>
    <dgm:pt modelId="{FF08BE4D-148A-4E84-BFCF-D0DEE8247CAB}" type="sibTrans" cxnId="{B4B64AB3-99A7-4D1B-827F-15780304AF81}">
      <dgm:prSet/>
      <dgm:spPr/>
      <dgm:t>
        <a:bodyPr/>
        <a:lstStyle/>
        <a:p>
          <a:pPr>
            <a:lnSpc>
              <a:spcPct val="100000"/>
            </a:lnSpc>
          </a:pPr>
          <a:endParaRPr lang="en-US"/>
        </a:p>
      </dgm:t>
    </dgm:pt>
    <dgm:pt modelId="{2A1483C5-531E-4EEE-9F78-064CFB8DBB80}">
      <dgm:prSet custT="1"/>
      <dgm:spPr/>
      <dgm:t>
        <a:bodyPr/>
        <a:lstStyle/>
        <a:p>
          <a:pPr>
            <a:lnSpc>
              <a:spcPct val="100000"/>
            </a:lnSpc>
          </a:pPr>
          <a:r>
            <a:rPr lang="en-US" sz="1400" b="1">
              <a:latin typeface="Quicksand"/>
              <a:ea typeface="Quicksand"/>
              <a:cs typeface="Quicksand"/>
              <a:sym typeface="Quicksand"/>
            </a:rPr>
            <a:t>Approach to Problem Solving:</a:t>
          </a:r>
          <a:br>
            <a:rPr lang="en-US" sz="1200" b="0">
              <a:latin typeface="Quicksand"/>
              <a:ea typeface="Quicksand"/>
              <a:cs typeface="Quicksand"/>
              <a:sym typeface="Quicksand"/>
            </a:rPr>
          </a:br>
          <a:r>
            <a:rPr lang="en-US" sz="1200" b="0">
              <a:latin typeface="Quicksand"/>
              <a:ea typeface="Quicksand"/>
              <a:cs typeface="Quicksand"/>
              <a:sym typeface="Quicksand"/>
            </a:rPr>
            <a:t>         a. Data Used/Found/Derived</a:t>
          </a:r>
          <a:br>
            <a:rPr lang="en-US" sz="1200" b="0">
              <a:latin typeface="Quicksand"/>
              <a:ea typeface="Quicksand"/>
              <a:cs typeface="Quicksand"/>
              <a:sym typeface="Quicksand"/>
            </a:rPr>
          </a:br>
          <a:r>
            <a:rPr lang="en-US" sz="1200" b="0">
              <a:latin typeface="Quicksand"/>
              <a:ea typeface="Quicksand"/>
              <a:cs typeface="Quicksand"/>
              <a:sym typeface="Quicksand"/>
            </a:rPr>
            <a:t>         b. Models Applied and Tested</a:t>
          </a:r>
          <a:endParaRPr lang="en-US" sz="1200" b="0"/>
        </a:p>
      </dgm:t>
    </dgm:pt>
    <dgm:pt modelId="{34A6C6BA-B15F-4C08-9597-5728E0BA6D23}" type="parTrans" cxnId="{AF636BFF-35D9-4B93-9725-115474F13228}">
      <dgm:prSet/>
      <dgm:spPr/>
      <dgm:t>
        <a:bodyPr/>
        <a:lstStyle/>
        <a:p>
          <a:endParaRPr lang="en-US"/>
        </a:p>
      </dgm:t>
    </dgm:pt>
    <dgm:pt modelId="{81A3A3E8-5B8B-4910-822B-FF2287CB017F}" type="sibTrans" cxnId="{AF636BFF-35D9-4B93-9725-115474F13228}">
      <dgm:prSet/>
      <dgm:spPr/>
      <dgm:t>
        <a:bodyPr/>
        <a:lstStyle/>
        <a:p>
          <a:pPr>
            <a:lnSpc>
              <a:spcPct val="100000"/>
            </a:lnSpc>
          </a:pPr>
          <a:endParaRPr lang="en-US"/>
        </a:p>
      </dgm:t>
    </dgm:pt>
    <dgm:pt modelId="{D63EBD80-58C5-47F7-989D-9526874FC59E}">
      <dgm:prSet custT="1"/>
      <dgm:spPr/>
      <dgm:t>
        <a:bodyPr/>
        <a:lstStyle/>
        <a:p>
          <a:pPr>
            <a:lnSpc>
              <a:spcPct val="100000"/>
            </a:lnSpc>
          </a:pPr>
          <a:r>
            <a:rPr lang="en-US" sz="1400" b="1">
              <a:latin typeface="Quicksand"/>
              <a:ea typeface="Quicksand"/>
              <a:cs typeface="Quicksand"/>
              <a:sym typeface="Quicksand"/>
            </a:rPr>
            <a:t>Results Description &amp; Process Details</a:t>
          </a:r>
          <a:endParaRPr lang="en-US" sz="1400" b="1"/>
        </a:p>
      </dgm:t>
    </dgm:pt>
    <dgm:pt modelId="{AA916D6C-E0EB-4D19-9032-FAD93BED7558}" type="parTrans" cxnId="{0BA8442A-87BF-4BA5-8CBB-B268CAA0D835}">
      <dgm:prSet/>
      <dgm:spPr/>
      <dgm:t>
        <a:bodyPr/>
        <a:lstStyle/>
        <a:p>
          <a:endParaRPr lang="en-US"/>
        </a:p>
      </dgm:t>
    </dgm:pt>
    <dgm:pt modelId="{A5F5F6CE-B253-4C21-B4E8-993B7E81697F}" type="sibTrans" cxnId="{0BA8442A-87BF-4BA5-8CBB-B268CAA0D835}">
      <dgm:prSet/>
      <dgm:spPr/>
      <dgm:t>
        <a:bodyPr/>
        <a:lstStyle/>
        <a:p>
          <a:pPr>
            <a:lnSpc>
              <a:spcPct val="100000"/>
            </a:lnSpc>
          </a:pPr>
          <a:endParaRPr lang="en-US"/>
        </a:p>
      </dgm:t>
    </dgm:pt>
    <dgm:pt modelId="{0A7996A5-FAEC-4577-B2E8-980456FC1F92}">
      <dgm:prSet custT="1"/>
      <dgm:spPr/>
      <dgm:t>
        <a:bodyPr/>
        <a:lstStyle/>
        <a:p>
          <a:pPr>
            <a:lnSpc>
              <a:spcPct val="100000"/>
            </a:lnSpc>
          </a:pPr>
          <a:r>
            <a:rPr lang="en-US" sz="1400" b="1">
              <a:latin typeface="Quicksand"/>
              <a:ea typeface="Quicksand"/>
              <a:cs typeface="Quicksand"/>
              <a:sym typeface="Quicksand"/>
            </a:rPr>
            <a:t>Conclusion with Recommendations Based on Analysis</a:t>
          </a:r>
          <a:endParaRPr lang="en-US" sz="1400" b="1"/>
        </a:p>
      </dgm:t>
    </dgm:pt>
    <dgm:pt modelId="{32F9C7E9-675E-4995-8CA3-72326F2BB6F4}" type="parTrans" cxnId="{A29995BB-ECBE-46B2-B406-5E86CFBB0103}">
      <dgm:prSet/>
      <dgm:spPr/>
      <dgm:t>
        <a:bodyPr/>
        <a:lstStyle/>
        <a:p>
          <a:endParaRPr lang="en-US"/>
        </a:p>
      </dgm:t>
    </dgm:pt>
    <dgm:pt modelId="{C7F74118-E192-429E-946E-AF6988015E97}" type="sibTrans" cxnId="{A29995BB-ECBE-46B2-B406-5E86CFBB0103}">
      <dgm:prSet/>
      <dgm:spPr/>
      <dgm:t>
        <a:bodyPr/>
        <a:lstStyle/>
        <a:p>
          <a:endParaRPr lang="en-US"/>
        </a:p>
      </dgm:t>
    </dgm:pt>
    <dgm:pt modelId="{3CF1EFE0-4C68-4D59-93F8-9C9DA89B3BA2}">
      <dgm:prSet custT="1"/>
      <dgm:spPr/>
      <dgm:t>
        <a:bodyPr/>
        <a:lstStyle/>
        <a:p>
          <a:pPr>
            <a:lnSpc>
              <a:spcPct val="100000"/>
            </a:lnSpc>
          </a:pPr>
          <a:r>
            <a:rPr lang="en-US" sz="1400" b="1" kern="1200">
              <a:latin typeface="Quicksand"/>
              <a:ea typeface="Quicksand"/>
              <a:cs typeface="Quicksand"/>
              <a:sym typeface="Quicksand"/>
            </a:rPr>
            <a:t>Business Problem &amp; Motivation Overview</a:t>
          </a:r>
          <a:r>
            <a:rPr lang="en-US" sz="1400" b="1" kern="1200">
              <a:solidFill>
                <a:srgbClr val="000000">
                  <a:hueOff val="0"/>
                  <a:satOff val="0"/>
                  <a:lumOff val="0"/>
                  <a:alphaOff val="0"/>
                </a:srgbClr>
              </a:solidFill>
              <a:latin typeface="Quicksand"/>
              <a:ea typeface="Quicksand"/>
              <a:cs typeface="Quicksand"/>
            </a:rPr>
            <a:t> </a:t>
          </a:r>
        </a:p>
      </dgm:t>
    </dgm:pt>
    <dgm:pt modelId="{2E2F0A5E-2187-4687-B279-70F22264CC9F}" type="parTrans" cxnId="{126E969D-5E73-4907-A6B1-13D0A2F7D610}">
      <dgm:prSet/>
      <dgm:spPr/>
      <dgm:t>
        <a:bodyPr/>
        <a:lstStyle/>
        <a:p>
          <a:endParaRPr lang="en-US"/>
        </a:p>
      </dgm:t>
    </dgm:pt>
    <dgm:pt modelId="{FD4D5AC1-EF88-473E-A930-EAFAC53ED684}" type="sibTrans" cxnId="{126E969D-5E73-4907-A6B1-13D0A2F7D610}">
      <dgm:prSet/>
      <dgm:spPr/>
      <dgm:t>
        <a:bodyPr/>
        <a:lstStyle/>
        <a:p>
          <a:pPr>
            <a:lnSpc>
              <a:spcPct val="100000"/>
            </a:lnSpc>
          </a:pPr>
          <a:endParaRPr lang="en-US"/>
        </a:p>
      </dgm:t>
    </dgm:pt>
    <dgm:pt modelId="{7D34A8B2-4267-4509-9E90-5954027BC811}" type="pres">
      <dgm:prSet presAssocID="{EF43026A-7DB0-4AD6-8747-CA2769B3E10F}" presName="root" presStyleCnt="0">
        <dgm:presLayoutVars>
          <dgm:dir/>
          <dgm:resizeHandles val="exact"/>
        </dgm:presLayoutVars>
      </dgm:prSet>
      <dgm:spPr/>
    </dgm:pt>
    <dgm:pt modelId="{CDD8E925-5044-439E-B59F-6B7F33081180}" type="pres">
      <dgm:prSet presAssocID="{EF43026A-7DB0-4AD6-8747-CA2769B3E10F}" presName="container" presStyleCnt="0">
        <dgm:presLayoutVars>
          <dgm:dir/>
          <dgm:resizeHandles val="exact"/>
        </dgm:presLayoutVars>
      </dgm:prSet>
      <dgm:spPr/>
    </dgm:pt>
    <dgm:pt modelId="{8563AB08-BFF5-469E-808D-B6F739F0D7A9}" type="pres">
      <dgm:prSet presAssocID="{AE129201-FB87-4CE2-A1F6-8016A2D56D46}" presName="compNode" presStyleCnt="0"/>
      <dgm:spPr/>
    </dgm:pt>
    <dgm:pt modelId="{BDBACF81-D5EA-4CF2-9904-8FDBBFE45CCC}" type="pres">
      <dgm:prSet presAssocID="{AE129201-FB87-4CE2-A1F6-8016A2D56D46}" presName="iconBgRect" presStyleLbl="bgShp" presStyleIdx="0" presStyleCnt="8"/>
      <dgm:spPr/>
    </dgm:pt>
    <dgm:pt modelId="{5EE7602A-70E4-410F-9B18-196CA422F4B5}" type="pres">
      <dgm:prSet presAssocID="{AE129201-FB87-4CE2-A1F6-8016A2D56D46}"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s"/>
        </a:ext>
      </dgm:extLst>
    </dgm:pt>
    <dgm:pt modelId="{BAEE6CD1-0DF2-40A8-86D1-CBEF1B763124}" type="pres">
      <dgm:prSet presAssocID="{AE129201-FB87-4CE2-A1F6-8016A2D56D46}" presName="spaceRect" presStyleCnt="0"/>
      <dgm:spPr/>
    </dgm:pt>
    <dgm:pt modelId="{01EE7857-26A3-4C40-A392-56AADD82D5E0}" type="pres">
      <dgm:prSet presAssocID="{AE129201-FB87-4CE2-A1F6-8016A2D56D46}" presName="textRect" presStyleLbl="revTx" presStyleIdx="0" presStyleCnt="8">
        <dgm:presLayoutVars>
          <dgm:chMax val="1"/>
          <dgm:chPref val="1"/>
        </dgm:presLayoutVars>
      </dgm:prSet>
      <dgm:spPr/>
    </dgm:pt>
    <dgm:pt modelId="{88CEE46B-38E5-4D04-B904-E48BB1D4EE08}" type="pres">
      <dgm:prSet presAssocID="{5C0A184F-51ED-494A-AB37-240C01ED219A}" presName="sibTrans" presStyleLbl="sibTrans2D1" presStyleIdx="0" presStyleCnt="0"/>
      <dgm:spPr/>
    </dgm:pt>
    <dgm:pt modelId="{A8852F10-0B33-4BE7-BE7F-9735BC871EB6}" type="pres">
      <dgm:prSet presAssocID="{3CF1EFE0-4C68-4D59-93F8-9C9DA89B3BA2}" presName="compNode" presStyleCnt="0"/>
      <dgm:spPr/>
    </dgm:pt>
    <dgm:pt modelId="{6A907303-3754-4AB5-A7A1-B0E86325DACB}" type="pres">
      <dgm:prSet presAssocID="{3CF1EFE0-4C68-4D59-93F8-9C9DA89B3BA2}" presName="iconBgRect" presStyleLbl="bgShp" presStyleIdx="1" presStyleCnt="8"/>
      <dgm:spPr/>
    </dgm:pt>
    <dgm:pt modelId="{A3E4B359-B45D-4111-BF91-01A73A4925FB}" type="pres">
      <dgm:prSet presAssocID="{3CF1EFE0-4C68-4D59-93F8-9C9DA89B3BA2}"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ghtbulb"/>
        </a:ext>
      </dgm:extLst>
    </dgm:pt>
    <dgm:pt modelId="{112D0527-BC37-48F9-B81D-211ADB94102D}" type="pres">
      <dgm:prSet presAssocID="{3CF1EFE0-4C68-4D59-93F8-9C9DA89B3BA2}" presName="spaceRect" presStyleCnt="0"/>
      <dgm:spPr/>
    </dgm:pt>
    <dgm:pt modelId="{C33DBCEE-A94C-4F43-B3CA-F0019A7CC294}" type="pres">
      <dgm:prSet presAssocID="{3CF1EFE0-4C68-4D59-93F8-9C9DA89B3BA2}" presName="textRect" presStyleLbl="revTx" presStyleIdx="1" presStyleCnt="8">
        <dgm:presLayoutVars>
          <dgm:chMax val="1"/>
          <dgm:chPref val="1"/>
        </dgm:presLayoutVars>
      </dgm:prSet>
      <dgm:spPr/>
    </dgm:pt>
    <dgm:pt modelId="{1C66070B-03D8-4D86-B054-706DC3821478}" type="pres">
      <dgm:prSet presAssocID="{FD4D5AC1-EF88-473E-A930-EAFAC53ED684}" presName="sibTrans" presStyleLbl="sibTrans2D1" presStyleIdx="0" presStyleCnt="0"/>
      <dgm:spPr/>
    </dgm:pt>
    <dgm:pt modelId="{93AACA86-2226-4F52-AAC7-0D09DE60DD1B}" type="pres">
      <dgm:prSet presAssocID="{16DE5A7B-1EA2-4B43-9A88-3CA6D1EA1F1E}" presName="compNode" presStyleCnt="0"/>
      <dgm:spPr/>
    </dgm:pt>
    <dgm:pt modelId="{1166374E-E37F-4FEB-BFA7-7A621FBCEB1A}" type="pres">
      <dgm:prSet presAssocID="{16DE5A7B-1EA2-4B43-9A88-3CA6D1EA1F1E}" presName="iconBgRect" presStyleLbl="bgShp" presStyleIdx="2" presStyleCnt="8"/>
      <dgm:spPr/>
    </dgm:pt>
    <dgm:pt modelId="{D4EBD29A-35E4-4D21-85CA-006D58B0F7E9}" type="pres">
      <dgm:prSet presAssocID="{16DE5A7B-1EA2-4B43-9A88-3CA6D1EA1F1E}"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0853B8EF-26D1-429A-947C-387106C2F2EA}" type="pres">
      <dgm:prSet presAssocID="{16DE5A7B-1EA2-4B43-9A88-3CA6D1EA1F1E}" presName="spaceRect" presStyleCnt="0"/>
      <dgm:spPr/>
    </dgm:pt>
    <dgm:pt modelId="{88200E2C-763F-43B1-A9DA-1A79128C3442}" type="pres">
      <dgm:prSet presAssocID="{16DE5A7B-1EA2-4B43-9A88-3CA6D1EA1F1E}" presName="textRect" presStyleLbl="revTx" presStyleIdx="2" presStyleCnt="8">
        <dgm:presLayoutVars>
          <dgm:chMax val="1"/>
          <dgm:chPref val="1"/>
        </dgm:presLayoutVars>
      </dgm:prSet>
      <dgm:spPr/>
    </dgm:pt>
    <dgm:pt modelId="{E28CAC01-F0F3-45CF-B806-DABBC74C7E1C}" type="pres">
      <dgm:prSet presAssocID="{2A82FD05-A775-4EDF-A727-4DF2461184CD}" presName="sibTrans" presStyleLbl="sibTrans2D1" presStyleIdx="0" presStyleCnt="0"/>
      <dgm:spPr/>
    </dgm:pt>
    <dgm:pt modelId="{BED92FC2-4B5B-42A0-A66F-5997CD35A1C8}" type="pres">
      <dgm:prSet presAssocID="{17C0B5A8-18A1-4C41-A7FB-D893B843A8E5}" presName="compNode" presStyleCnt="0"/>
      <dgm:spPr/>
    </dgm:pt>
    <dgm:pt modelId="{28C4837F-5250-4871-9F7D-8E152AE3A72E}" type="pres">
      <dgm:prSet presAssocID="{17C0B5A8-18A1-4C41-A7FB-D893B843A8E5}" presName="iconBgRect" presStyleLbl="bgShp" presStyleIdx="3" presStyleCnt="8"/>
      <dgm:spPr/>
    </dgm:pt>
    <dgm:pt modelId="{0F1540C0-CC7A-4F7A-9739-D2026B03E6BD}" type="pres">
      <dgm:prSet presAssocID="{17C0B5A8-18A1-4C41-A7FB-D893B843A8E5}"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CB6B8A4E-460A-4F6A-A2CC-94C261B1DC22}" type="pres">
      <dgm:prSet presAssocID="{17C0B5A8-18A1-4C41-A7FB-D893B843A8E5}" presName="spaceRect" presStyleCnt="0"/>
      <dgm:spPr/>
    </dgm:pt>
    <dgm:pt modelId="{7EED58FC-C12B-48E6-9560-E960B7137716}" type="pres">
      <dgm:prSet presAssocID="{17C0B5A8-18A1-4C41-A7FB-D893B843A8E5}" presName="textRect" presStyleLbl="revTx" presStyleIdx="3" presStyleCnt="8">
        <dgm:presLayoutVars>
          <dgm:chMax val="1"/>
          <dgm:chPref val="1"/>
        </dgm:presLayoutVars>
      </dgm:prSet>
      <dgm:spPr/>
    </dgm:pt>
    <dgm:pt modelId="{02C3FA7E-BAD6-499A-9D34-127E69498D47}" type="pres">
      <dgm:prSet presAssocID="{16D012F5-B888-4F17-9081-DD7ECFC497CD}" presName="sibTrans" presStyleLbl="sibTrans2D1" presStyleIdx="0" presStyleCnt="0"/>
      <dgm:spPr/>
    </dgm:pt>
    <dgm:pt modelId="{4C536FB8-76B2-4ECA-89D4-1E0F919EFC5F}" type="pres">
      <dgm:prSet presAssocID="{3C6FC5BF-BB2E-4355-B04E-146F8C6EF761}" presName="compNode" presStyleCnt="0"/>
      <dgm:spPr/>
    </dgm:pt>
    <dgm:pt modelId="{4B218E18-2CBF-4601-AC00-7382F81BC29B}" type="pres">
      <dgm:prSet presAssocID="{3C6FC5BF-BB2E-4355-B04E-146F8C6EF761}" presName="iconBgRect" presStyleLbl="bgShp" presStyleIdx="4" presStyleCnt="8"/>
      <dgm:spPr/>
    </dgm:pt>
    <dgm:pt modelId="{CB1B1F15-768C-4D6B-8B13-5A1C9CE80843}" type="pres">
      <dgm:prSet presAssocID="{3C6FC5BF-BB2E-4355-B04E-146F8C6EF761}"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78053697-B168-4A9D-B8F4-C3F3A1247496}" type="pres">
      <dgm:prSet presAssocID="{3C6FC5BF-BB2E-4355-B04E-146F8C6EF761}" presName="spaceRect" presStyleCnt="0"/>
      <dgm:spPr/>
    </dgm:pt>
    <dgm:pt modelId="{D80267CD-2C17-4960-9801-FC8C1992E533}" type="pres">
      <dgm:prSet presAssocID="{3C6FC5BF-BB2E-4355-B04E-146F8C6EF761}" presName="textRect" presStyleLbl="revTx" presStyleIdx="4" presStyleCnt="8">
        <dgm:presLayoutVars>
          <dgm:chMax val="1"/>
          <dgm:chPref val="1"/>
        </dgm:presLayoutVars>
      </dgm:prSet>
      <dgm:spPr/>
    </dgm:pt>
    <dgm:pt modelId="{2F43F87D-5737-49EF-BED9-40B0AB87E148}" type="pres">
      <dgm:prSet presAssocID="{FF08BE4D-148A-4E84-BFCF-D0DEE8247CAB}" presName="sibTrans" presStyleLbl="sibTrans2D1" presStyleIdx="0" presStyleCnt="0"/>
      <dgm:spPr/>
    </dgm:pt>
    <dgm:pt modelId="{405FB080-E84E-4201-872B-B1D795E1F7AD}" type="pres">
      <dgm:prSet presAssocID="{2A1483C5-531E-4EEE-9F78-064CFB8DBB80}" presName="compNode" presStyleCnt="0"/>
      <dgm:spPr/>
    </dgm:pt>
    <dgm:pt modelId="{A2D30D27-0E28-44CA-B6A3-5B0DD447DBB7}" type="pres">
      <dgm:prSet presAssocID="{2A1483C5-531E-4EEE-9F78-064CFB8DBB80}" presName="iconBgRect" presStyleLbl="bgShp" presStyleIdx="5" presStyleCnt="8"/>
      <dgm:spPr/>
    </dgm:pt>
    <dgm:pt modelId="{49203555-35E8-410A-8648-6AA21B5A4862}" type="pres">
      <dgm:prSet presAssocID="{2A1483C5-531E-4EEE-9F78-064CFB8DBB80}"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Flowchart"/>
        </a:ext>
      </dgm:extLst>
    </dgm:pt>
    <dgm:pt modelId="{BED88FD2-C8E4-4D60-B576-AD8332B1DDE1}" type="pres">
      <dgm:prSet presAssocID="{2A1483C5-531E-4EEE-9F78-064CFB8DBB80}" presName="spaceRect" presStyleCnt="0"/>
      <dgm:spPr/>
    </dgm:pt>
    <dgm:pt modelId="{47CA7B4D-69D3-421E-BDFD-19ACF6AC56E3}" type="pres">
      <dgm:prSet presAssocID="{2A1483C5-531E-4EEE-9F78-064CFB8DBB80}" presName="textRect" presStyleLbl="revTx" presStyleIdx="5" presStyleCnt="8" custScaleX="111690" custLinFactNeighborX="849" custLinFactNeighborY="5005">
        <dgm:presLayoutVars>
          <dgm:chMax val="1"/>
          <dgm:chPref val="1"/>
        </dgm:presLayoutVars>
      </dgm:prSet>
      <dgm:spPr/>
    </dgm:pt>
    <dgm:pt modelId="{708F1259-9A96-48F8-AD06-F0A43B63EFBD}" type="pres">
      <dgm:prSet presAssocID="{81A3A3E8-5B8B-4910-822B-FF2287CB017F}" presName="sibTrans" presStyleLbl="sibTrans2D1" presStyleIdx="0" presStyleCnt="0"/>
      <dgm:spPr/>
    </dgm:pt>
    <dgm:pt modelId="{808E2155-4006-475D-89A9-62D6F122206B}" type="pres">
      <dgm:prSet presAssocID="{D63EBD80-58C5-47F7-989D-9526874FC59E}" presName="compNode" presStyleCnt="0"/>
      <dgm:spPr/>
    </dgm:pt>
    <dgm:pt modelId="{5199128D-D151-445E-9B2F-EBE9DD9E6870}" type="pres">
      <dgm:prSet presAssocID="{D63EBD80-58C5-47F7-989D-9526874FC59E}" presName="iconBgRect" presStyleLbl="bgShp" presStyleIdx="6" presStyleCnt="8"/>
      <dgm:spPr/>
    </dgm:pt>
    <dgm:pt modelId="{70938453-52BE-4DE4-8C6C-F11ED2936900}" type="pres">
      <dgm:prSet presAssocID="{D63EBD80-58C5-47F7-989D-9526874FC59E}"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Check List"/>
        </a:ext>
      </dgm:extLst>
    </dgm:pt>
    <dgm:pt modelId="{1FEAE5C4-FC58-4ACF-8D2E-0AFE4C5B737D}" type="pres">
      <dgm:prSet presAssocID="{D63EBD80-58C5-47F7-989D-9526874FC59E}" presName="spaceRect" presStyleCnt="0"/>
      <dgm:spPr/>
    </dgm:pt>
    <dgm:pt modelId="{A2AA462D-E301-4171-8164-27F1A338E8B8}" type="pres">
      <dgm:prSet presAssocID="{D63EBD80-58C5-47F7-989D-9526874FC59E}" presName="textRect" presStyleLbl="revTx" presStyleIdx="6" presStyleCnt="8">
        <dgm:presLayoutVars>
          <dgm:chMax val="1"/>
          <dgm:chPref val="1"/>
        </dgm:presLayoutVars>
      </dgm:prSet>
      <dgm:spPr/>
    </dgm:pt>
    <dgm:pt modelId="{432E35CF-F59E-429C-A740-E42B2BFA71C7}" type="pres">
      <dgm:prSet presAssocID="{A5F5F6CE-B253-4C21-B4E8-993B7E81697F}" presName="sibTrans" presStyleLbl="sibTrans2D1" presStyleIdx="0" presStyleCnt="0"/>
      <dgm:spPr/>
    </dgm:pt>
    <dgm:pt modelId="{B847E644-6134-4137-904A-185477BA8F55}" type="pres">
      <dgm:prSet presAssocID="{0A7996A5-FAEC-4577-B2E8-980456FC1F92}" presName="compNode" presStyleCnt="0"/>
      <dgm:spPr/>
    </dgm:pt>
    <dgm:pt modelId="{4A82771A-0933-4C66-AFED-180436B99A2F}" type="pres">
      <dgm:prSet presAssocID="{0A7996A5-FAEC-4577-B2E8-980456FC1F92}" presName="iconBgRect" presStyleLbl="bgShp" presStyleIdx="7" presStyleCnt="8"/>
      <dgm:spPr/>
    </dgm:pt>
    <dgm:pt modelId="{C0367AE6-027F-4153-BE6D-C5089733D4A1}" type="pres">
      <dgm:prSet presAssocID="{0A7996A5-FAEC-4577-B2E8-980456FC1F92}"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Head with Gears"/>
        </a:ext>
      </dgm:extLst>
    </dgm:pt>
    <dgm:pt modelId="{F4614942-E784-4E25-95E5-11DCE175E87B}" type="pres">
      <dgm:prSet presAssocID="{0A7996A5-FAEC-4577-B2E8-980456FC1F92}" presName="spaceRect" presStyleCnt="0"/>
      <dgm:spPr/>
    </dgm:pt>
    <dgm:pt modelId="{A8C58C4C-84A5-4F23-9557-6DDE3A24A220}" type="pres">
      <dgm:prSet presAssocID="{0A7996A5-FAEC-4577-B2E8-980456FC1F92}" presName="textRect" presStyleLbl="revTx" presStyleIdx="7" presStyleCnt="8">
        <dgm:presLayoutVars>
          <dgm:chMax val="1"/>
          <dgm:chPref val="1"/>
        </dgm:presLayoutVars>
      </dgm:prSet>
      <dgm:spPr/>
    </dgm:pt>
  </dgm:ptLst>
  <dgm:cxnLst>
    <dgm:cxn modelId="{C77F050F-6498-484C-B9CE-67AB326424B0}" type="presOf" srcId="{17C0B5A8-18A1-4C41-A7FB-D893B843A8E5}" destId="{7EED58FC-C12B-48E6-9560-E960B7137716}" srcOrd="0" destOrd="0" presId="urn:microsoft.com/office/officeart/2018/2/layout/IconCircleList"/>
    <dgm:cxn modelId="{D09F9D0F-04E2-415E-8C55-F372A64D6CCE}" srcId="{EF43026A-7DB0-4AD6-8747-CA2769B3E10F}" destId="{17C0B5A8-18A1-4C41-A7FB-D893B843A8E5}" srcOrd="3" destOrd="0" parTransId="{39BB04BD-E8B0-4590-A20D-D342D57E25BE}" sibTransId="{16D012F5-B888-4F17-9081-DD7ECFC497CD}"/>
    <dgm:cxn modelId="{3228071B-3577-42BB-9203-99F287722233}" srcId="{EF43026A-7DB0-4AD6-8747-CA2769B3E10F}" destId="{AE129201-FB87-4CE2-A1F6-8016A2D56D46}" srcOrd="0" destOrd="0" parTransId="{7A6AE90A-890A-4CB1-9A08-834127B4EC8F}" sibTransId="{5C0A184F-51ED-494A-AB37-240C01ED219A}"/>
    <dgm:cxn modelId="{0BA8442A-87BF-4BA5-8CBB-B268CAA0D835}" srcId="{EF43026A-7DB0-4AD6-8747-CA2769B3E10F}" destId="{D63EBD80-58C5-47F7-989D-9526874FC59E}" srcOrd="6" destOrd="0" parTransId="{AA916D6C-E0EB-4D19-9032-FAD93BED7558}" sibTransId="{A5F5F6CE-B253-4C21-B4E8-993B7E81697F}"/>
    <dgm:cxn modelId="{62BE1037-47EB-4A8D-AA22-1B571C3D302F}" type="presOf" srcId="{FD4D5AC1-EF88-473E-A930-EAFAC53ED684}" destId="{1C66070B-03D8-4D86-B054-706DC3821478}" srcOrd="0" destOrd="0" presId="urn:microsoft.com/office/officeart/2018/2/layout/IconCircleList"/>
    <dgm:cxn modelId="{6D75B260-AF80-40A2-A117-67718C4C4E72}" type="presOf" srcId="{3C6FC5BF-BB2E-4355-B04E-146F8C6EF761}" destId="{D80267CD-2C17-4960-9801-FC8C1992E533}" srcOrd="0" destOrd="0" presId="urn:microsoft.com/office/officeart/2018/2/layout/IconCircleList"/>
    <dgm:cxn modelId="{32157061-D252-46A1-B660-F9951F821E24}" type="presOf" srcId="{16DE5A7B-1EA2-4B43-9A88-3CA6D1EA1F1E}" destId="{88200E2C-763F-43B1-A9DA-1A79128C3442}" srcOrd="0" destOrd="0" presId="urn:microsoft.com/office/officeart/2018/2/layout/IconCircleList"/>
    <dgm:cxn modelId="{38376D4E-5FF1-46C0-B19F-1EC832D67CDE}" type="presOf" srcId="{0A7996A5-FAEC-4577-B2E8-980456FC1F92}" destId="{A8C58C4C-84A5-4F23-9557-6DDE3A24A220}" srcOrd="0" destOrd="0" presId="urn:microsoft.com/office/officeart/2018/2/layout/IconCircleList"/>
    <dgm:cxn modelId="{59D57175-60EF-4043-9733-FA9ACF9CBBAC}" type="presOf" srcId="{EF43026A-7DB0-4AD6-8747-CA2769B3E10F}" destId="{7D34A8B2-4267-4509-9E90-5954027BC811}" srcOrd="0" destOrd="0" presId="urn:microsoft.com/office/officeart/2018/2/layout/IconCircleList"/>
    <dgm:cxn modelId="{1785CD57-D5AB-4D5F-B3FF-3C2A682345F8}" srcId="{EF43026A-7DB0-4AD6-8747-CA2769B3E10F}" destId="{16DE5A7B-1EA2-4B43-9A88-3CA6D1EA1F1E}" srcOrd="2" destOrd="0" parTransId="{68F6550D-88C7-4C3D-8CCD-401441CC4326}" sibTransId="{2A82FD05-A775-4EDF-A727-4DF2461184CD}"/>
    <dgm:cxn modelId="{E680DF57-366B-481C-BAD1-E9C48CBCCEF4}" type="presOf" srcId="{2A82FD05-A775-4EDF-A727-4DF2461184CD}" destId="{E28CAC01-F0F3-45CF-B806-DABBC74C7E1C}" srcOrd="0" destOrd="0" presId="urn:microsoft.com/office/officeart/2018/2/layout/IconCircleList"/>
    <dgm:cxn modelId="{39E1957A-F9E6-4CDA-A9F9-576436B794C6}" type="presOf" srcId="{16D012F5-B888-4F17-9081-DD7ECFC497CD}" destId="{02C3FA7E-BAD6-499A-9D34-127E69498D47}" srcOrd="0" destOrd="0" presId="urn:microsoft.com/office/officeart/2018/2/layout/IconCircleList"/>
    <dgm:cxn modelId="{E81AFD97-0CC2-4711-8B6B-13A0D2D76CE2}" type="presOf" srcId="{A5F5F6CE-B253-4C21-B4E8-993B7E81697F}" destId="{432E35CF-F59E-429C-A740-E42B2BFA71C7}" srcOrd="0" destOrd="0" presId="urn:microsoft.com/office/officeart/2018/2/layout/IconCircleList"/>
    <dgm:cxn modelId="{126E969D-5E73-4907-A6B1-13D0A2F7D610}" srcId="{EF43026A-7DB0-4AD6-8747-CA2769B3E10F}" destId="{3CF1EFE0-4C68-4D59-93F8-9C9DA89B3BA2}" srcOrd="1" destOrd="0" parTransId="{2E2F0A5E-2187-4687-B279-70F22264CC9F}" sibTransId="{FD4D5AC1-EF88-473E-A930-EAFAC53ED684}"/>
    <dgm:cxn modelId="{619603AC-DEC6-4C7F-BA2F-D6C2B3452A03}" type="presOf" srcId="{5C0A184F-51ED-494A-AB37-240C01ED219A}" destId="{88CEE46B-38E5-4D04-B904-E48BB1D4EE08}" srcOrd="0" destOrd="0" presId="urn:microsoft.com/office/officeart/2018/2/layout/IconCircleList"/>
    <dgm:cxn modelId="{143E67B1-2AC4-4B21-BC4B-684BFA6D013D}" type="presOf" srcId="{FF08BE4D-148A-4E84-BFCF-D0DEE8247CAB}" destId="{2F43F87D-5737-49EF-BED9-40B0AB87E148}" srcOrd="0" destOrd="0" presId="urn:microsoft.com/office/officeart/2018/2/layout/IconCircleList"/>
    <dgm:cxn modelId="{B4B64AB3-99A7-4D1B-827F-15780304AF81}" srcId="{EF43026A-7DB0-4AD6-8747-CA2769B3E10F}" destId="{3C6FC5BF-BB2E-4355-B04E-146F8C6EF761}" srcOrd="4" destOrd="0" parTransId="{AF00F674-97FD-488E-91A3-5E7AFB7D464C}" sibTransId="{FF08BE4D-148A-4E84-BFCF-D0DEE8247CAB}"/>
    <dgm:cxn modelId="{A29995BB-ECBE-46B2-B406-5E86CFBB0103}" srcId="{EF43026A-7DB0-4AD6-8747-CA2769B3E10F}" destId="{0A7996A5-FAEC-4577-B2E8-980456FC1F92}" srcOrd="7" destOrd="0" parTransId="{32F9C7E9-675E-4995-8CA3-72326F2BB6F4}" sibTransId="{C7F74118-E192-429E-946E-AF6988015E97}"/>
    <dgm:cxn modelId="{501AAFC9-1703-4A77-8CD6-1DAF0A36CB8A}" type="presOf" srcId="{D63EBD80-58C5-47F7-989D-9526874FC59E}" destId="{A2AA462D-E301-4171-8164-27F1A338E8B8}" srcOrd="0" destOrd="0" presId="urn:microsoft.com/office/officeart/2018/2/layout/IconCircleList"/>
    <dgm:cxn modelId="{CACEEDE7-2B9E-4CC0-AED9-E7F3E733D197}" type="presOf" srcId="{81A3A3E8-5B8B-4910-822B-FF2287CB017F}" destId="{708F1259-9A96-48F8-AD06-F0A43B63EFBD}" srcOrd="0" destOrd="0" presId="urn:microsoft.com/office/officeart/2018/2/layout/IconCircleList"/>
    <dgm:cxn modelId="{A33D60E8-B5B4-4FBA-90CC-C088990E82CD}" type="presOf" srcId="{AE129201-FB87-4CE2-A1F6-8016A2D56D46}" destId="{01EE7857-26A3-4C40-A392-56AADD82D5E0}" srcOrd="0" destOrd="0" presId="urn:microsoft.com/office/officeart/2018/2/layout/IconCircleList"/>
    <dgm:cxn modelId="{31A14FE8-651F-4F39-A52E-60887B26B7FB}" type="presOf" srcId="{3CF1EFE0-4C68-4D59-93F8-9C9DA89B3BA2}" destId="{C33DBCEE-A94C-4F43-B3CA-F0019A7CC294}" srcOrd="0" destOrd="0" presId="urn:microsoft.com/office/officeart/2018/2/layout/IconCircleList"/>
    <dgm:cxn modelId="{059F9EEC-D499-41E6-BC7F-B9CAEE4E1C68}" type="presOf" srcId="{2A1483C5-531E-4EEE-9F78-064CFB8DBB80}" destId="{47CA7B4D-69D3-421E-BDFD-19ACF6AC56E3}" srcOrd="0" destOrd="0" presId="urn:microsoft.com/office/officeart/2018/2/layout/IconCircleList"/>
    <dgm:cxn modelId="{AF636BFF-35D9-4B93-9725-115474F13228}" srcId="{EF43026A-7DB0-4AD6-8747-CA2769B3E10F}" destId="{2A1483C5-531E-4EEE-9F78-064CFB8DBB80}" srcOrd="5" destOrd="0" parTransId="{34A6C6BA-B15F-4C08-9597-5728E0BA6D23}" sibTransId="{81A3A3E8-5B8B-4910-822B-FF2287CB017F}"/>
    <dgm:cxn modelId="{332334DC-EF0C-4901-9728-9182181C7311}" type="presParOf" srcId="{7D34A8B2-4267-4509-9E90-5954027BC811}" destId="{CDD8E925-5044-439E-B59F-6B7F33081180}" srcOrd="0" destOrd="0" presId="urn:microsoft.com/office/officeart/2018/2/layout/IconCircleList"/>
    <dgm:cxn modelId="{A50BEC44-C657-4C83-AEDB-2F1CB48BBBB8}" type="presParOf" srcId="{CDD8E925-5044-439E-B59F-6B7F33081180}" destId="{8563AB08-BFF5-469E-808D-B6F739F0D7A9}" srcOrd="0" destOrd="0" presId="urn:microsoft.com/office/officeart/2018/2/layout/IconCircleList"/>
    <dgm:cxn modelId="{3AE64E53-A571-4635-A9A3-846F1777C301}" type="presParOf" srcId="{8563AB08-BFF5-469E-808D-B6F739F0D7A9}" destId="{BDBACF81-D5EA-4CF2-9904-8FDBBFE45CCC}" srcOrd="0" destOrd="0" presId="urn:microsoft.com/office/officeart/2018/2/layout/IconCircleList"/>
    <dgm:cxn modelId="{66415F73-BF57-4250-A2D8-6ECDC43F7273}" type="presParOf" srcId="{8563AB08-BFF5-469E-808D-B6F739F0D7A9}" destId="{5EE7602A-70E4-410F-9B18-196CA422F4B5}" srcOrd="1" destOrd="0" presId="urn:microsoft.com/office/officeart/2018/2/layout/IconCircleList"/>
    <dgm:cxn modelId="{60CCE7AD-B985-49AA-A6C8-948E8D21DEC0}" type="presParOf" srcId="{8563AB08-BFF5-469E-808D-B6F739F0D7A9}" destId="{BAEE6CD1-0DF2-40A8-86D1-CBEF1B763124}" srcOrd="2" destOrd="0" presId="urn:microsoft.com/office/officeart/2018/2/layout/IconCircleList"/>
    <dgm:cxn modelId="{223E2FA4-305B-4A6D-B003-EBA4902B584A}" type="presParOf" srcId="{8563AB08-BFF5-469E-808D-B6F739F0D7A9}" destId="{01EE7857-26A3-4C40-A392-56AADD82D5E0}" srcOrd="3" destOrd="0" presId="urn:microsoft.com/office/officeart/2018/2/layout/IconCircleList"/>
    <dgm:cxn modelId="{C18ADAA9-95FA-4AEE-9F0F-34D9A12C094C}" type="presParOf" srcId="{CDD8E925-5044-439E-B59F-6B7F33081180}" destId="{88CEE46B-38E5-4D04-B904-E48BB1D4EE08}" srcOrd="1" destOrd="0" presId="urn:microsoft.com/office/officeart/2018/2/layout/IconCircleList"/>
    <dgm:cxn modelId="{DD5ED59D-5B1B-48D1-B642-ACD5D9A7201A}" type="presParOf" srcId="{CDD8E925-5044-439E-B59F-6B7F33081180}" destId="{A8852F10-0B33-4BE7-BE7F-9735BC871EB6}" srcOrd="2" destOrd="0" presId="urn:microsoft.com/office/officeart/2018/2/layout/IconCircleList"/>
    <dgm:cxn modelId="{E39C2BE0-966D-4D76-87B8-680C37971F8A}" type="presParOf" srcId="{A8852F10-0B33-4BE7-BE7F-9735BC871EB6}" destId="{6A907303-3754-4AB5-A7A1-B0E86325DACB}" srcOrd="0" destOrd="0" presId="urn:microsoft.com/office/officeart/2018/2/layout/IconCircleList"/>
    <dgm:cxn modelId="{2161663A-9C2D-47EF-8502-CFA9A3B565B0}" type="presParOf" srcId="{A8852F10-0B33-4BE7-BE7F-9735BC871EB6}" destId="{A3E4B359-B45D-4111-BF91-01A73A4925FB}" srcOrd="1" destOrd="0" presId="urn:microsoft.com/office/officeart/2018/2/layout/IconCircleList"/>
    <dgm:cxn modelId="{7D5A3BDD-D009-463F-B4F5-E5BAEB3AFDDE}" type="presParOf" srcId="{A8852F10-0B33-4BE7-BE7F-9735BC871EB6}" destId="{112D0527-BC37-48F9-B81D-211ADB94102D}" srcOrd="2" destOrd="0" presId="urn:microsoft.com/office/officeart/2018/2/layout/IconCircleList"/>
    <dgm:cxn modelId="{8C4B51CD-D849-4F34-AAA1-C9A958A39771}" type="presParOf" srcId="{A8852F10-0B33-4BE7-BE7F-9735BC871EB6}" destId="{C33DBCEE-A94C-4F43-B3CA-F0019A7CC294}" srcOrd="3" destOrd="0" presId="urn:microsoft.com/office/officeart/2018/2/layout/IconCircleList"/>
    <dgm:cxn modelId="{4C48763A-D1C1-47BE-B446-FB0C637E5435}" type="presParOf" srcId="{CDD8E925-5044-439E-B59F-6B7F33081180}" destId="{1C66070B-03D8-4D86-B054-706DC3821478}" srcOrd="3" destOrd="0" presId="urn:microsoft.com/office/officeart/2018/2/layout/IconCircleList"/>
    <dgm:cxn modelId="{2E125FC7-A8DE-4A41-9EF2-94823DD2EA80}" type="presParOf" srcId="{CDD8E925-5044-439E-B59F-6B7F33081180}" destId="{93AACA86-2226-4F52-AAC7-0D09DE60DD1B}" srcOrd="4" destOrd="0" presId="urn:microsoft.com/office/officeart/2018/2/layout/IconCircleList"/>
    <dgm:cxn modelId="{AC5C3192-0548-49B9-85CD-874F7862CE36}" type="presParOf" srcId="{93AACA86-2226-4F52-AAC7-0D09DE60DD1B}" destId="{1166374E-E37F-4FEB-BFA7-7A621FBCEB1A}" srcOrd="0" destOrd="0" presId="urn:microsoft.com/office/officeart/2018/2/layout/IconCircleList"/>
    <dgm:cxn modelId="{87B87917-BE74-4ACB-8FE1-011E958A9149}" type="presParOf" srcId="{93AACA86-2226-4F52-AAC7-0D09DE60DD1B}" destId="{D4EBD29A-35E4-4D21-85CA-006D58B0F7E9}" srcOrd="1" destOrd="0" presId="urn:microsoft.com/office/officeart/2018/2/layout/IconCircleList"/>
    <dgm:cxn modelId="{E6AB94A8-1265-485A-BBD6-BB5E598A68DB}" type="presParOf" srcId="{93AACA86-2226-4F52-AAC7-0D09DE60DD1B}" destId="{0853B8EF-26D1-429A-947C-387106C2F2EA}" srcOrd="2" destOrd="0" presId="urn:microsoft.com/office/officeart/2018/2/layout/IconCircleList"/>
    <dgm:cxn modelId="{E1320F9E-F2F9-495B-9700-0BACAB7E9C2B}" type="presParOf" srcId="{93AACA86-2226-4F52-AAC7-0D09DE60DD1B}" destId="{88200E2C-763F-43B1-A9DA-1A79128C3442}" srcOrd="3" destOrd="0" presId="urn:microsoft.com/office/officeart/2018/2/layout/IconCircleList"/>
    <dgm:cxn modelId="{C3D3363B-69C3-4087-9842-C9FA6D4E6DD4}" type="presParOf" srcId="{CDD8E925-5044-439E-B59F-6B7F33081180}" destId="{E28CAC01-F0F3-45CF-B806-DABBC74C7E1C}" srcOrd="5" destOrd="0" presId="urn:microsoft.com/office/officeart/2018/2/layout/IconCircleList"/>
    <dgm:cxn modelId="{392F4EE0-6160-4994-923E-5D1AAB6673FA}" type="presParOf" srcId="{CDD8E925-5044-439E-B59F-6B7F33081180}" destId="{BED92FC2-4B5B-42A0-A66F-5997CD35A1C8}" srcOrd="6" destOrd="0" presId="urn:microsoft.com/office/officeart/2018/2/layout/IconCircleList"/>
    <dgm:cxn modelId="{FE6782BA-2ABA-4CD7-851C-6AA2EAE24DD5}" type="presParOf" srcId="{BED92FC2-4B5B-42A0-A66F-5997CD35A1C8}" destId="{28C4837F-5250-4871-9F7D-8E152AE3A72E}" srcOrd="0" destOrd="0" presId="urn:microsoft.com/office/officeart/2018/2/layout/IconCircleList"/>
    <dgm:cxn modelId="{64C6DF2A-EB08-4B94-9B60-D454EE978670}" type="presParOf" srcId="{BED92FC2-4B5B-42A0-A66F-5997CD35A1C8}" destId="{0F1540C0-CC7A-4F7A-9739-D2026B03E6BD}" srcOrd="1" destOrd="0" presId="urn:microsoft.com/office/officeart/2018/2/layout/IconCircleList"/>
    <dgm:cxn modelId="{C12EFC8A-E045-427E-83BA-9473C51A3486}" type="presParOf" srcId="{BED92FC2-4B5B-42A0-A66F-5997CD35A1C8}" destId="{CB6B8A4E-460A-4F6A-A2CC-94C261B1DC22}" srcOrd="2" destOrd="0" presId="urn:microsoft.com/office/officeart/2018/2/layout/IconCircleList"/>
    <dgm:cxn modelId="{BC872556-7D54-490F-8D70-BAA4D0DC6920}" type="presParOf" srcId="{BED92FC2-4B5B-42A0-A66F-5997CD35A1C8}" destId="{7EED58FC-C12B-48E6-9560-E960B7137716}" srcOrd="3" destOrd="0" presId="urn:microsoft.com/office/officeart/2018/2/layout/IconCircleList"/>
    <dgm:cxn modelId="{5503F368-CDA9-4D7F-A04A-C916069AE854}" type="presParOf" srcId="{CDD8E925-5044-439E-B59F-6B7F33081180}" destId="{02C3FA7E-BAD6-499A-9D34-127E69498D47}" srcOrd="7" destOrd="0" presId="urn:microsoft.com/office/officeart/2018/2/layout/IconCircleList"/>
    <dgm:cxn modelId="{4691F578-9B41-41C9-9D2E-ABC10E867D76}" type="presParOf" srcId="{CDD8E925-5044-439E-B59F-6B7F33081180}" destId="{4C536FB8-76B2-4ECA-89D4-1E0F919EFC5F}" srcOrd="8" destOrd="0" presId="urn:microsoft.com/office/officeart/2018/2/layout/IconCircleList"/>
    <dgm:cxn modelId="{115D43C4-E8B7-4B45-BE48-4BF75528CCBC}" type="presParOf" srcId="{4C536FB8-76B2-4ECA-89D4-1E0F919EFC5F}" destId="{4B218E18-2CBF-4601-AC00-7382F81BC29B}" srcOrd="0" destOrd="0" presId="urn:microsoft.com/office/officeart/2018/2/layout/IconCircleList"/>
    <dgm:cxn modelId="{9F505B8E-59FB-4925-A098-705C69AD0A52}" type="presParOf" srcId="{4C536FB8-76B2-4ECA-89D4-1E0F919EFC5F}" destId="{CB1B1F15-768C-4D6B-8B13-5A1C9CE80843}" srcOrd="1" destOrd="0" presId="urn:microsoft.com/office/officeart/2018/2/layout/IconCircleList"/>
    <dgm:cxn modelId="{03E466EF-EF9F-46AF-8D8A-44983EE16207}" type="presParOf" srcId="{4C536FB8-76B2-4ECA-89D4-1E0F919EFC5F}" destId="{78053697-B168-4A9D-B8F4-C3F3A1247496}" srcOrd="2" destOrd="0" presId="urn:microsoft.com/office/officeart/2018/2/layout/IconCircleList"/>
    <dgm:cxn modelId="{434A278F-9E4B-4294-8AF7-A995C1CB45AC}" type="presParOf" srcId="{4C536FB8-76B2-4ECA-89D4-1E0F919EFC5F}" destId="{D80267CD-2C17-4960-9801-FC8C1992E533}" srcOrd="3" destOrd="0" presId="urn:microsoft.com/office/officeart/2018/2/layout/IconCircleList"/>
    <dgm:cxn modelId="{82012B7C-D0E4-4AC4-8C42-40FA44EAB4C9}" type="presParOf" srcId="{CDD8E925-5044-439E-B59F-6B7F33081180}" destId="{2F43F87D-5737-49EF-BED9-40B0AB87E148}" srcOrd="9" destOrd="0" presId="urn:microsoft.com/office/officeart/2018/2/layout/IconCircleList"/>
    <dgm:cxn modelId="{A266CED4-C4D3-42ED-BB70-59D74A32A469}" type="presParOf" srcId="{CDD8E925-5044-439E-B59F-6B7F33081180}" destId="{405FB080-E84E-4201-872B-B1D795E1F7AD}" srcOrd="10" destOrd="0" presId="urn:microsoft.com/office/officeart/2018/2/layout/IconCircleList"/>
    <dgm:cxn modelId="{AD45FE8A-9C33-48CB-8E05-C3A4CE242687}" type="presParOf" srcId="{405FB080-E84E-4201-872B-B1D795E1F7AD}" destId="{A2D30D27-0E28-44CA-B6A3-5B0DD447DBB7}" srcOrd="0" destOrd="0" presId="urn:microsoft.com/office/officeart/2018/2/layout/IconCircleList"/>
    <dgm:cxn modelId="{771C6461-0000-4139-914D-58B8071976EC}" type="presParOf" srcId="{405FB080-E84E-4201-872B-B1D795E1F7AD}" destId="{49203555-35E8-410A-8648-6AA21B5A4862}" srcOrd="1" destOrd="0" presId="urn:microsoft.com/office/officeart/2018/2/layout/IconCircleList"/>
    <dgm:cxn modelId="{A3F3AB2C-6D36-44B9-A10D-6812441D3BB5}" type="presParOf" srcId="{405FB080-E84E-4201-872B-B1D795E1F7AD}" destId="{BED88FD2-C8E4-4D60-B576-AD8332B1DDE1}" srcOrd="2" destOrd="0" presId="urn:microsoft.com/office/officeart/2018/2/layout/IconCircleList"/>
    <dgm:cxn modelId="{839F500E-7629-4199-9B30-F2825E9C8783}" type="presParOf" srcId="{405FB080-E84E-4201-872B-B1D795E1F7AD}" destId="{47CA7B4D-69D3-421E-BDFD-19ACF6AC56E3}" srcOrd="3" destOrd="0" presId="urn:microsoft.com/office/officeart/2018/2/layout/IconCircleList"/>
    <dgm:cxn modelId="{88A90268-E654-4859-B8D4-B1F5539AE4DB}" type="presParOf" srcId="{CDD8E925-5044-439E-B59F-6B7F33081180}" destId="{708F1259-9A96-48F8-AD06-F0A43B63EFBD}" srcOrd="11" destOrd="0" presId="urn:microsoft.com/office/officeart/2018/2/layout/IconCircleList"/>
    <dgm:cxn modelId="{991A4FA1-19FA-484D-B955-E9C003F2748C}" type="presParOf" srcId="{CDD8E925-5044-439E-B59F-6B7F33081180}" destId="{808E2155-4006-475D-89A9-62D6F122206B}" srcOrd="12" destOrd="0" presId="urn:microsoft.com/office/officeart/2018/2/layout/IconCircleList"/>
    <dgm:cxn modelId="{FA6EE596-6BD0-4B2E-AB77-BBDA672FD7FE}" type="presParOf" srcId="{808E2155-4006-475D-89A9-62D6F122206B}" destId="{5199128D-D151-445E-9B2F-EBE9DD9E6870}" srcOrd="0" destOrd="0" presId="urn:microsoft.com/office/officeart/2018/2/layout/IconCircleList"/>
    <dgm:cxn modelId="{88413DFF-4B1A-40DE-AFA2-161FA8A0EE42}" type="presParOf" srcId="{808E2155-4006-475D-89A9-62D6F122206B}" destId="{70938453-52BE-4DE4-8C6C-F11ED2936900}" srcOrd="1" destOrd="0" presId="urn:microsoft.com/office/officeart/2018/2/layout/IconCircleList"/>
    <dgm:cxn modelId="{88F1F0F2-EC4D-4BDA-A233-DCA95CBA66B5}" type="presParOf" srcId="{808E2155-4006-475D-89A9-62D6F122206B}" destId="{1FEAE5C4-FC58-4ACF-8D2E-0AFE4C5B737D}" srcOrd="2" destOrd="0" presId="urn:microsoft.com/office/officeart/2018/2/layout/IconCircleList"/>
    <dgm:cxn modelId="{AF2E6E37-8223-4FAC-9FFB-783637962C5C}" type="presParOf" srcId="{808E2155-4006-475D-89A9-62D6F122206B}" destId="{A2AA462D-E301-4171-8164-27F1A338E8B8}" srcOrd="3" destOrd="0" presId="urn:microsoft.com/office/officeart/2018/2/layout/IconCircleList"/>
    <dgm:cxn modelId="{A182D9C5-81AB-4572-9A3B-B72A847B23E2}" type="presParOf" srcId="{CDD8E925-5044-439E-B59F-6B7F33081180}" destId="{432E35CF-F59E-429C-A740-E42B2BFA71C7}" srcOrd="13" destOrd="0" presId="urn:microsoft.com/office/officeart/2018/2/layout/IconCircleList"/>
    <dgm:cxn modelId="{0D90BA5A-5865-482C-BBBB-204C57E1038D}" type="presParOf" srcId="{CDD8E925-5044-439E-B59F-6B7F33081180}" destId="{B847E644-6134-4137-904A-185477BA8F55}" srcOrd="14" destOrd="0" presId="urn:microsoft.com/office/officeart/2018/2/layout/IconCircleList"/>
    <dgm:cxn modelId="{35533981-6EBA-4BB0-AD21-6B2AA9F01236}" type="presParOf" srcId="{B847E644-6134-4137-904A-185477BA8F55}" destId="{4A82771A-0933-4C66-AFED-180436B99A2F}" srcOrd="0" destOrd="0" presId="urn:microsoft.com/office/officeart/2018/2/layout/IconCircleList"/>
    <dgm:cxn modelId="{EA0A6971-3FDA-4170-B6A3-1E1CD8AF6B06}" type="presParOf" srcId="{B847E644-6134-4137-904A-185477BA8F55}" destId="{C0367AE6-027F-4153-BE6D-C5089733D4A1}" srcOrd="1" destOrd="0" presId="urn:microsoft.com/office/officeart/2018/2/layout/IconCircleList"/>
    <dgm:cxn modelId="{AF0A2C92-E569-449E-BC87-CC7804F85BDC}" type="presParOf" srcId="{B847E644-6134-4137-904A-185477BA8F55}" destId="{F4614942-E784-4E25-95E5-11DCE175E87B}" srcOrd="2" destOrd="0" presId="urn:microsoft.com/office/officeart/2018/2/layout/IconCircleList"/>
    <dgm:cxn modelId="{3157D049-3F3E-406B-90D4-182F9DB2340D}" type="presParOf" srcId="{B847E644-6134-4137-904A-185477BA8F55}" destId="{A8C58C4C-84A5-4F23-9557-6DDE3A24A22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739A53-D9E1-4E07-8566-07137A64CC43}"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FB90C7C-E320-43B2-9CF7-27695A2EAF75}">
      <dgm:prSet custT="1"/>
      <dgm:spPr/>
      <dgm:t>
        <a:bodyPr/>
        <a:lstStyle/>
        <a:p>
          <a:pPr>
            <a:lnSpc>
              <a:spcPct val="100000"/>
            </a:lnSpc>
          </a:pPr>
          <a:r>
            <a:rPr lang="en-IN" sz="1400" b="1"/>
            <a:t>Proactive Interventions: </a:t>
          </a:r>
          <a:r>
            <a:rPr lang="en-IN" sz="1400"/>
            <a:t>By predicting obesity risks, businesses and healthcare providers can intervene early, reducing long-term health complications.</a:t>
          </a:r>
          <a:endParaRPr lang="en-US" sz="1400"/>
        </a:p>
      </dgm:t>
    </dgm:pt>
    <dgm:pt modelId="{C78C8EC7-9B5F-4537-83F7-ECFABEB77BB3}" type="parTrans" cxnId="{DE19153C-F2B8-4C36-8398-C0193218D11B}">
      <dgm:prSet/>
      <dgm:spPr/>
      <dgm:t>
        <a:bodyPr/>
        <a:lstStyle/>
        <a:p>
          <a:endParaRPr lang="en-US"/>
        </a:p>
      </dgm:t>
    </dgm:pt>
    <dgm:pt modelId="{BE54FF98-BB54-46C6-99A9-AA3FCF553DD3}" type="sibTrans" cxnId="{DE19153C-F2B8-4C36-8398-C0193218D11B}">
      <dgm:prSet/>
      <dgm:spPr/>
      <dgm:t>
        <a:bodyPr/>
        <a:lstStyle/>
        <a:p>
          <a:pPr>
            <a:lnSpc>
              <a:spcPct val="100000"/>
            </a:lnSpc>
          </a:pPr>
          <a:endParaRPr lang="en-US"/>
        </a:p>
      </dgm:t>
    </dgm:pt>
    <dgm:pt modelId="{79ABB04C-4D3F-44C7-895D-A41E335A6C6B}">
      <dgm:prSet/>
      <dgm:spPr/>
      <dgm:t>
        <a:bodyPr/>
        <a:lstStyle/>
        <a:p>
          <a:pPr>
            <a:lnSpc>
              <a:spcPct val="100000"/>
            </a:lnSpc>
          </a:pPr>
          <a:r>
            <a:rPr lang="en-IN" b="1"/>
            <a:t>Efficient Resource Allocation: </a:t>
          </a:r>
          <a:r>
            <a:rPr lang="en-IN"/>
            <a:t>Insights from data analysis can help organizations and policymakers focus resources where they are most needed, such as high-risk demographics.</a:t>
          </a:r>
          <a:endParaRPr lang="en-US"/>
        </a:p>
      </dgm:t>
    </dgm:pt>
    <dgm:pt modelId="{FDAD1CDA-7991-413E-A645-2D20BFF876E7}" type="parTrans" cxnId="{42A41134-BE8D-4956-872B-6E9117FE642A}">
      <dgm:prSet/>
      <dgm:spPr/>
      <dgm:t>
        <a:bodyPr/>
        <a:lstStyle/>
        <a:p>
          <a:endParaRPr lang="en-US"/>
        </a:p>
      </dgm:t>
    </dgm:pt>
    <dgm:pt modelId="{090E52DE-2FD6-41E5-8914-243C9B1F3FC5}" type="sibTrans" cxnId="{42A41134-BE8D-4956-872B-6E9117FE642A}">
      <dgm:prSet/>
      <dgm:spPr/>
      <dgm:t>
        <a:bodyPr/>
        <a:lstStyle/>
        <a:p>
          <a:pPr>
            <a:lnSpc>
              <a:spcPct val="100000"/>
            </a:lnSpc>
          </a:pPr>
          <a:endParaRPr lang="en-US"/>
        </a:p>
      </dgm:t>
    </dgm:pt>
    <dgm:pt modelId="{23F51A77-690B-4C55-B9D7-4986873F3391}">
      <dgm:prSet/>
      <dgm:spPr/>
      <dgm:t>
        <a:bodyPr/>
        <a:lstStyle/>
        <a:p>
          <a:pPr>
            <a:lnSpc>
              <a:spcPct val="100000"/>
            </a:lnSpc>
          </a:pPr>
          <a:r>
            <a:rPr lang="en-IN" b="1"/>
            <a:t>Personalized Strategies: </a:t>
          </a:r>
          <a:r>
            <a:rPr lang="en-IN"/>
            <a:t>Data-driven insights can tailor wellness programs and dietary recommendations, increasing their effectiveness.</a:t>
          </a:r>
          <a:endParaRPr lang="en-US"/>
        </a:p>
      </dgm:t>
    </dgm:pt>
    <dgm:pt modelId="{100F1C71-07D8-4E82-B105-331965CC6CF6}" type="parTrans" cxnId="{8267FF11-463A-4E83-A94B-26DC83761D5A}">
      <dgm:prSet/>
      <dgm:spPr/>
      <dgm:t>
        <a:bodyPr/>
        <a:lstStyle/>
        <a:p>
          <a:endParaRPr lang="en-US"/>
        </a:p>
      </dgm:t>
    </dgm:pt>
    <dgm:pt modelId="{62427381-C3FF-4F68-B356-1BAA9EEC1B6D}" type="sibTrans" cxnId="{8267FF11-463A-4E83-A94B-26DC83761D5A}">
      <dgm:prSet/>
      <dgm:spPr/>
      <dgm:t>
        <a:bodyPr/>
        <a:lstStyle/>
        <a:p>
          <a:pPr>
            <a:lnSpc>
              <a:spcPct val="100000"/>
            </a:lnSpc>
          </a:pPr>
          <a:endParaRPr lang="en-US"/>
        </a:p>
      </dgm:t>
    </dgm:pt>
    <dgm:pt modelId="{F7E13698-496F-4FC6-8A17-52158D0789DD}">
      <dgm:prSet/>
      <dgm:spPr/>
      <dgm:t>
        <a:bodyPr/>
        <a:lstStyle/>
        <a:p>
          <a:pPr>
            <a:lnSpc>
              <a:spcPct val="100000"/>
            </a:lnSpc>
          </a:pPr>
          <a:r>
            <a:rPr lang="en-IN" b="1"/>
            <a:t>Trend Analysis: </a:t>
          </a:r>
          <a:r>
            <a:rPr lang="en-IN"/>
            <a:t>Organizations can monitor obesity trends across various regions, demographics, and age groups, enabling better decision-making for product or service delivery.</a:t>
          </a:r>
          <a:endParaRPr lang="en-US"/>
        </a:p>
      </dgm:t>
    </dgm:pt>
    <dgm:pt modelId="{91729A40-CE0F-4FBF-BE00-2F3B963B661E}" type="parTrans" cxnId="{A1EE998E-B1C9-4EED-8AE7-5F2B97CD76B5}">
      <dgm:prSet/>
      <dgm:spPr/>
      <dgm:t>
        <a:bodyPr/>
        <a:lstStyle/>
        <a:p>
          <a:endParaRPr lang="en-US"/>
        </a:p>
      </dgm:t>
    </dgm:pt>
    <dgm:pt modelId="{512F39C8-BE56-4C3B-A1AD-994BD6ECB991}" type="sibTrans" cxnId="{A1EE998E-B1C9-4EED-8AE7-5F2B97CD76B5}">
      <dgm:prSet/>
      <dgm:spPr/>
      <dgm:t>
        <a:bodyPr/>
        <a:lstStyle/>
        <a:p>
          <a:endParaRPr lang="en-US"/>
        </a:p>
      </dgm:t>
    </dgm:pt>
    <dgm:pt modelId="{5EB8D988-6E18-4734-A330-77BC358555D6}" type="pres">
      <dgm:prSet presAssocID="{71739A53-D9E1-4E07-8566-07137A64CC43}" presName="root" presStyleCnt="0">
        <dgm:presLayoutVars>
          <dgm:dir/>
          <dgm:resizeHandles val="exact"/>
        </dgm:presLayoutVars>
      </dgm:prSet>
      <dgm:spPr/>
    </dgm:pt>
    <dgm:pt modelId="{D6B1D515-1141-4DA3-8736-1BD6B62B358B}" type="pres">
      <dgm:prSet presAssocID="{71739A53-D9E1-4E07-8566-07137A64CC43}" presName="container" presStyleCnt="0">
        <dgm:presLayoutVars>
          <dgm:dir/>
          <dgm:resizeHandles val="exact"/>
        </dgm:presLayoutVars>
      </dgm:prSet>
      <dgm:spPr/>
    </dgm:pt>
    <dgm:pt modelId="{C1C2E617-A219-4F82-8197-75C5EC20EB11}" type="pres">
      <dgm:prSet presAssocID="{7FB90C7C-E320-43B2-9CF7-27695A2EAF75}" presName="compNode" presStyleCnt="0"/>
      <dgm:spPr/>
    </dgm:pt>
    <dgm:pt modelId="{B7560745-324A-452B-B5D4-3D3BB038291A}" type="pres">
      <dgm:prSet presAssocID="{7FB90C7C-E320-43B2-9CF7-27695A2EAF75}" presName="iconBgRect" presStyleLbl="bgShp" presStyleIdx="0" presStyleCnt="4"/>
      <dgm:spPr/>
    </dgm:pt>
    <dgm:pt modelId="{F8AB947C-8E9D-471C-A365-CC8280EAE76E}" type="pres">
      <dgm:prSet presAssocID="{7FB90C7C-E320-43B2-9CF7-27695A2EAF7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ruit Bowl"/>
        </a:ext>
      </dgm:extLst>
    </dgm:pt>
    <dgm:pt modelId="{BA65F722-78C6-468F-A032-1CF33CFDD9FF}" type="pres">
      <dgm:prSet presAssocID="{7FB90C7C-E320-43B2-9CF7-27695A2EAF75}" presName="spaceRect" presStyleCnt="0"/>
      <dgm:spPr/>
    </dgm:pt>
    <dgm:pt modelId="{208B7C62-7230-4B27-8D3E-7D37FCF963D6}" type="pres">
      <dgm:prSet presAssocID="{7FB90C7C-E320-43B2-9CF7-27695A2EAF75}" presName="textRect" presStyleLbl="revTx" presStyleIdx="0" presStyleCnt="4">
        <dgm:presLayoutVars>
          <dgm:chMax val="1"/>
          <dgm:chPref val="1"/>
        </dgm:presLayoutVars>
      </dgm:prSet>
      <dgm:spPr/>
    </dgm:pt>
    <dgm:pt modelId="{D9DFFBF1-39F3-4474-8BCB-B3C4DEF0939E}" type="pres">
      <dgm:prSet presAssocID="{BE54FF98-BB54-46C6-99A9-AA3FCF553DD3}" presName="sibTrans" presStyleLbl="sibTrans2D1" presStyleIdx="0" presStyleCnt="0"/>
      <dgm:spPr/>
    </dgm:pt>
    <dgm:pt modelId="{58F5C6CE-75AA-44C0-A1EF-4A6F0F35B918}" type="pres">
      <dgm:prSet presAssocID="{79ABB04C-4D3F-44C7-895D-A41E335A6C6B}" presName="compNode" presStyleCnt="0"/>
      <dgm:spPr/>
    </dgm:pt>
    <dgm:pt modelId="{2919FFE9-4553-409F-B168-05AA9C3CFF07}" type="pres">
      <dgm:prSet presAssocID="{79ABB04C-4D3F-44C7-895D-A41E335A6C6B}" presName="iconBgRect" presStyleLbl="bgShp" presStyleIdx="1" presStyleCnt="4"/>
      <dgm:spPr/>
    </dgm:pt>
    <dgm:pt modelId="{0F7A7F25-DC41-41D5-8946-D6C2AD8833DB}" type="pres">
      <dgm:prSet presAssocID="{79ABB04C-4D3F-44C7-895D-A41E335A6C6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2D191BBE-C52C-4C84-80FA-5D3009F02A1D}" type="pres">
      <dgm:prSet presAssocID="{79ABB04C-4D3F-44C7-895D-A41E335A6C6B}" presName="spaceRect" presStyleCnt="0"/>
      <dgm:spPr/>
    </dgm:pt>
    <dgm:pt modelId="{FA6DDEAC-25C1-49EA-83DD-8C395BA4709D}" type="pres">
      <dgm:prSet presAssocID="{79ABB04C-4D3F-44C7-895D-A41E335A6C6B}" presName="textRect" presStyleLbl="revTx" presStyleIdx="1" presStyleCnt="4">
        <dgm:presLayoutVars>
          <dgm:chMax val="1"/>
          <dgm:chPref val="1"/>
        </dgm:presLayoutVars>
      </dgm:prSet>
      <dgm:spPr/>
    </dgm:pt>
    <dgm:pt modelId="{46165DB5-BB25-4FE1-9E04-A0A277ECF4F8}" type="pres">
      <dgm:prSet presAssocID="{090E52DE-2FD6-41E5-8914-243C9B1F3FC5}" presName="sibTrans" presStyleLbl="sibTrans2D1" presStyleIdx="0" presStyleCnt="0"/>
      <dgm:spPr/>
    </dgm:pt>
    <dgm:pt modelId="{63E9E442-7925-4AC5-954B-41A398D2822E}" type="pres">
      <dgm:prSet presAssocID="{23F51A77-690B-4C55-B9D7-4986873F3391}" presName="compNode" presStyleCnt="0"/>
      <dgm:spPr/>
    </dgm:pt>
    <dgm:pt modelId="{C14B21B5-4BAF-48DC-B70D-3ADBCE6E44B8}" type="pres">
      <dgm:prSet presAssocID="{23F51A77-690B-4C55-B9D7-4986873F3391}" presName="iconBgRect" presStyleLbl="bgShp" presStyleIdx="2" presStyleCnt="4"/>
      <dgm:spPr/>
    </dgm:pt>
    <dgm:pt modelId="{CDC1B277-A3D8-4849-A430-14D14C7DFCE4}" type="pres">
      <dgm:prSet presAssocID="{23F51A77-690B-4C55-B9D7-4986873F339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vocado"/>
        </a:ext>
      </dgm:extLst>
    </dgm:pt>
    <dgm:pt modelId="{5DC9EF83-FC25-4831-90B0-CFCCEBC91859}" type="pres">
      <dgm:prSet presAssocID="{23F51A77-690B-4C55-B9D7-4986873F3391}" presName="spaceRect" presStyleCnt="0"/>
      <dgm:spPr/>
    </dgm:pt>
    <dgm:pt modelId="{5F7D1B2B-D32A-4690-8E4F-D8C3784F0726}" type="pres">
      <dgm:prSet presAssocID="{23F51A77-690B-4C55-B9D7-4986873F3391}" presName="textRect" presStyleLbl="revTx" presStyleIdx="2" presStyleCnt="4">
        <dgm:presLayoutVars>
          <dgm:chMax val="1"/>
          <dgm:chPref val="1"/>
        </dgm:presLayoutVars>
      </dgm:prSet>
      <dgm:spPr/>
    </dgm:pt>
    <dgm:pt modelId="{3923FECD-78EF-4522-91C2-EF28C758F118}" type="pres">
      <dgm:prSet presAssocID="{62427381-C3FF-4F68-B356-1BAA9EEC1B6D}" presName="sibTrans" presStyleLbl="sibTrans2D1" presStyleIdx="0" presStyleCnt="0"/>
      <dgm:spPr/>
    </dgm:pt>
    <dgm:pt modelId="{2D94A56B-F742-4687-A399-7E091F844F6F}" type="pres">
      <dgm:prSet presAssocID="{F7E13698-496F-4FC6-8A17-52158D0789DD}" presName="compNode" presStyleCnt="0"/>
      <dgm:spPr/>
    </dgm:pt>
    <dgm:pt modelId="{1A4229CA-71B1-46B0-BEF6-137016BC6AA4}" type="pres">
      <dgm:prSet presAssocID="{F7E13698-496F-4FC6-8A17-52158D0789DD}" presName="iconBgRect" presStyleLbl="bgShp" presStyleIdx="3" presStyleCnt="4"/>
      <dgm:spPr/>
    </dgm:pt>
    <dgm:pt modelId="{2343452F-53E8-4922-9C00-30999DEC2603}" type="pres">
      <dgm:prSet presAssocID="{F7E13698-496F-4FC6-8A17-52158D0789D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siness Growth"/>
        </a:ext>
      </dgm:extLst>
    </dgm:pt>
    <dgm:pt modelId="{19F9175C-8DF1-4427-B0C0-D445565FC2C3}" type="pres">
      <dgm:prSet presAssocID="{F7E13698-496F-4FC6-8A17-52158D0789DD}" presName="spaceRect" presStyleCnt="0"/>
      <dgm:spPr/>
    </dgm:pt>
    <dgm:pt modelId="{2E1B9018-D04F-49A1-A35B-75F85FA92974}" type="pres">
      <dgm:prSet presAssocID="{F7E13698-496F-4FC6-8A17-52158D0789DD}" presName="textRect" presStyleLbl="revTx" presStyleIdx="3" presStyleCnt="4">
        <dgm:presLayoutVars>
          <dgm:chMax val="1"/>
          <dgm:chPref val="1"/>
        </dgm:presLayoutVars>
      </dgm:prSet>
      <dgm:spPr/>
    </dgm:pt>
  </dgm:ptLst>
  <dgm:cxnLst>
    <dgm:cxn modelId="{8267FF11-463A-4E83-A94B-26DC83761D5A}" srcId="{71739A53-D9E1-4E07-8566-07137A64CC43}" destId="{23F51A77-690B-4C55-B9D7-4986873F3391}" srcOrd="2" destOrd="0" parTransId="{100F1C71-07D8-4E82-B105-331965CC6CF6}" sibTransId="{62427381-C3FF-4F68-B356-1BAA9EEC1B6D}"/>
    <dgm:cxn modelId="{D730061C-7BC8-4103-BDBF-BF27AB8A60CB}" type="presOf" srcId="{BE54FF98-BB54-46C6-99A9-AA3FCF553DD3}" destId="{D9DFFBF1-39F3-4474-8BCB-B3C4DEF0939E}" srcOrd="0" destOrd="0" presId="urn:microsoft.com/office/officeart/2018/2/layout/IconCircleList"/>
    <dgm:cxn modelId="{04308328-2AE6-4DB6-B101-0593EABBAE8D}" type="presOf" srcId="{79ABB04C-4D3F-44C7-895D-A41E335A6C6B}" destId="{FA6DDEAC-25C1-49EA-83DD-8C395BA4709D}" srcOrd="0" destOrd="0" presId="urn:microsoft.com/office/officeart/2018/2/layout/IconCircleList"/>
    <dgm:cxn modelId="{42A41134-BE8D-4956-872B-6E9117FE642A}" srcId="{71739A53-D9E1-4E07-8566-07137A64CC43}" destId="{79ABB04C-4D3F-44C7-895D-A41E335A6C6B}" srcOrd="1" destOrd="0" parTransId="{FDAD1CDA-7991-413E-A645-2D20BFF876E7}" sibTransId="{090E52DE-2FD6-41E5-8914-243C9B1F3FC5}"/>
    <dgm:cxn modelId="{DE19153C-F2B8-4C36-8398-C0193218D11B}" srcId="{71739A53-D9E1-4E07-8566-07137A64CC43}" destId="{7FB90C7C-E320-43B2-9CF7-27695A2EAF75}" srcOrd="0" destOrd="0" parTransId="{C78C8EC7-9B5F-4537-83F7-ECFABEB77BB3}" sibTransId="{BE54FF98-BB54-46C6-99A9-AA3FCF553DD3}"/>
    <dgm:cxn modelId="{23BA294D-A28C-49BD-A07D-959A74572A5C}" type="presOf" srcId="{62427381-C3FF-4F68-B356-1BAA9EEC1B6D}" destId="{3923FECD-78EF-4522-91C2-EF28C758F118}" srcOrd="0" destOrd="0" presId="urn:microsoft.com/office/officeart/2018/2/layout/IconCircleList"/>
    <dgm:cxn modelId="{4C961170-FA64-461B-812E-EDBE86D8FE48}" type="presOf" srcId="{23F51A77-690B-4C55-B9D7-4986873F3391}" destId="{5F7D1B2B-D32A-4690-8E4F-D8C3784F0726}" srcOrd="0" destOrd="0" presId="urn:microsoft.com/office/officeart/2018/2/layout/IconCircleList"/>
    <dgm:cxn modelId="{A1EE998E-B1C9-4EED-8AE7-5F2B97CD76B5}" srcId="{71739A53-D9E1-4E07-8566-07137A64CC43}" destId="{F7E13698-496F-4FC6-8A17-52158D0789DD}" srcOrd="3" destOrd="0" parTransId="{91729A40-CE0F-4FBF-BE00-2F3B963B661E}" sibTransId="{512F39C8-BE56-4C3B-A1AD-994BD6ECB991}"/>
    <dgm:cxn modelId="{8774ABA2-E6DD-4AEF-B41A-8F80EA579641}" type="presOf" srcId="{71739A53-D9E1-4E07-8566-07137A64CC43}" destId="{5EB8D988-6E18-4734-A330-77BC358555D6}" srcOrd="0" destOrd="0" presId="urn:microsoft.com/office/officeart/2018/2/layout/IconCircleList"/>
    <dgm:cxn modelId="{F6C369B7-AD65-4F15-ACA5-BF6F120B9E6B}" type="presOf" srcId="{7FB90C7C-E320-43B2-9CF7-27695A2EAF75}" destId="{208B7C62-7230-4B27-8D3E-7D37FCF963D6}" srcOrd="0" destOrd="0" presId="urn:microsoft.com/office/officeart/2018/2/layout/IconCircleList"/>
    <dgm:cxn modelId="{FE763FB9-F0BA-48BB-B1D0-5DA9C179C5EB}" type="presOf" srcId="{090E52DE-2FD6-41E5-8914-243C9B1F3FC5}" destId="{46165DB5-BB25-4FE1-9E04-A0A277ECF4F8}" srcOrd="0" destOrd="0" presId="urn:microsoft.com/office/officeart/2018/2/layout/IconCircleList"/>
    <dgm:cxn modelId="{ACC1D2C4-F556-4790-8A5C-8BCCDF8EFC0B}" type="presOf" srcId="{F7E13698-496F-4FC6-8A17-52158D0789DD}" destId="{2E1B9018-D04F-49A1-A35B-75F85FA92974}" srcOrd="0" destOrd="0" presId="urn:microsoft.com/office/officeart/2018/2/layout/IconCircleList"/>
    <dgm:cxn modelId="{E068B45C-04C8-4AE5-A5C9-40A13E89F576}" type="presParOf" srcId="{5EB8D988-6E18-4734-A330-77BC358555D6}" destId="{D6B1D515-1141-4DA3-8736-1BD6B62B358B}" srcOrd="0" destOrd="0" presId="urn:microsoft.com/office/officeart/2018/2/layout/IconCircleList"/>
    <dgm:cxn modelId="{10C98751-6176-48A7-94A5-002A988DDA52}" type="presParOf" srcId="{D6B1D515-1141-4DA3-8736-1BD6B62B358B}" destId="{C1C2E617-A219-4F82-8197-75C5EC20EB11}" srcOrd="0" destOrd="0" presId="urn:microsoft.com/office/officeart/2018/2/layout/IconCircleList"/>
    <dgm:cxn modelId="{1DEB0EF9-5333-4C47-AB0E-366CB982CF42}" type="presParOf" srcId="{C1C2E617-A219-4F82-8197-75C5EC20EB11}" destId="{B7560745-324A-452B-B5D4-3D3BB038291A}" srcOrd="0" destOrd="0" presId="urn:microsoft.com/office/officeart/2018/2/layout/IconCircleList"/>
    <dgm:cxn modelId="{EBC30279-4517-42CC-8D74-1EBFEA9CE015}" type="presParOf" srcId="{C1C2E617-A219-4F82-8197-75C5EC20EB11}" destId="{F8AB947C-8E9D-471C-A365-CC8280EAE76E}" srcOrd="1" destOrd="0" presId="urn:microsoft.com/office/officeart/2018/2/layout/IconCircleList"/>
    <dgm:cxn modelId="{482F0CB2-FC7F-4B33-AA29-286EA3F161AA}" type="presParOf" srcId="{C1C2E617-A219-4F82-8197-75C5EC20EB11}" destId="{BA65F722-78C6-468F-A032-1CF33CFDD9FF}" srcOrd="2" destOrd="0" presId="urn:microsoft.com/office/officeart/2018/2/layout/IconCircleList"/>
    <dgm:cxn modelId="{42DECEF0-94D9-485C-8E79-2824364D929B}" type="presParOf" srcId="{C1C2E617-A219-4F82-8197-75C5EC20EB11}" destId="{208B7C62-7230-4B27-8D3E-7D37FCF963D6}" srcOrd="3" destOrd="0" presId="urn:microsoft.com/office/officeart/2018/2/layout/IconCircleList"/>
    <dgm:cxn modelId="{08BAE006-4054-4F1C-A535-70405A8478FB}" type="presParOf" srcId="{D6B1D515-1141-4DA3-8736-1BD6B62B358B}" destId="{D9DFFBF1-39F3-4474-8BCB-B3C4DEF0939E}" srcOrd="1" destOrd="0" presId="urn:microsoft.com/office/officeart/2018/2/layout/IconCircleList"/>
    <dgm:cxn modelId="{9AA9BFC1-F8E8-4342-A20D-E2694908A97C}" type="presParOf" srcId="{D6B1D515-1141-4DA3-8736-1BD6B62B358B}" destId="{58F5C6CE-75AA-44C0-A1EF-4A6F0F35B918}" srcOrd="2" destOrd="0" presId="urn:microsoft.com/office/officeart/2018/2/layout/IconCircleList"/>
    <dgm:cxn modelId="{2DD545EE-AB7F-4BBF-929D-CFE8F82BDA71}" type="presParOf" srcId="{58F5C6CE-75AA-44C0-A1EF-4A6F0F35B918}" destId="{2919FFE9-4553-409F-B168-05AA9C3CFF07}" srcOrd="0" destOrd="0" presId="urn:microsoft.com/office/officeart/2018/2/layout/IconCircleList"/>
    <dgm:cxn modelId="{F92712E2-D6E6-4153-A94F-98F2A2FE17BE}" type="presParOf" srcId="{58F5C6CE-75AA-44C0-A1EF-4A6F0F35B918}" destId="{0F7A7F25-DC41-41D5-8946-D6C2AD8833DB}" srcOrd="1" destOrd="0" presId="urn:microsoft.com/office/officeart/2018/2/layout/IconCircleList"/>
    <dgm:cxn modelId="{E9364A53-4F25-4BAA-98F3-C273654631CD}" type="presParOf" srcId="{58F5C6CE-75AA-44C0-A1EF-4A6F0F35B918}" destId="{2D191BBE-C52C-4C84-80FA-5D3009F02A1D}" srcOrd="2" destOrd="0" presId="urn:microsoft.com/office/officeart/2018/2/layout/IconCircleList"/>
    <dgm:cxn modelId="{5C191FCB-7B31-4188-AF80-5D982C9D4E85}" type="presParOf" srcId="{58F5C6CE-75AA-44C0-A1EF-4A6F0F35B918}" destId="{FA6DDEAC-25C1-49EA-83DD-8C395BA4709D}" srcOrd="3" destOrd="0" presId="urn:microsoft.com/office/officeart/2018/2/layout/IconCircleList"/>
    <dgm:cxn modelId="{0EAE9BDA-909A-48D7-8C62-8C1B14E38647}" type="presParOf" srcId="{D6B1D515-1141-4DA3-8736-1BD6B62B358B}" destId="{46165DB5-BB25-4FE1-9E04-A0A277ECF4F8}" srcOrd="3" destOrd="0" presId="urn:microsoft.com/office/officeart/2018/2/layout/IconCircleList"/>
    <dgm:cxn modelId="{F5BFB368-95E7-45D1-9585-4B999AEC4A1A}" type="presParOf" srcId="{D6B1D515-1141-4DA3-8736-1BD6B62B358B}" destId="{63E9E442-7925-4AC5-954B-41A398D2822E}" srcOrd="4" destOrd="0" presId="urn:microsoft.com/office/officeart/2018/2/layout/IconCircleList"/>
    <dgm:cxn modelId="{4AC3D494-7957-4AEF-899C-35F223C1FF14}" type="presParOf" srcId="{63E9E442-7925-4AC5-954B-41A398D2822E}" destId="{C14B21B5-4BAF-48DC-B70D-3ADBCE6E44B8}" srcOrd="0" destOrd="0" presId="urn:microsoft.com/office/officeart/2018/2/layout/IconCircleList"/>
    <dgm:cxn modelId="{7EF6CC30-F6E8-470A-A738-16C03F31CF78}" type="presParOf" srcId="{63E9E442-7925-4AC5-954B-41A398D2822E}" destId="{CDC1B277-A3D8-4849-A430-14D14C7DFCE4}" srcOrd="1" destOrd="0" presId="urn:microsoft.com/office/officeart/2018/2/layout/IconCircleList"/>
    <dgm:cxn modelId="{588C9657-1199-4C9E-A0A7-1BA5154CA15D}" type="presParOf" srcId="{63E9E442-7925-4AC5-954B-41A398D2822E}" destId="{5DC9EF83-FC25-4831-90B0-CFCCEBC91859}" srcOrd="2" destOrd="0" presId="urn:microsoft.com/office/officeart/2018/2/layout/IconCircleList"/>
    <dgm:cxn modelId="{E61B8BC0-D784-451F-A492-2A9560F76721}" type="presParOf" srcId="{63E9E442-7925-4AC5-954B-41A398D2822E}" destId="{5F7D1B2B-D32A-4690-8E4F-D8C3784F0726}" srcOrd="3" destOrd="0" presId="urn:microsoft.com/office/officeart/2018/2/layout/IconCircleList"/>
    <dgm:cxn modelId="{D224CC0B-E84B-4047-9E55-0BA3A2AEE384}" type="presParOf" srcId="{D6B1D515-1141-4DA3-8736-1BD6B62B358B}" destId="{3923FECD-78EF-4522-91C2-EF28C758F118}" srcOrd="5" destOrd="0" presId="urn:microsoft.com/office/officeart/2018/2/layout/IconCircleList"/>
    <dgm:cxn modelId="{8D250F57-C63B-47FD-A9AF-5798967B3301}" type="presParOf" srcId="{D6B1D515-1141-4DA3-8736-1BD6B62B358B}" destId="{2D94A56B-F742-4687-A399-7E091F844F6F}" srcOrd="6" destOrd="0" presId="urn:microsoft.com/office/officeart/2018/2/layout/IconCircleList"/>
    <dgm:cxn modelId="{2778D1AE-ED21-420F-B947-7CFF860E6AFF}" type="presParOf" srcId="{2D94A56B-F742-4687-A399-7E091F844F6F}" destId="{1A4229CA-71B1-46B0-BEF6-137016BC6AA4}" srcOrd="0" destOrd="0" presId="urn:microsoft.com/office/officeart/2018/2/layout/IconCircleList"/>
    <dgm:cxn modelId="{2CA7A1F4-3EC1-47A1-98F3-00042DD22165}" type="presParOf" srcId="{2D94A56B-F742-4687-A399-7E091F844F6F}" destId="{2343452F-53E8-4922-9C00-30999DEC2603}" srcOrd="1" destOrd="0" presId="urn:microsoft.com/office/officeart/2018/2/layout/IconCircleList"/>
    <dgm:cxn modelId="{2FEE7D1C-9931-4C05-90AC-B1ACA402E865}" type="presParOf" srcId="{2D94A56B-F742-4687-A399-7E091F844F6F}" destId="{19F9175C-8DF1-4427-B0C0-D445565FC2C3}" srcOrd="2" destOrd="0" presId="urn:microsoft.com/office/officeart/2018/2/layout/IconCircleList"/>
    <dgm:cxn modelId="{858B2923-6AB0-46C7-9B4F-993C21513DB8}" type="presParOf" srcId="{2D94A56B-F742-4687-A399-7E091F844F6F}" destId="{2E1B9018-D04F-49A1-A35B-75F85FA9297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A5249B2-C948-4F46-B5E5-A13703336AF2}" type="doc">
      <dgm:prSet loTypeId="urn:microsoft.com/office/officeart/2016/7/layout/BasicLinearProcessNumbered" loCatId="process" qsTypeId="urn:microsoft.com/office/officeart/2005/8/quickstyle/simple1" qsCatId="simple" csTypeId="urn:microsoft.com/office/officeart/2005/8/colors/accent2_2" csCatId="accent2" phldr="1"/>
      <dgm:spPr/>
      <dgm:t>
        <a:bodyPr/>
        <a:lstStyle/>
        <a:p>
          <a:endParaRPr lang="en-US"/>
        </a:p>
      </dgm:t>
    </dgm:pt>
    <dgm:pt modelId="{52EBE5AF-65BA-48DF-99EF-795FAD2FCAC5}">
      <dgm:prSet custT="1"/>
      <dgm:spPr/>
      <dgm:t>
        <a:bodyPr/>
        <a:lstStyle/>
        <a:p>
          <a:pPr algn="ctr"/>
          <a:r>
            <a:rPr lang="en-IN" sz="1600"/>
            <a:t>Conduct exploratory data analysis and Data preprocessing to handle outliers, missing and duplicate data. </a:t>
          </a:r>
          <a:endParaRPr lang="en-US" sz="1600"/>
        </a:p>
      </dgm:t>
    </dgm:pt>
    <dgm:pt modelId="{5082B42D-8D9D-4ACD-8D22-CB779C8C2413}" type="parTrans" cxnId="{DEFCAEC4-5C19-402B-8F99-AD5893D01648}">
      <dgm:prSet/>
      <dgm:spPr/>
      <dgm:t>
        <a:bodyPr/>
        <a:lstStyle/>
        <a:p>
          <a:endParaRPr lang="en-US"/>
        </a:p>
      </dgm:t>
    </dgm:pt>
    <dgm:pt modelId="{7C11908C-B657-4EE5-969F-B35A06413BC1}" type="sibTrans" cxnId="{DEFCAEC4-5C19-402B-8F99-AD5893D01648}">
      <dgm:prSet phldrT="1" phldr="0"/>
      <dgm:spPr/>
      <dgm:t>
        <a:bodyPr/>
        <a:lstStyle/>
        <a:p>
          <a:r>
            <a:rPr lang="en-US"/>
            <a:t>1</a:t>
          </a:r>
        </a:p>
      </dgm:t>
    </dgm:pt>
    <dgm:pt modelId="{6DBA5607-CF9B-4536-864B-5F3ABCD11D64}">
      <dgm:prSet custT="1"/>
      <dgm:spPr/>
      <dgm:t>
        <a:bodyPr/>
        <a:lstStyle/>
        <a:p>
          <a:pPr algn="ctr"/>
          <a:r>
            <a:rPr lang="en-IN" sz="1600"/>
            <a:t>Feature selection to uncover the most influential factors driving obesity levels.</a:t>
          </a:r>
          <a:endParaRPr lang="en-US" sz="1600"/>
        </a:p>
      </dgm:t>
    </dgm:pt>
    <dgm:pt modelId="{13490188-1905-4506-9364-2D03C2E45213}" type="parTrans" cxnId="{DA8E4DAB-7519-4DF7-9CFA-16CB6B966B00}">
      <dgm:prSet/>
      <dgm:spPr/>
      <dgm:t>
        <a:bodyPr/>
        <a:lstStyle/>
        <a:p>
          <a:endParaRPr lang="en-US"/>
        </a:p>
      </dgm:t>
    </dgm:pt>
    <dgm:pt modelId="{928BFE76-E0F3-44BE-B687-BAC6E74DDAA4}" type="sibTrans" cxnId="{DA8E4DAB-7519-4DF7-9CFA-16CB6B966B00}">
      <dgm:prSet phldrT="2" phldr="0"/>
      <dgm:spPr/>
      <dgm:t>
        <a:bodyPr/>
        <a:lstStyle/>
        <a:p>
          <a:r>
            <a:rPr lang="en-US"/>
            <a:t>2</a:t>
          </a:r>
        </a:p>
      </dgm:t>
    </dgm:pt>
    <dgm:pt modelId="{42D90B5A-E98B-4105-8120-7D7C2D2432BD}">
      <dgm:prSet custT="1"/>
      <dgm:spPr/>
      <dgm:t>
        <a:bodyPr/>
        <a:lstStyle/>
        <a:p>
          <a:pPr algn="ctr"/>
          <a:r>
            <a:rPr lang="en-IN" sz="1600"/>
            <a:t>Apply machine learning algorithms to classify obesity levels.</a:t>
          </a:r>
          <a:endParaRPr lang="en-US" sz="1600"/>
        </a:p>
      </dgm:t>
    </dgm:pt>
    <dgm:pt modelId="{5B09C702-56A9-4763-913A-5A22125ACC6D}" type="parTrans" cxnId="{E41F8A46-8DB0-4094-88DB-B6F3A2D62DB0}">
      <dgm:prSet/>
      <dgm:spPr/>
      <dgm:t>
        <a:bodyPr/>
        <a:lstStyle/>
        <a:p>
          <a:endParaRPr lang="en-US"/>
        </a:p>
      </dgm:t>
    </dgm:pt>
    <dgm:pt modelId="{5199F3C1-310A-464E-97A4-442DE8CBADAD}" type="sibTrans" cxnId="{E41F8A46-8DB0-4094-88DB-B6F3A2D62DB0}">
      <dgm:prSet phldrT="3" phldr="0"/>
      <dgm:spPr/>
      <dgm:t>
        <a:bodyPr/>
        <a:lstStyle/>
        <a:p>
          <a:r>
            <a:rPr lang="en-US"/>
            <a:t>3</a:t>
          </a:r>
        </a:p>
      </dgm:t>
    </dgm:pt>
    <dgm:pt modelId="{CC44DFED-7D18-4962-A23F-30511BA6478B}">
      <dgm:prSet/>
      <dgm:spPr/>
      <dgm:t>
        <a:bodyPr/>
        <a:lstStyle/>
        <a:p>
          <a:pPr algn="ctr"/>
          <a:r>
            <a:rPr lang="en-IN"/>
            <a:t>Use evaluation metrics like accuracy, precision, and recall to compare model performances.</a:t>
          </a:r>
          <a:endParaRPr lang="en-US"/>
        </a:p>
      </dgm:t>
    </dgm:pt>
    <dgm:pt modelId="{43BADD18-6AAC-43BD-9D0D-745288AED417}" type="parTrans" cxnId="{77E23BF3-47C5-4E38-8159-354984805CA3}">
      <dgm:prSet/>
      <dgm:spPr/>
      <dgm:t>
        <a:bodyPr/>
        <a:lstStyle/>
        <a:p>
          <a:endParaRPr lang="en-US"/>
        </a:p>
      </dgm:t>
    </dgm:pt>
    <dgm:pt modelId="{F5534AF3-1C08-4D5C-9473-09ADB46D95D1}" type="sibTrans" cxnId="{77E23BF3-47C5-4E38-8159-354984805CA3}">
      <dgm:prSet phldrT="4" phldr="0"/>
      <dgm:spPr/>
      <dgm:t>
        <a:bodyPr/>
        <a:lstStyle/>
        <a:p>
          <a:r>
            <a:rPr lang="en-US"/>
            <a:t>4</a:t>
          </a:r>
        </a:p>
      </dgm:t>
    </dgm:pt>
    <dgm:pt modelId="{D0159DBD-D7CC-4A30-ACB9-393FFEB28E95}" type="pres">
      <dgm:prSet presAssocID="{FA5249B2-C948-4F46-B5E5-A13703336AF2}" presName="Name0" presStyleCnt="0">
        <dgm:presLayoutVars>
          <dgm:animLvl val="lvl"/>
          <dgm:resizeHandles val="exact"/>
        </dgm:presLayoutVars>
      </dgm:prSet>
      <dgm:spPr/>
    </dgm:pt>
    <dgm:pt modelId="{4B0E3935-41FC-4025-9F92-4CF08134B86D}" type="pres">
      <dgm:prSet presAssocID="{52EBE5AF-65BA-48DF-99EF-795FAD2FCAC5}" presName="compositeNode" presStyleCnt="0">
        <dgm:presLayoutVars>
          <dgm:bulletEnabled val="1"/>
        </dgm:presLayoutVars>
      </dgm:prSet>
      <dgm:spPr/>
    </dgm:pt>
    <dgm:pt modelId="{65FA82BD-24D8-4891-ACD6-6038695A4706}" type="pres">
      <dgm:prSet presAssocID="{52EBE5AF-65BA-48DF-99EF-795FAD2FCAC5}" presName="bgRect" presStyleLbl="bgAccFollowNode1" presStyleIdx="0" presStyleCnt="4"/>
      <dgm:spPr/>
    </dgm:pt>
    <dgm:pt modelId="{FAF29566-B480-49B7-B708-F0780A9012C5}" type="pres">
      <dgm:prSet presAssocID="{7C11908C-B657-4EE5-969F-B35A06413BC1}" presName="sibTransNodeCircle" presStyleLbl="alignNode1" presStyleIdx="0" presStyleCnt="8">
        <dgm:presLayoutVars>
          <dgm:chMax val="0"/>
          <dgm:bulletEnabled/>
        </dgm:presLayoutVars>
      </dgm:prSet>
      <dgm:spPr/>
    </dgm:pt>
    <dgm:pt modelId="{5DE7FB44-4D97-4EF7-89E1-AD63EB17E41F}" type="pres">
      <dgm:prSet presAssocID="{52EBE5AF-65BA-48DF-99EF-795FAD2FCAC5}" presName="bottomLine" presStyleLbl="alignNode1" presStyleIdx="1" presStyleCnt="8">
        <dgm:presLayoutVars/>
      </dgm:prSet>
      <dgm:spPr/>
    </dgm:pt>
    <dgm:pt modelId="{E85869C8-DCD3-4949-AB7E-BC4B5184E984}" type="pres">
      <dgm:prSet presAssocID="{52EBE5AF-65BA-48DF-99EF-795FAD2FCAC5}" presName="nodeText" presStyleLbl="bgAccFollowNode1" presStyleIdx="0" presStyleCnt="4">
        <dgm:presLayoutVars>
          <dgm:bulletEnabled val="1"/>
        </dgm:presLayoutVars>
      </dgm:prSet>
      <dgm:spPr/>
    </dgm:pt>
    <dgm:pt modelId="{E77353EB-C751-46C9-AFA0-43C5F098DD38}" type="pres">
      <dgm:prSet presAssocID="{7C11908C-B657-4EE5-969F-B35A06413BC1}" presName="sibTrans" presStyleCnt="0"/>
      <dgm:spPr/>
    </dgm:pt>
    <dgm:pt modelId="{EA2E1C91-B8A7-4267-9D54-B73767D9C253}" type="pres">
      <dgm:prSet presAssocID="{6DBA5607-CF9B-4536-864B-5F3ABCD11D64}" presName="compositeNode" presStyleCnt="0">
        <dgm:presLayoutVars>
          <dgm:bulletEnabled val="1"/>
        </dgm:presLayoutVars>
      </dgm:prSet>
      <dgm:spPr/>
    </dgm:pt>
    <dgm:pt modelId="{EC10BD1C-0FBF-4BC8-93B9-9A2F89EBA200}" type="pres">
      <dgm:prSet presAssocID="{6DBA5607-CF9B-4536-864B-5F3ABCD11D64}" presName="bgRect" presStyleLbl="bgAccFollowNode1" presStyleIdx="1" presStyleCnt="4"/>
      <dgm:spPr/>
    </dgm:pt>
    <dgm:pt modelId="{699D1463-A4E7-43DE-B950-E9D9B73BDEE9}" type="pres">
      <dgm:prSet presAssocID="{928BFE76-E0F3-44BE-B687-BAC6E74DDAA4}" presName="sibTransNodeCircle" presStyleLbl="alignNode1" presStyleIdx="2" presStyleCnt="8">
        <dgm:presLayoutVars>
          <dgm:chMax val="0"/>
          <dgm:bulletEnabled/>
        </dgm:presLayoutVars>
      </dgm:prSet>
      <dgm:spPr/>
    </dgm:pt>
    <dgm:pt modelId="{7CFBE8A0-023B-437F-BC78-BBEF31915B7E}" type="pres">
      <dgm:prSet presAssocID="{6DBA5607-CF9B-4536-864B-5F3ABCD11D64}" presName="bottomLine" presStyleLbl="alignNode1" presStyleIdx="3" presStyleCnt="8">
        <dgm:presLayoutVars/>
      </dgm:prSet>
      <dgm:spPr/>
    </dgm:pt>
    <dgm:pt modelId="{D3DB76FB-E89B-4BFA-9F3D-A2F094F73B17}" type="pres">
      <dgm:prSet presAssocID="{6DBA5607-CF9B-4536-864B-5F3ABCD11D64}" presName="nodeText" presStyleLbl="bgAccFollowNode1" presStyleIdx="1" presStyleCnt="4">
        <dgm:presLayoutVars>
          <dgm:bulletEnabled val="1"/>
        </dgm:presLayoutVars>
      </dgm:prSet>
      <dgm:spPr/>
    </dgm:pt>
    <dgm:pt modelId="{586CE81D-A4A6-4764-A5BE-06CB6080EF45}" type="pres">
      <dgm:prSet presAssocID="{928BFE76-E0F3-44BE-B687-BAC6E74DDAA4}" presName="sibTrans" presStyleCnt="0"/>
      <dgm:spPr/>
    </dgm:pt>
    <dgm:pt modelId="{5563CB1B-9198-4E92-B7EE-4A9208AB5162}" type="pres">
      <dgm:prSet presAssocID="{42D90B5A-E98B-4105-8120-7D7C2D2432BD}" presName="compositeNode" presStyleCnt="0">
        <dgm:presLayoutVars>
          <dgm:bulletEnabled val="1"/>
        </dgm:presLayoutVars>
      </dgm:prSet>
      <dgm:spPr/>
    </dgm:pt>
    <dgm:pt modelId="{0D1C6A8B-7059-4113-81DA-54E9840D2127}" type="pres">
      <dgm:prSet presAssocID="{42D90B5A-E98B-4105-8120-7D7C2D2432BD}" presName="bgRect" presStyleLbl="bgAccFollowNode1" presStyleIdx="2" presStyleCnt="4"/>
      <dgm:spPr/>
    </dgm:pt>
    <dgm:pt modelId="{B76B0560-488B-402F-9F9E-F4495BFE25C8}" type="pres">
      <dgm:prSet presAssocID="{5199F3C1-310A-464E-97A4-442DE8CBADAD}" presName="sibTransNodeCircle" presStyleLbl="alignNode1" presStyleIdx="4" presStyleCnt="8">
        <dgm:presLayoutVars>
          <dgm:chMax val="0"/>
          <dgm:bulletEnabled/>
        </dgm:presLayoutVars>
      </dgm:prSet>
      <dgm:spPr/>
    </dgm:pt>
    <dgm:pt modelId="{62BA2B85-BADF-4BCC-AA5D-3153B9F38655}" type="pres">
      <dgm:prSet presAssocID="{42D90B5A-E98B-4105-8120-7D7C2D2432BD}" presName="bottomLine" presStyleLbl="alignNode1" presStyleIdx="5" presStyleCnt="8">
        <dgm:presLayoutVars/>
      </dgm:prSet>
      <dgm:spPr/>
    </dgm:pt>
    <dgm:pt modelId="{EB005020-E43A-4BFA-A5B8-E3CDC8D6E67A}" type="pres">
      <dgm:prSet presAssocID="{42D90B5A-E98B-4105-8120-7D7C2D2432BD}" presName="nodeText" presStyleLbl="bgAccFollowNode1" presStyleIdx="2" presStyleCnt="4">
        <dgm:presLayoutVars>
          <dgm:bulletEnabled val="1"/>
        </dgm:presLayoutVars>
      </dgm:prSet>
      <dgm:spPr/>
    </dgm:pt>
    <dgm:pt modelId="{F13C2D96-DF72-4D9B-ADBA-E89647A6435A}" type="pres">
      <dgm:prSet presAssocID="{5199F3C1-310A-464E-97A4-442DE8CBADAD}" presName="sibTrans" presStyleCnt="0"/>
      <dgm:spPr/>
    </dgm:pt>
    <dgm:pt modelId="{CAFD13D1-12EC-41CF-A090-B1938B9E0CE8}" type="pres">
      <dgm:prSet presAssocID="{CC44DFED-7D18-4962-A23F-30511BA6478B}" presName="compositeNode" presStyleCnt="0">
        <dgm:presLayoutVars>
          <dgm:bulletEnabled val="1"/>
        </dgm:presLayoutVars>
      </dgm:prSet>
      <dgm:spPr/>
    </dgm:pt>
    <dgm:pt modelId="{EBC96DC3-8F21-467E-838E-5EC77702364C}" type="pres">
      <dgm:prSet presAssocID="{CC44DFED-7D18-4962-A23F-30511BA6478B}" presName="bgRect" presStyleLbl="bgAccFollowNode1" presStyleIdx="3" presStyleCnt="4"/>
      <dgm:spPr/>
    </dgm:pt>
    <dgm:pt modelId="{CACB7C91-87B6-42D3-B00D-F67B48919C8D}" type="pres">
      <dgm:prSet presAssocID="{F5534AF3-1C08-4D5C-9473-09ADB46D95D1}" presName="sibTransNodeCircle" presStyleLbl="alignNode1" presStyleIdx="6" presStyleCnt="8">
        <dgm:presLayoutVars>
          <dgm:chMax val="0"/>
          <dgm:bulletEnabled/>
        </dgm:presLayoutVars>
      </dgm:prSet>
      <dgm:spPr/>
    </dgm:pt>
    <dgm:pt modelId="{ACF919CE-B859-421D-BE64-98699B909798}" type="pres">
      <dgm:prSet presAssocID="{CC44DFED-7D18-4962-A23F-30511BA6478B}" presName="bottomLine" presStyleLbl="alignNode1" presStyleIdx="7" presStyleCnt="8">
        <dgm:presLayoutVars/>
      </dgm:prSet>
      <dgm:spPr/>
    </dgm:pt>
    <dgm:pt modelId="{1CB5B043-A715-41DE-ABA2-9A5C5CB2254D}" type="pres">
      <dgm:prSet presAssocID="{CC44DFED-7D18-4962-A23F-30511BA6478B}" presName="nodeText" presStyleLbl="bgAccFollowNode1" presStyleIdx="3" presStyleCnt="4">
        <dgm:presLayoutVars>
          <dgm:bulletEnabled val="1"/>
        </dgm:presLayoutVars>
      </dgm:prSet>
      <dgm:spPr/>
    </dgm:pt>
  </dgm:ptLst>
  <dgm:cxnLst>
    <dgm:cxn modelId="{1C241F0B-F58C-41E8-B906-EF5C80B08D47}" type="presOf" srcId="{6DBA5607-CF9B-4536-864B-5F3ABCD11D64}" destId="{D3DB76FB-E89B-4BFA-9F3D-A2F094F73B17}" srcOrd="1" destOrd="0" presId="urn:microsoft.com/office/officeart/2016/7/layout/BasicLinearProcessNumbered"/>
    <dgm:cxn modelId="{E7FD2819-29D1-4ACF-8F00-152245F694E6}" type="presOf" srcId="{CC44DFED-7D18-4962-A23F-30511BA6478B}" destId="{EBC96DC3-8F21-467E-838E-5EC77702364C}" srcOrd="0" destOrd="0" presId="urn:microsoft.com/office/officeart/2016/7/layout/BasicLinearProcessNumbered"/>
    <dgm:cxn modelId="{E56B2020-B84E-44DC-80F7-8F4733B7C579}" type="presOf" srcId="{7C11908C-B657-4EE5-969F-B35A06413BC1}" destId="{FAF29566-B480-49B7-B708-F0780A9012C5}" srcOrd="0" destOrd="0" presId="urn:microsoft.com/office/officeart/2016/7/layout/BasicLinearProcessNumbered"/>
    <dgm:cxn modelId="{629F3337-94FD-455C-8A05-E16C9BCF457D}" type="presOf" srcId="{52EBE5AF-65BA-48DF-99EF-795FAD2FCAC5}" destId="{65FA82BD-24D8-4891-ACD6-6038695A4706}" srcOrd="0" destOrd="0" presId="urn:microsoft.com/office/officeart/2016/7/layout/BasicLinearProcessNumbered"/>
    <dgm:cxn modelId="{E41F8A46-8DB0-4094-88DB-B6F3A2D62DB0}" srcId="{FA5249B2-C948-4F46-B5E5-A13703336AF2}" destId="{42D90B5A-E98B-4105-8120-7D7C2D2432BD}" srcOrd="2" destOrd="0" parTransId="{5B09C702-56A9-4763-913A-5A22125ACC6D}" sibTransId="{5199F3C1-310A-464E-97A4-442DE8CBADAD}"/>
    <dgm:cxn modelId="{144F116B-201B-4E87-A251-70F61C46F243}" type="presOf" srcId="{FA5249B2-C948-4F46-B5E5-A13703336AF2}" destId="{D0159DBD-D7CC-4A30-ACB9-393FFEB28E95}" srcOrd="0" destOrd="0" presId="urn:microsoft.com/office/officeart/2016/7/layout/BasicLinearProcessNumbered"/>
    <dgm:cxn modelId="{6FDE7A58-8AB2-4F7F-9D38-0E41F63C5ED3}" type="presOf" srcId="{42D90B5A-E98B-4105-8120-7D7C2D2432BD}" destId="{0D1C6A8B-7059-4113-81DA-54E9840D2127}" srcOrd="0" destOrd="0" presId="urn:microsoft.com/office/officeart/2016/7/layout/BasicLinearProcessNumbered"/>
    <dgm:cxn modelId="{4B9C6381-9677-4C54-A2E5-E7F44AB07C67}" type="presOf" srcId="{6DBA5607-CF9B-4536-864B-5F3ABCD11D64}" destId="{EC10BD1C-0FBF-4BC8-93B9-9A2F89EBA200}" srcOrd="0" destOrd="0" presId="urn:microsoft.com/office/officeart/2016/7/layout/BasicLinearProcessNumbered"/>
    <dgm:cxn modelId="{042E36A9-B6FC-4A9F-95DC-AE51DADAE701}" type="presOf" srcId="{CC44DFED-7D18-4962-A23F-30511BA6478B}" destId="{1CB5B043-A715-41DE-ABA2-9A5C5CB2254D}" srcOrd="1" destOrd="0" presId="urn:microsoft.com/office/officeart/2016/7/layout/BasicLinearProcessNumbered"/>
    <dgm:cxn modelId="{DA8E4DAB-7519-4DF7-9CFA-16CB6B966B00}" srcId="{FA5249B2-C948-4F46-B5E5-A13703336AF2}" destId="{6DBA5607-CF9B-4536-864B-5F3ABCD11D64}" srcOrd="1" destOrd="0" parTransId="{13490188-1905-4506-9364-2D03C2E45213}" sibTransId="{928BFE76-E0F3-44BE-B687-BAC6E74DDAA4}"/>
    <dgm:cxn modelId="{90CFB3B4-A18C-4B51-AB99-FF426B60458F}" type="presOf" srcId="{5199F3C1-310A-464E-97A4-442DE8CBADAD}" destId="{B76B0560-488B-402F-9F9E-F4495BFE25C8}" srcOrd="0" destOrd="0" presId="urn:microsoft.com/office/officeart/2016/7/layout/BasicLinearProcessNumbered"/>
    <dgm:cxn modelId="{DEFCAEC4-5C19-402B-8F99-AD5893D01648}" srcId="{FA5249B2-C948-4F46-B5E5-A13703336AF2}" destId="{52EBE5AF-65BA-48DF-99EF-795FAD2FCAC5}" srcOrd="0" destOrd="0" parTransId="{5082B42D-8D9D-4ACD-8D22-CB779C8C2413}" sibTransId="{7C11908C-B657-4EE5-969F-B35A06413BC1}"/>
    <dgm:cxn modelId="{DB0D72C7-82CE-408F-85C9-8192946C22A0}" type="presOf" srcId="{42D90B5A-E98B-4105-8120-7D7C2D2432BD}" destId="{EB005020-E43A-4BFA-A5B8-E3CDC8D6E67A}" srcOrd="1" destOrd="0" presId="urn:microsoft.com/office/officeart/2016/7/layout/BasicLinearProcessNumbered"/>
    <dgm:cxn modelId="{C2720DCA-8D59-450B-BE3B-C4F7F6F625F3}" type="presOf" srcId="{52EBE5AF-65BA-48DF-99EF-795FAD2FCAC5}" destId="{E85869C8-DCD3-4949-AB7E-BC4B5184E984}" srcOrd="1" destOrd="0" presId="urn:microsoft.com/office/officeart/2016/7/layout/BasicLinearProcessNumbered"/>
    <dgm:cxn modelId="{5F95C2F0-263A-4A1E-9A04-055CFDA58B6D}" type="presOf" srcId="{928BFE76-E0F3-44BE-B687-BAC6E74DDAA4}" destId="{699D1463-A4E7-43DE-B950-E9D9B73BDEE9}" srcOrd="0" destOrd="0" presId="urn:microsoft.com/office/officeart/2016/7/layout/BasicLinearProcessNumbered"/>
    <dgm:cxn modelId="{61371AF2-B0E0-44B6-9377-37C982989C7A}" type="presOf" srcId="{F5534AF3-1C08-4D5C-9473-09ADB46D95D1}" destId="{CACB7C91-87B6-42D3-B00D-F67B48919C8D}" srcOrd="0" destOrd="0" presId="urn:microsoft.com/office/officeart/2016/7/layout/BasicLinearProcessNumbered"/>
    <dgm:cxn modelId="{77E23BF3-47C5-4E38-8159-354984805CA3}" srcId="{FA5249B2-C948-4F46-B5E5-A13703336AF2}" destId="{CC44DFED-7D18-4962-A23F-30511BA6478B}" srcOrd="3" destOrd="0" parTransId="{43BADD18-6AAC-43BD-9D0D-745288AED417}" sibTransId="{F5534AF3-1C08-4D5C-9473-09ADB46D95D1}"/>
    <dgm:cxn modelId="{415FC7D6-D077-4A99-9770-C302E0A486DC}" type="presParOf" srcId="{D0159DBD-D7CC-4A30-ACB9-393FFEB28E95}" destId="{4B0E3935-41FC-4025-9F92-4CF08134B86D}" srcOrd="0" destOrd="0" presId="urn:microsoft.com/office/officeart/2016/7/layout/BasicLinearProcessNumbered"/>
    <dgm:cxn modelId="{34FF9D2A-66C5-4303-A6FC-6BCA95256291}" type="presParOf" srcId="{4B0E3935-41FC-4025-9F92-4CF08134B86D}" destId="{65FA82BD-24D8-4891-ACD6-6038695A4706}" srcOrd="0" destOrd="0" presId="urn:microsoft.com/office/officeart/2016/7/layout/BasicLinearProcessNumbered"/>
    <dgm:cxn modelId="{CEDC2023-3382-4CFC-8195-BF183F633A4F}" type="presParOf" srcId="{4B0E3935-41FC-4025-9F92-4CF08134B86D}" destId="{FAF29566-B480-49B7-B708-F0780A9012C5}" srcOrd="1" destOrd="0" presId="urn:microsoft.com/office/officeart/2016/7/layout/BasicLinearProcessNumbered"/>
    <dgm:cxn modelId="{D35E3ADF-F566-44C4-A05E-13A411057657}" type="presParOf" srcId="{4B0E3935-41FC-4025-9F92-4CF08134B86D}" destId="{5DE7FB44-4D97-4EF7-89E1-AD63EB17E41F}" srcOrd="2" destOrd="0" presId="urn:microsoft.com/office/officeart/2016/7/layout/BasicLinearProcessNumbered"/>
    <dgm:cxn modelId="{F4FB00C8-C90F-472A-A876-167FD0DE380C}" type="presParOf" srcId="{4B0E3935-41FC-4025-9F92-4CF08134B86D}" destId="{E85869C8-DCD3-4949-AB7E-BC4B5184E984}" srcOrd="3" destOrd="0" presId="urn:microsoft.com/office/officeart/2016/7/layout/BasicLinearProcessNumbered"/>
    <dgm:cxn modelId="{72DA8E17-467A-403B-8EF8-6693AB8A15AA}" type="presParOf" srcId="{D0159DBD-D7CC-4A30-ACB9-393FFEB28E95}" destId="{E77353EB-C751-46C9-AFA0-43C5F098DD38}" srcOrd="1" destOrd="0" presId="urn:microsoft.com/office/officeart/2016/7/layout/BasicLinearProcessNumbered"/>
    <dgm:cxn modelId="{A6419F3D-0FC0-479E-A8DD-3B1C2C4EE09E}" type="presParOf" srcId="{D0159DBD-D7CC-4A30-ACB9-393FFEB28E95}" destId="{EA2E1C91-B8A7-4267-9D54-B73767D9C253}" srcOrd="2" destOrd="0" presId="urn:microsoft.com/office/officeart/2016/7/layout/BasicLinearProcessNumbered"/>
    <dgm:cxn modelId="{61255745-A079-4D96-9444-63C8631860DA}" type="presParOf" srcId="{EA2E1C91-B8A7-4267-9D54-B73767D9C253}" destId="{EC10BD1C-0FBF-4BC8-93B9-9A2F89EBA200}" srcOrd="0" destOrd="0" presId="urn:microsoft.com/office/officeart/2016/7/layout/BasicLinearProcessNumbered"/>
    <dgm:cxn modelId="{E13C0C50-F5AB-41FC-8B82-54D669CDE573}" type="presParOf" srcId="{EA2E1C91-B8A7-4267-9D54-B73767D9C253}" destId="{699D1463-A4E7-43DE-B950-E9D9B73BDEE9}" srcOrd="1" destOrd="0" presId="urn:microsoft.com/office/officeart/2016/7/layout/BasicLinearProcessNumbered"/>
    <dgm:cxn modelId="{0067D05D-31C9-4BE8-93C6-31ECF3883D11}" type="presParOf" srcId="{EA2E1C91-B8A7-4267-9D54-B73767D9C253}" destId="{7CFBE8A0-023B-437F-BC78-BBEF31915B7E}" srcOrd="2" destOrd="0" presId="urn:microsoft.com/office/officeart/2016/7/layout/BasicLinearProcessNumbered"/>
    <dgm:cxn modelId="{46104D04-A97A-48A4-B87D-2B0C40F45E51}" type="presParOf" srcId="{EA2E1C91-B8A7-4267-9D54-B73767D9C253}" destId="{D3DB76FB-E89B-4BFA-9F3D-A2F094F73B17}" srcOrd="3" destOrd="0" presId="urn:microsoft.com/office/officeart/2016/7/layout/BasicLinearProcessNumbered"/>
    <dgm:cxn modelId="{C96ED925-012F-4EFB-AEC2-D329D42D7089}" type="presParOf" srcId="{D0159DBD-D7CC-4A30-ACB9-393FFEB28E95}" destId="{586CE81D-A4A6-4764-A5BE-06CB6080EF45}" srcOrd="3" destOrd="0" presId="urn:microsoft.com/office/officeart/2016/7/layout/BasicLinearProcessNumbered"/>
    <dgm:cxn modelId="{24B93339-63C7-4DEA-9C09-2A4B017E3497}" type="presParOf" srcId="{D0159DBD-D7CC-4A30-ACB9-393FFEB28E95}" destId="{5563CB1B-9198-4E92-B7EE-4A9208AB5162}" srcOrd="4" destOrd="0" presId="urn:microsoft.com/office/officeart/2016/7/layout/BasicLinearProcessNumbered"/>
    <dgm:cxn modelId="{E05B5AFF-E44A-4BF6-B9C1-95F0A7CF3D60}" type="presParOf" srcId="{5563CB1B-9198-4E92-B7EE-4A9208AB5162}" destId="{0D1C6A8B-7059-4113-81DA-54E9840D2127}" srcOrd="0" destOrd="0" presId="urn:microsoft.com/office/officeart/2016/7/layout/BasicLinearProcessNumbered"/>
    <dgm:cxn modelId="{13723372-65A3-4C31-A4F5-006D03C6842D}" type="presParOf" srcId="{5563CB1B-9198-4E92-B7EE-4A9208AB5162}" destId="{B76B0560-488B-402F-9F9E-F4495BFE25C8}" srcOrd="1" destOrd="0" presId="urn:microsoft.com/office/officeart/2016/7/layout/BasicLinearProcessNumbered"/>
    <dgm:cxn modelId="{D097A3EE-A05E-4A9D-AD82-B462FE483E86}" type="presParOf" srcId="{5563CB1B-9198-4E92-B7EE-4A9208AB5162}" destId="{62BA2B85-BADF-4BCC-AA5D-3153B9F38655}" srcOrd="2" destOrd="0" presId="urn:microsoft.com/office/officeart/2016/7/layout/BasicLinearProcessNumbered"/>
    <dgm:cxn modelId="{7669FDAA-90D5-4994-865F-0211957D5E99}" type="presParOf" srcId="{5563CB1B-9198-4E92-B7EE-4A9208AB5162}" destId="{EB005020-E43A-4BFA-A5B8-E3CDC8D6E67A}" srcOrd="3" destOrd="0" presId="urn:microsoft.com/office/officeart/2016/7/layout/BasicLinearProcessNumbered"/>
    <dgm:cxn modelId="{D7ED738E-A2F2-46B3-A72E-289B822235EB}" type="presParOf" srcId="{D0159DBD-D7CC-4A30-ACB9-393FFEB28E95}" destId="{F13C2D96-DF72-4D9B-ADBA-E89647A6435A}" srcOrd="5" destOrd="0" presId="urn:microsoft.com/office/officeart/2016/7/layout/BasicLinearProcessNumbered"/>
    <dgm:cxn modelId="{6617746C-D71C-4879-87A4-3E32E831A29F}" type="presParOf" srcId="{D0159DBD-D7CC-4A30-ACB9-393FFEB28E95}" destId="{CAFD13D1-12EC-41CF-A090-B1938B9E0CE8}" srcOrd="6" destOrd="0" presId="urn:microsoft.com/office/officeart/2016/7/layout/BasicLinearProcessNumbered"/>
    <dgm:cxn modelId="{C585D535-5B6F-498C-A7CB-7D4C5B5B761D}" type="presParOf" srcId="{CAFD13D1-12EC-41CF-A090-B1938B9E0CE8}" destId="{EBC96DC3-8F21-467E-838E-5EC77702364C}" srcOrd="0" destOrd="0" presId="urn:microsoft.com/office/officeart/2016/7/layout/BasicLinearProcessNumbered"/>
    <dgm:cxn modelId="{4C5E437B-C193-4935-BC79-9AE654650F8F}" type="presParOf" srcId="{CAFD13D1-12EC-41CF-A090-B1938B9E0CE8}" destId="{CACB7C91-87B6-42D3-B00D-F67B48919C8D}" srcOrd="1" destOrd="0" presId="urn:microsoft.com/office/officeart/2016/7/layout/BasicLinearProcessNumbered"/>
    <dgm:cxn modelId="{C3BA7AE8-7AE0-41F9-BED3-73B24660D11E}" type="presParOf" srcId="{CAFD13D1-12EC-41CF-A090-B1938B9E0CE8}" destId="{ACF919CE-B859-421D-BE64-98699B909798}" srcOrd="2" destOrd="0" presId="urn:microsoft.com/office/officeart/2016/7/layout/BasicLinearProcessNumbered"/>
    <dgm:cxn modelId="{4FEB780F-6D23-44D5-92AC-B8D40771DCDA}" type="presParOf" srcId="{CAFD13D1-12EC-41CF-A090-B1938B9E0CE8}" destId="{1CB5B043-A715-41DE-ABA2-9A5C5CB2254D}"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5452001-6A1D-4A46-B794-70F368787186}" type="doc">
      <dgm:prSet loTypeId="urn:microsoft.com/office/officeart/2016/7/layout/VerticalSolidActionList" loCatId="List" qsTypeId="urn:microsoft.com/office/officeart/2005/8/quickstyle/simple1" qsCatId="simple" csTypeId="urn:microsoft.com/office/officeart/2005/8/colors/colorful1" csCatId="colorful" phldr="1"/>
      <dgm:spPr/>
      <dgm:t>
        <a:bodyPr/>
        <a:lstStyle/>
        <a:p>
          <a:endParaRPr lang="en-US"/>
        </a:p>
      </dgm:t>
    </dgm:pt>
    <dgm:pt modelId="{DB49918C-9412-4795-8F0F-A27A93D72003}">
      <dgm:prSet custT="1"/>
      <dgm:spPr/>
      <dgm:t>
        <a:bodyPr/>
        <a:lstStyle/>
        <a:p>
          <a:pPr algn="l"/>
          <a:r>
            <a:rPr lang="en-US" sz="1800"/>
            <a:t>1.For Maximum Accuracy:</a:t>
          </a:r>
        </a:p>
      </dgm:t>
    </dgm:pt>
    <dgm:pt modelId="{E3D5B291-1802-49B4-9577-779FAF4A8A5E}" type="parTrans" cxnId="{F1501CC0-41A9-464A-9F12-BA329C608E85}">
      <dgm:prSet/>
      <dgm:spPr/>
      <dgm:t>
        <a:bodyPr/>
        <a:lstStyle/>
        <a:p>
          <a:endParaRPr lang="en-US"/>
        </a:p>
      </dgm:t>
    </dgm:pt>
    <dgm:pt modelId="{E2A700F8-F7C3-4787-ADA0-7C970C85B218}" type="sibTrans" cxnId="{F1501CC0-41A9-464A-9F12-BA329C608E85}">
      <dgm:prSet/>
      <dgm:spPr/>
      <dgm:t>
        <a:bodyPr/>
        <a:lstStyle/>
        <a:p>
          <a:endParaRPr lang="en-US"/>
        </a:p>
      </dgm:t>
    </dgm:pt>
    <dgm:pt modelId="{BE312C19-0ED0-4D3A-B68B-D9695677A6D2}">
      <dgm:prSet custT="1"/>
      <dgm:spPr/>
      <dgm:t>
        <a:bodyPr/>
        <a:lstStyle/>
        <a:p>
          <a:r>
            <a:rPr lang="en-US" sz="1600" b="1"/>
            <a:t>Choose XGBoost: </a:t>
          </a:r>
          <a:r>
            <a:rPr lang="en-US" sz="1600"/>
            <a:t>The clear winner in accuracy, ideal for critical tasks where prediction precision is paramount</a:t>
          </a:r>
        </a:p>
      </dgm:t>
    </dgm:pt>
    <dgm:pt modelId="{77E92A07-0A0E-4EBC-90CE-E55B040C3A2C}" type="parTrans" cxnId="{5449D0FE-3153-4FCD-9016-10E572EEEA62}">
      <dgm:prSet/>
      <dgm:spPr/>
      <dgm:t>
        <a:bodyPr/>
        <a:lstStyle/>
        <a:p>
          <a:endParaRPr lang="en-US"/>
        </a:p>
      </dgm:t>
    </dgm:pt>
    <dgm:pt modelId="{ADC0DA74-DBC5-4BBF-850F-6FDDB36AF566}" type="sibTrans" cxnId="{5449D0FE-3153-4FCD-9016-10E572EEEA62}">
      <dgm:prSet/>
      <dgm:spPr/>
      <dgm:t>
        <a:bodyPr/>
        <a:lstStyle/>
        <a:p>
          <a:endParaRPr lang="en-US"/>
        </a:p>
      </dgm:t>
    </dgm:pt>
    <dgm:pt modelId="{D3B0DA4E-6DB7-40FA-A56F-658E535178C5}">
      <dgm:prSet custT="1"/>
      <dgm:spPr/>
      <dgm:t>
        <a:bodyPr/>
        <a:lstStyle/>
        <a:p>
          <a:r>
            <a:rPr lang="en-US" sz="1600" b="1"/>
            <a:t>limitation</a:t>
          </a:r>
          <a:r>
            <a:rPr lang="en-US" sz="1600"/>
            <a:t>: longer training time and resource consumption.</a:t>
          </a:r>
        </a:p>
      </dgm:t>
    </dgm:pt>
    <dgm:pt modelId="{9761A155-9CFB-40BB-A795-EE596416D18D}" type="parTrans" cxnId="{3016D4C6-C047-4E4D-8858-E9E0DC2322EB}">
      <dgm:prSet/>
      <dgm:spPr/>
      <dgm:t>
        <a:bodyPr/>
        <a:lstStyle/>
        <a:p>
          <a:endParaRPr lang="en-US"/>
        </a:p>
      </dgm:t>
    </dgm:pt>
    <dgm:pt modelId="{7FBF680B-C413-4B2F-9B7F-1FEA1702524F}" type="sibTrans" cxnId="{3016D4C6-C047-4E4D-8858-E9E0DC2322EB}">
      <dgm:prSet/>
      <dgm:spPr/>
      <dgm:t>
        <a:bodyPr/>
        <a:lstStyle/>
        <a:p>
          <a:endParaRPr lang="en-US"/>
        </a:p>
      </dgm:t>
    </dgm:pt>
    <dgm:pt modelId="{5B4E3513-5DA2-474F-824A-D364D559E5F9}">
      <dgm:prSet custT="1"/>
      <dgm:spPr/>
      <dgm:t>
        <a:bodyPr/>
        <a:lstStyle/>
        <a:p>
          <a:pPr algn="l"/>
          <a:r>
            <a:rPr lang="en-US" sz="1800" kern="1200"/>
            <a:t>2</a:t>
          </a:r>
          <a:r>
            <a:rPr lang="en-US" sz="1800" kern="1200">
              <a:latin typeface="Avenir Next LT Pro"/>
              <a:ea typeface="+mn-ea"/>
              <a:cs typeface="+mn-cs"/>
            </a:rPr>
            <a:t>.For Balance Between Accuracy and Speed:</a:t>
          </a:r>
        </a:p>
      </dgm:t>
    </dgm:pt>
    <dgm:pt modelId="{9FC06BBE-1557-43EA-B2E5-A2611AF50FEA}" type="parTrans" cxnId="{BCD9F9D9-F71D-4A35-8AAF-4EC0E661F780}">
      <dgm:prSet/>
      <dgm:spPr/>
      <dgm:t>
        <a:bodyPr/>
        <a:lstStyle/>
        <a:p>
          <a:endParaRPr lang="en-US"/>
        </a:p>
      </dgm:t>
    </dgm:pt>
    <dgm:pt modelId="{FA72C284-4103-411A-A192-96EB12F3BFE9}" type="sibTrans" cxnId="{BCD9F9D9-F71D-4A35-8AAF-4EC0E661F780}">
      <dgm:prSet/>
      <dgm:spPr/>
      <dgm:t>
        <a:bodyPr/>
        <a:lstStyle/>
        <a:p>
          <a:endParaRPr lang="en-US"/>
        </a:p>
      </dgm:t>
    </dgm:pt>
    <dgm:pt modelId="{E6B6E405-99A7-45CB-A7CC-DD1B3BE0E56C}">
      <dgm:prSet custT="1"/>
      <dgm:spPr/>
      <dgm:t>
        <a:bodyPr/>
        <a:lstStyle/>
        <a:p>
          <a:r>
            <a:rPr lang="en-US" sz="1600" b="1"/>
            <a:t>Choose Random Forest: </a:t>
          </a:r>
          <a:r>
            <a:rPr lang="en-US" sz="1600"/>
            <a:t>Provides near-XGBoost accuracy with significantly less computational cost, making it suitable for a wide range of scenarios.</a:t>
          </a:r>
        </a:p>
      </dgm:t>
    </dgm:pt>
    <dgm:pt modelId="{EF4F2678-B2F3-4B4B-936B-C0565AECB2EE}" type="parTrans" cxnId="{254F796F-16D7-44B4-9A19-E98AE1FA1FFD}">
      <dgm:prSet/>
      <dgm:spPr/>
      <dgm:t>
        <a:bodyPr/>
        <a:lstStyle/>
        <a:p>
          <a:endParaRPr lang="en-US"/>
        </a:p>
      </dgm:t>
    </dgm:pt>
    <dgm:pt modelId="{FDABD52E-5FFC-4B9B-80E1-1162822585B8}" type="sibTrans" cxnId="{254F796F-16D7-44B4-9A19-E98AE1FA1FFD}">
      <dgm:prSet/>
      <dgm:spPr/>
      <dgm:t>
        <a:bodyPr/>
        <a:lstStyle/>
        <a:p>
          <a:endParaRPr lang="en-US"/>
        </a:p>
      </dgm:t>
    </dgm:pt>
    <dgm:pt modelId="{A504A0AF-7F9D-46C9-87DA-AA5AD609A13C}">
      <dgm:prSet custT="1"/>
      <dgm:spPr/>
      <dgm:t>
        <a:bodyPr/>
        <a:lstStyle/>
        <a:p>
          <a:pPr algn="l"/>
          <a:r>
            <a:rPr lang="en-US" sz="1800"/>
            <a:t>3.For Interpretability &amp; Moderate Accuracy:</a:t>
          </a:r>
        </a:p>
      </dgm:t>
    </dgm:pt>
    <dgm:pt modelId="{80A98A22-2FBB-4C0E-B896-6A451944B886}" type="parTrans" cxnId="{35B021DF-1BD6-4F2C-9BAE-AA78DA7EA104}">
      <dgm:prSet/>
      <dgm:spPr/>
      <dgm:t>
        <a:bodyPr/>
        <a:lstStyle/>
        <a:p>
          <a:endParaRPr lang="en-US"/>
        </a:p>
      </dgm:t>
    </dgm:pt>
    <dgm:pt modelId="{AACBA9B8-D3DC-4077-8EF7-49F28366C2B5}" type="sibTrans" cxnId="{35B021DF-1BD6-4F2C-9BAE-AA78DA7EA104}">
      <dgm:prSet/>
      <dgm:spPr/>
      <dgm:t>
        <a:bodyPr/>
        <a:lstStyle/>
        <a:p>
          <a:endParaRPr lang="en-US"/>
        </a:p>
      </dgm:t>
    </dgm:pt>
    <dgm:pt modelId="{83C0A989-0DE7-452C-B1DC-D55ECF03B80B}">
      <dgm:prSet custT="1"/>
      <dgm:spPr/>
      <dgm:t>
        <a:bodyPr/>
        <a:lstStyle/>
        <a:p>
          <a:r>
            <a:rPr lang="en-US" sz="1600" b="1"/>
            <a:t>Choose Logistic Regression or SVM:</a:t>
          </a:r>
          <a:r>
            <a:rPr lang="en-US" sz="1600"/>
            <a:t> Both models strike a balance between performance and simplicity, ideal for applications requiring interpretable models or quicker deployment.</a:t>
          </a:r>
        </a:p>
      </dgm:t>
    </dgm:pt>
    <dgm:pt modelId="{764D8589-3F3D-4CDC-B9C7-CA734A9D48FA}" type="parTrans" cxnId="{F5C508CD-3F1E-4BFC-BDC7-FAD9767ED2A7}">
      <dgm:prSet/>
      <dgm:spPr/>
      <dgm:t>
        <a:bodyPr/>
        <a:lstStyle/>
        <a:p>
          <a:endParaRPr lang="en-US"/>
        </a:p>
      </dgm:t>
    </dgm:pt>
    <dgm:pt modelId="{1D37064B-2397-4FF7-8885-F3A45F400A15}" type="sibTrans" cxnId="{F5C508CD-3F1E-4BFC-BDC7-FAD9767ED2A7}">
      <dgm:prSet/>
      <dgm:spPr/>
      <dgm:t>
        <a:bodyPr/>
        <a:lstStyle/>
        <a:p>
          <a:endParaRPr lang="en-US"/>
        </a:p>
      </dgm:t>
    </dgm:pt>
    <dgm:pt modelId="{EC915BCF-5A63-4A0A-A2BF-C587ABD2B24A}">
      <dgm:prSet custT="1"/>
      <dgm:spPr/>
      <dgm:t>
        <a:bodyPr/>
        <a:lstStyle/>
        <a:p>
          <a:pPr algn="l"/>
          <a:r>
            <a:rPr lang="en-US" sz="1800"/>
            <a:t>4.For Speed with Limited Accuracy:</a:t>
          </a:r>
        </a:p>
      </dgm:t>
    </dgm:pt>
    <dgm:pt modelId="{EC7DB5D6-C98C-4907-B977-E741C5190B74}" type="parTrans" cxnId="{1C4C28A3-1797-44F3-AE79-E51C7FBB1D5A}">
      <dgm:prSet/>
      <dgm:spPr/>
      <dgm:t>
        <a:bodyPr/>
        <a:lstStyle/>
        <a:p>
          <a:endParaRPr lang="en-US"/>
        </a:p>
      </dgm:t>
    </dgm:pt>
    <dgm:pt modelId="{25262588-A678-4495-9632-EC77582DFDAD}" type="sibTrans" cxnId="{1C4C28A3-1797-44F3-AE79-E51C7FBB1D5A}">
      <dgm:prSet/>
      <dgm:spPr/>
      <dgm:t>
        <a:bodyPr/>
        <a:lstStyle/>
        <a:p>
          <a:endParaRPr lang="en-US"/>
        </a:p>
      </dgm:t>
    </dgm:pt>
    <dgm:pt modelId="{1B947FA4-54F0-49B0-B2FD-74FEF2A7701F}">
      <dgm:prSet custT="1"/>
      <dgm:spPr/>
      <dgm:t>
        <a:bodyPr/>
        <a:lstStyle/>
        <a:p>
          <a:r>
            <a:rPr lang="en-US" sz="1600" b="1"/>
            <a:t>Choose KNN: </a:t>
          </a:r>
          <a:r>
            <a:rPr lang="en-US" sz="1600"/>
            <a:t>Useful in scenarios where computational speed is critical, but its low accuracy limits its applicability.</a:t>
          </a:r>
        </a:p>
      </dgm:t>
    </dgm:pt>
    <dgm:pt modelId="{865962C6-2261-4DC6-8F74-69DE46EB2294}" type="parTrans" cxnId="{DF2EE12A-F73E-4160-95D4-BF6169A77757}">
      <dgm:prSet/>
      <dgm:spPr/>
      <dgm:t>
        <a:bodyPr/>
        <a:lstStyle/>
        <a:p>
          <a:endParaRPr lang="en-US"/>
        </a:p>
      </dgm:t>
    </dgm:pt>
    <dgm:pt modelId="{13F7ED6C-A347-4DB4-B67A-6BF7A407EDA8}" type="sibTrans" cxnId="{DF2EE12A-F73E-4160-95D4-BF6169A77757}">
      <dgm:prSet/>
      <dgm:spPr/>
      <dgm:t>
        <a:bodyPr/>
        <a:lstStyle/>
        <a:p>
          <a:endParaRPr lang="en-US"/>
        </a:p>
      </dgm:t>
    </dgm:pt>
    <dgm:pt modelId="{4174656B-4887-412C-B957-DECDF05518D0}" type="pres">
      <dgm:prSet presAssocID="{E5452001-6A1D-4A46-B794-70F368787186}" presName="Name0" presStyleCnt="0">
        <dgm:presLayoutVars>
          <dgm:dir/>
          <dgm:animLvl val="lvl"/>
          <dgm:resizeHandles val="exact"/>
        </dgm:presLayoutVars>
      </dgm:prSet>
      <dgm:spPr/>
    </dgm:pt>
    <dgm:pt modelId="{58BBCCBE-866F-4BF1-B00A-FDCEF570C07A}" type="pres">
      <dgm:prSet presAssocID="{DB49918C-9412-4795-8F0F-A27A93D72003}" presName="linNode" presStyleCnt="0"/>
      <dgm:spPr/>
    </dgm:pt>
    <dgm:pt modelId="{3DBC1274-A0BC-4B0B-BF46-D0672D40AED1}" type="pres">
      <dgm:prSet presAssocID="{DB49918C-9412-4795-8F0F-A27A93D72003}" presName="parentText" presStyleLbl="alignNode1" presStyleIdx="0" presStyleCnt="4" custScaleX="116098">
        <dgm:presLayoutVars>
          <dgm:chMax val="1"/>
          <dgm:bulletEnabled/>
        </dgm:presLayoutVars>
      </dgm:prSet>
      <dgm:spPr/>
    </dgm:pt>
    <dgm:pt modelId="{615D19D9-A074-474E-9E51-920C3BA7B189}" type="pres">
      <dgm:prSet presAssocID="{DB49918C-9412-4795-8F0F-A27A93D72003}" presName="descendantText" presStyleLbl="alignAccFollowNode1" presStyleIdx="0" presStyleCnt="4">
        <dgm:presLayoutVars>
          <dgm:bulletEnabled/>
        </dgm:presLayoutVars>
      </dgm:prSet>
      <dgm:spPr/>
    </dgm:pt>
    <dgm:pt modelId="{2B2255BC-43E6-4367-9689-36C1DC4E6B8F}" type="pres">
      <dgm:prSet presAssocID="{E2A700F8-F7C3-4787-ADA0-7C970C85B218}" presName="sp" presStyleCnt="0"/>
      <dgm:spPr/>
    </dgm:pt>
    <dgm:pt modelId="{61366ED8-2DE5-47F8-94BE-F390CA5A0438}" type="pres">
      <dgm:prSet presAssocID="{5B4E3513-5DA2-474F-824A-D364D559E5F9}" presName="linNode" presStyleCnt="0"/>
      <dgm:spPr/>
    </dgm:pt>
    <dgm:pt modelId="{DEC05236-EE53-434A-8D2C-A07F3E74166A}" type="pres">
      <dgm:prSet presAssocID="{5B4E3513-5DA2-474F-824A-D364D559E5F9}" presName="parentText" presStyleLbl="alignNode1" presStyleIdx="1" presStyleCnt="4" custScaleX="116982" custScaleY="108798">
        <dgm:presLayoutVars>
          <dgm:chMax val="1"/>
          <dgm:bulletEnabled/>
        </dgm:presLayoutVars>
      </dgm:prSet>
      <dgm:spPr/>
    </dgm:pt>
    <dgm:pt modelId="{DBD5BA3C-70E3-41B5-8F5F-8AE695E21034}" type="pres">
      <dgm:prSet presAssocID="{5B4E3513-5DA2-474F-824A-D364D559E5F9}" presName="descendantText" presStyleLbl="alignAccFollowNode1" presStyleIdx="1" presStyleCnt="4" custScaleY="109369">
        <dgm:presLayoutVars>
          <dgm:bulletEnabled/>
        </dgm:presLayoutVars>
      </dgm:prSet>
      <dgm:spPr/>
    </dgm:pt>
    <dgm:pt modelId="{3FDEC3F1-86C2-461A-9B73-9A9065131F36}" type="pres">
      <dgm:prSet presAssocID="{FA72C284-4103-411A-A192-96EB12F3BFE9}" presName="sp" presStyleCnt="0"/>
      <dgm:spPr/>
    </dgm:pt>
    <dgm:pt modelId="{43E5E401-26ED-4423-B8E1-8DF438154F54}" type="pres">
      <dgm:prSet presAssocID="{A504A0AF-7F9D-46C9-87DA-AA5AD609A13C}" presName="linNode" presStyleCnt="0"/>
      <dgm:spPr/>
    </dgm:pt>
    <dgm:pt modelId="{6B8162A0-6907-40B1-8DBD-84275379615A}" type="pres">
      <dgm:prSet presAssocID="{A504A0AF-7F9D-46C9-87DA-AA5AD609A13C}" presName="parentText" presStyleLbl="alignNode1" presStyleIdx="2" presStyleCnt="4" custScaleX="113135" custScaleY="83517">
        <dgm:presLayoutVars>
          <dgm:chMax val="1"/>
          <dgm:bulletEnabled/>
        </dgm:presLayoutVars>
      </dgm:prSet>
      <dgm:spPr/>
    </dgm:pt>
    <dgm:pt modelId="{3D892DCF-FDFB-4924-A5A3-658BA72035C7}" type="pres">
      <dgm:prSet presAssocID="{A504A0AF-7F9D-46C9-87DA-AA5AD609A13C}" presName="descendantText" presStyleLbl="alignAccFollowNode1" presStyleIdx="2" presStyleCnt="4" custScaleX="97071" custScaleY="82395" custLinFactNeighborX="1010" custLinFactNeighborY="152">
        <dgm:presLayoutVars>
          <dgm:bulletEnabled/>
        </dgm:presLayoutVars>
      </dgm:prSet>
      <dgm:spPr/>
    </dgm:pt>
    <dgm:pt modelId="{48A37788-FC53-4E7E-B1DA-314C97D89620}" type="pres">
      <dgm:prSet presAssocID="{AACBA9B8-D3DC-4077-8EF7-49F28366C2B5}" presName="sp" presStyleCnt="0"/>
      <dgm:spPr/>
    </dgm:pt>
    <dgm:pt modelId="{82BA9E76-1903-4CB8-9119-9C190186EFBC}" type="pres">
      <dgm:prSet presAssocID="{EC915BCF-5A63-4A0A-A2BF-C587ABD2B24A}" presName="linNode" presStyleCnt="0"/>
      <dgm:spPr/>
    </dgm:pt>
    <dgm:pt modelId="{8824EAA9-CA37-4C2D-9B18-CD43A0E6CFFC}" type="pres">
      <dgm:prSet presAssocID="{EC915BCF-5A63-4A0A-A2BF-C587ABD2B24A}" presName="parentText" presStyleLbl="alignNode1" presStyleIdx="3" presStyleCnt="4" custScaleX="114949">
        <dgm:presLayoutVars>
          <dgm:chMax val="1"/>
          <dgm:bulletEnabled/>
        </dgm:presLayoutVars>
      </dgm:prSet>
      <dgm:spPr/>
    </dgm:pt>
    <dgm:pt modelId="{6E2D2524-BD3E-43A2-9B76-C598381CAA75}" type="pres">
      <dgm:prSet presAssocID="{EC915BCF-5A63-4A0A-A2BF-C587ABD2B24A}" presName="descendantText" presStyleLbl="alignAccFollowNode1" presStyleIdx="3" presStyleCnt="4">
        <dgm:presLayoutVars>
          <dgm:bulletEnabled/>
        </dgm:presLayoutVars>
      </dgm:prSet>
      <dgm:spPr/>
    </dgm:pt>
  </dgm:ptLst>
  <dgm:cxnLst>
    <dgm:cxn modelId="{3BF89C03-54CC-4EF4-8F40-DB55738B9AAA}" type="presOf" srcId="{5B4E3513-5DA2-474F-824A-D364D559E5F9}" destId="{DEC05236-EE53-434A-8D2C-A07F3E74166A}" srcOrd="0" destOrd="0" presId="urn:microsoft.com/office/officeart/2016/7/layout/VerticalSolidActionList"/>
    <dgm:cxn modelId="{D12F030A-E9BC-496F-B4C7-E5C6CDF97EA6}" type="presOf" srcId="{A504A0AF-7F9D-46C9-87DA-AA5AD609A13C}" destId="{6B8162A0-6907-40B1-8DBD-84275379615A}" srcOrd="0" destOrd="0" presId="urn:microsoft.com/office/officeart/2016/7/layout/VerticalSolidActionList"/>
    <dgm:cxn modelId="{3B0B2E0F-D8D6-430B-97B6-25176D1598D2}" type="presOf" srcId="{83C0A989-0DE7-452C-B1DC-D55ECF03B80B}" destId="{3D892DCF-FDFB-4924-A5A3-658BA72035C7}" srcOrd="0" destOrd="0" presId="urn:microsoft.com/office/officeart/2016/7/layout/VerticalSolidActionList"/>
    <dgm:cxn modelId="{95CDDE19-80F7-4F63-BF26-F07B66C0F600}" type="presOf" srcId="{E6B6E405-99A7-45CB-A7CC-DD1B3BE0E56C}" destId="{DBD5BA3C-70E3-41B5-8F5F-8AE695E21034}" srcOrd="0" destOrd="0" presId="urn:microsoft.com/office/officeart/2016/7/layout/VerticalSolidActionList"/>
    <dgm:cxn modelId="{92C09A29-7EE2-4ABA-9DCC-6CED72DF01C7}" type="presOf" srcId="{BE312C19-0ED0-4D3A-B68B-D9695677A6D2}" destId="{615D19D9-A074-474E-9E51-920C3BA7B189}" srcOrd="0" destOrd="0" presId="urn:microsoft.com/office/officeart/2016/7/layout/VerticalSolidActionList"/>
    <dgm:cxn modelId="{DF2EE12A-F73E-4160-95D4-BF6169A77757}" srcId="{EC915BCF-5A63-4A0A-A2BF-C587ABD2B24A}" destId="{1B947FA4-54F0-49B0-B2FD-74FEF2A7701F}" srcOrd="0" destOrd="0" parTransId="{865962C6-2261-4DC6-8F74-69DE46EB2294}" sibTransId="{13F7ED6C-A347-4DB4-B67A-6BF7A407EDA8}"/>
    <dgm:cxn modelId="{10767335-C2B9-4D1B-AA4D-543D6F2CE15C}" type="presOf" srcId="{DB49918C-9412-4795-8F0F-A27A93D72003}" destId="{3DBC1274-A0BC-4B0B-BF46-D0672D40AED1}" srcOrd="0" destOrd="0" presId="urn:microsoft.com/office/officeart/2016/7/layout/VerticalSolidActionList"/>
    <dgm:cxn modelId="{8A3D9265-1A28-4B19-9186-9F99923C2774}" type="presOf" srcId="{D3B0DA4E-6DB7-40FA-A56F-658E535178C5}" destId="{615D19D9-A074-474E-9E51-920C3BA7B189}" srcOrd="0" destOrd="1" presId="urn:microsoft.com/office/officeart/2016/7/layout/VerticalSolidActionList"/>
    <dgm:cxn modelId="{254F796F-16D7-44B4-9A19-E98AE1FA1FFD}" srcId="{5B4E3513-5DA2-474F-824A-D364D559E5F9}" destId="{E6B6E405-99A7-45CB-A7CC-DD1B3BE0E56C}" srcOrd="0" destOrd="0" parTransId="{EF4F2678-B2F3-4B4B-936B-C0565AECB2EE}" sibTransId="{FDABD52E-5FFC-4B9B-80E1-1162822585B8}"/>
    <dgm:cxn modelId="{EACDC97D-63B7-4015-A98C-E4B96D6A7AD3}" type="presOf" srcId="{E5452001-6A1D-4A46-B794-70F368787186}" destId="{4174656B-4887-412C-B957-DECDF05518D0}" srcOrd="0" destOrd="0" presId="urn:microsoft.com/office/officeart/2016/7/layout/VerticalSolidActionList"/>
    <dgm:cxn modelId="{B1097490-6CC2-4A5D-9CEC-C5F8F9426D9A}" type="presOf" srcId="{1B947FA4-54F0-49B0-B2FD-74FEF2A7701F}" destId="{6E2D2524-BD3E-43A2-9B76-C598381CAA75}" srcOrd="0" destOrd="0" presId="urn:microsoft.com/office/officeart/2016/7/layout/VerticalSolidActionList"/>
    <dgm:cxn modelId="{1C4C28A3-1797-44F3-AE79-E51C7FBB1D5A}" srcId="{E5452001-6A1D-4A46-B794-70F368787186}" destId="{EC915BCF-5A63-4A0A-A2BF-C587ABD2B24A}" srcOrd="3" destOrd="0" parTransId="{EC7DB5D6-C98C-4907-B977-E741C5190B74}" sibTransId="{25262588-A678-4495-9632-EC77582DFDAD}"/>
    <dgm:cxn modelId="{F1501CC0-41A9-464A-9F12-BA329C608E85}" srcId="{E5452001-6A1D-4A46-B794-70F368787186}" destId="{DB49918C-9412-4795-8F0F-A27A93D72003}" srcOrd="0" destOrd="0" parTransId="{E3D5B291-1802-49B4-9577-779FAF4A8A5E}" sibTransId="{E2A700F8-F7C3-4787-ADA0-7C970C85B218}"/>
    <dgm:cxn modelId="{3016D4C6-C047-4E4D-8858-E9E0DC2322EB}" srcId="{DB49918C-9412-4795-8F0F-A27A93D72003}" destId="{D3B0DA4E-6DB7-40FA-A56F-658E535178C5}" srcOrd="1" destOrd="0" parTransId="{9761A155-9CFB-40BB-A795-EE596416D18D}" sibTransId="{7FBF680B-C413-4B2F-9B7F-1FEA1702524F}"/>
    <dgm:cxn modelId="{F5C508CD-3F1E-4BFC-BDC7-FAD9767ED2A7}" srcId="{A504A0AF-7F9D-46C9-87DA-AA5AD609A13C}" destId="{83C0A989-0DE7-452C-B1DC-D55ECF03B80B}" srcOrd="0" destOrd="0" parTransId="{764D8589-3F3D-4CDC-B9C7-CA734A9D48FA}" sibTransId="{1D37064B-2397-4FF7-8885-F3A45F400A15}"/>
    <dgm:cxn modelId="{BCD9F9D9-F71D-4A35-8AAF-4EC0E661F780}" srcId="{E5452001-6A1D-4A46-B794-70F368787186}" destId="{5B4E3513-5DA2-474F-824A-D364D559E5F9}" srcOrd="1" destOrd="0" parTransId="{9FC06BBE-1557-43EA-B2E5-A2611AF50FEA}" sibTransId="{FA72C284-4103-411A-A192-96EB12F3BFE9}"/>
    <dgm:cxn modelId="{DED4C3DD-1F5E-4914-8955-348F8F46E9CE}" type="presOf" srcId="{EC915BCF-5A63-4A0A-A2BF-C587ABD2B24A}" destId="{8824EAA9-CA37-4C2D-9B18-CD43A0E6CFFC}" srcOrd="0" destOrd="0" presId="urn:microsoft.com/office/officeart/2016/7/layout/VerticalSolidActionList"/>
    <dgm:cxn modelId="{35B021DF-1BD6-4F2C-9BAE-AA78DA7EA104}" srcId="{E5452001-6A1D-4A46-B794-70F368787186}" destId="{A504A0AF-7F9D-46C9-87DA-AA5AD609A13C}" srcOrd="2" destOrd="0" parTransId="{80A98A22-2FBB-4C0E-B896-6A451944B886}" sibTransId="{AACBA9B8-D3DC-4077-8EF7-49F28366C2B5}"/>
    <dgm:cxn modelId="{5449D0FE-3153-4FCD-9016-10E572EEEA62}" srcId="{DB49918C-9412-4795-8F0F-A27A93D72003}" destId="{BE312C19-0ED0-4D3A-B68B-D9695677A6D2}" srcOrd="0" destOrd="0" parTransId="{77E92A07-0A0E-4EBC-90CE-E55B040C3A2C}" sibTransId="{ADC0DA74-DBC5-4BBF-850F-6FDDB36AF566}"/>
    <dgm:cxn modelId="{40E6B829-4C14-4C2A-B2A2-3B8812433ACF}" type="presParOf" srcId="{4174656B-4887-412C-B957-DECDF05518D0}" destId="{58BBCCBE-866F-4BF1-B00A-FDCEF570C07A}" srcOrd="0" destOrd="0" presId="urn:microsoft.com/office/officeart/2016/7/layout/VerticalSolidActionList"/>
    <dgm:cxn modelId="{DCB8BB94-B5F9-4B25-B9A7-62DA9682971D}" type="presParOf" srcId="{58BBCCBE-866F-4BF1-B00A-FDCEF570C07A}" destId="{3DBC1274-A0BC-4B0B-BF46-D0672D40AED1}" srcOrd="0" destOrd="0" presId="urn:microsoft.com/office/officeart/2016/7/layout/VerticalSolidActionList"/>
    <dgm:cxn modelId="{DAC366DF-1B76-4F85-82B1-C72AB0455D56}" type="presParOf" srcId="{58BBCCBE-866F-4BF1-B00A-FDCEF570C07A}" destId="{615D19D9-A074-474E-9E51-920C3BA7B189}" srcOrd="1" destOrd="0" presId="urn:microsoft.com/office/officeart/2016/7/layout/VerticalSolidActionList"/>
    <dgm:cxn modelId="{AD1D4D1B-5286-4A53-BAE0-2422E25ED817}" type="presParOf" srcId="{4174656B-4887-412C-B957-DECDF05518D0}" destId="{2B2255BC-43E6-4367-9689-36C1DC4E6B8F}" srcOrd="1" destOrd="0" presId="urn:microsoft.com/office/officeart/2016/7/layout/VerticalSolidActionList"/>
    <dgm:cxn modelId="{DA05E826-9661-4217-AA59-BB822D98829D}" type="presParOf" srcId="{4174656B-4887-412C-B957-DECDF05518D0}" destId="{61366ED8-2DE5-47F8-94BE-F390CA5A0438}" srcOrd="2" destOrd="0" presId="urn:microsoft.com/office/officeart/2016/7/layout/VerticalSolidActionList"/>
    <dgm:cxn modelId="{DD308C31-1556-4929-B3FF-57873BC57099}" type="presParOf" srcId="{61366ED8-2DE5-47F8-94BE-F390CA5A0438}" destId="{DEC05236-EE53-434A-8D2C-A07F3E74166A}" srcOrd="0" destOrd="0" presId="urn:microsoft.com/office/officeart/2016/7/layout/VerticalSolidActionList"/>
    <dgm:cxn modelId="{ED7399AC-4BC0-4251-A945-97E5445B8FF1}" type="presParOf" srcId="{61366ED8-2DE5-47F8-94BE-F390CA5A0438}" destId="{DBD5BA3C-70E3-41B5-8F5F-8AE695E21034}" srcOrd="1" destOrd="0" presId="urn:microsoft.com/office/officeart/2016/7/layout/VerticalSolidActionList"/>
    <dgm:cxn modelId="{29AD5426-251D-4BCB-A7DE-B741A9DBA4E2}" type="presParOf" srcId="{4174656B-4887-412C-B957-DECDF05518D0}" destId="{3FDEC3F1-86C2-461A-9B73-9A9065131F36}" srcOrd="3" destOrd="0" presId="urn:microsoft.com/office/officeart/2016/7/layout/VerticalSolidActionList"/>
    <dgm:cxn modelId="{D33E7AE4-E6D0-449D-B90D-01AF795DEA2E}" type="presParOf" srcId="{4174656B-4887-412C-B957-DECDF05518D0}" destId="{43E5E401-26ED-4423-B8E1-8DF438154F54}" srcOrd="4" destOrd="0" presId="urn:microsoft.com/office/officeart/2016/7/layout/VerticalSolidActionList"/>
    <dgm:cxn modelId="{4F58CA19-202D-43F9-B0CC-A271269914B0}" type="presParOf" srcId="{43E5E401-26ED-4423-B8E1-8DF438154F54}" destId="{6B8162A0-6907-40B1-8DBD-84275379615A}" srcOrd="0" destOrd="0" presId="urn:microsoft.com/office/officeart/2016/7/layout/VerticalSolidActionList"/>
    <dgm:cxn modelId="{0702014D-613F-4522-8FFB-7D3FE7456227}" type="presParOf" srcId="{43E5E401-26ED-4423-B8E1-8DF438154F54}" destId="{3D892DCF-FDFB-4924-A5A3-658BA72035C7}" srcOrd="1" destOrd="0" presId="urn:microsoft.com/office/officeart/2016/7/layout/VerticalSolidActionList"/>
    <dgm:cxn modelId="{04877D4A-46AB-41E3-A656-106DBF0FE547}" type="presParOf" srcId="{4174656B-4887-412C-B957-DECDF05518D0}" destId="{48A37788-FC53-4E7E-B1DA-314C97D89620}" srcOrd="5" destOrd="0" presId="urn:microsoft.com/office/officeart/2016/7/layout/VerticalSolidActionList"/>
    <dgm:cxn modelId="{51BC92BE-F206-44D4-A966-20D8B0312660}" type="presParOf" srcId="{4174656B-4887-412C-B957-DECDF05518D0}" destId="{82BA9E76-1903-4CB8-9119-9C190186EFBC}" srcOrd="6" destOrd="0" presId="urn:microsoft.com/office/officeart/2016/7/layout/VerticalSolidActionList"/>
    <dgm:cxn modelId="{2A7FC62B-CF1D-4A07-A7CC-FB303502FFBC}" type="presParOf" srcId="{82BA9E76-1903-4CB8-9119-9C190186EFBC}" destId="{8824EAA9-CA37-4C2D-9B18-CD43A0E6CFFC}" srcOrd="0" destOrd="0" presId="urn:microsoft.com/office/officeart/2016/7/layout/VerticalSolidActionList"/>
    <dgm:cxn modelId="{18DEDCFE-6C4E-4D27-A8EA-FAD8B604CB7F}" type="presParOf" srcId="{82BA9E76-1903-4CB8-9119-9C190186EFBC}" destId="{6E2D2524-BD3E-43A2-9B76-C598381CAA75}"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ACF81-D5EA-4CF2-9904-8FDBBFE45CCC}">
      <dsp:nvSpPr>
        <dsp:cNvPr id="0" name=""/>
        <dsp:cNvSpPr/>
      </dsp:nvSpPr>
      <dsp:spPr>
        <a:xfrm>
          <a:off x="20804" y="90072"/>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E7602A-70E4-410F-9B18-196CA422F4B5}">
      <dsp:nvSpPr>
        <dsp:cNvPr id="0" name=""/>
        <dsp:cNvSpPr/>
      </dsp:nvSpPr>
      <dsp:spPr>
        <a:xfrm>
          <a:off x="209225" y="278494"/>
          <a:ext cx="520402" cy="520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EE7857-26A3-4C40-A392-56AADD82D5E0}">
      <dsp:nvSpPr>
        <dsp:cNvPr id="0" name=""/>
        <dsp:cNvSpPr/>
      </dsp:nvSpPr>
      <dsp:spPr>
        <a:xfrm>
          <a:off x="1110317"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latin typeface="Quicksand"/>
              <a:ea typeface="Quicksand"/>
              <a:cs typeface="Quicksand"/>
              <a:sym typeface="Quicksand"/>
            </a:rPr>
            <a:t>Team Introduction</a:t>
          </a:r>
          <a:endParaRPr lang="en-US" sz="1400" b="1" kern="1200"/>
        </a:p>
      </dsp:txBody>
      <dsp:txXfrm>
        <a:off x="1110317" y="90072"/>
        <a:ext cx="2114937" cy="897246"/>
      </dsp:txXfrm>
    </dsp:sp>
    <dsp:sp modelId="{6A907303-3754-4AB5-A7A1-B0E86325DACB}">
      <dsp:nvSpPr>
        <dsp:cNvPr id="0" name=""/>
        <dsp:cNvSpPr/>
      </dsp:nvSpPr>
      <dsp:spPr>
        <a:xfrm>
          <a:off x="3593765" y="90072"/>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E4B359-B45D-4111-BF91-01A73A4925FB}">
      <dsp:nvSpPr>
        <dsp:cNvPr id="0" name=""/>
        <dsp:cNvSpPr/>
      </dsp:nvSpPr>
      <dsp:spPr>
        <a:xfrm>
          <a:off x="3782187" y="278494"/>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3DBCEE-A94C-4F43-B3CA-F0019A7CC294}">
      <dsp:nvSpPr>
        <dsp:cNvPr id="0" name=""/>
        <dsp:cNvSpPr/>
      </dsp:nvSpPr>
      <dsp:spPr>
        <a:xfrm>
          <a:off x="4683278"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latin typeface="Quicksand"/>
              <a:ea typeface="Quicksand"/>
              <a:cs typeface="Quicksand"/>
              <a:sym typeface="Quicksand"/>
            </a:rPr>
            <a:t>Business Problem &amp; Motivation Overview</a:t>
          </a:r>
          <a:r>
            <a:rPr lang="en-US" sz="1400" b="1" kern="1200">
              <a:solidFill>
                <a:srgbClr val="000000">
                  <a:hueOff val="0"/>
                  <a:satOff val="0"/>
                  <a:lumOff val="0"/>
                  <a:alphaOff val="0"/>
                </a:srgbClr>
              </a:solidFill>
              <a:latin typeface="Quicksand"/>
              <a:ea typeface="Quicksand"/>
              <a:cs typeface="Quicksand"/>
            </a:rPr>
            <a:t> </a:t>
          </a:r>
        </a:p>
      </dsp:txBody>
      <dsp:txXfrm>
        <a:off x="4683278" y="90072"/>
        <a:ext cx="2114937" cy="897246"/>
      </dsp:txXfrm>
    </dsp:sp>
    <dsp:sp modelId="{1166374E-E37F-4FEB-BFA7-7A621FBCEB1A}">
      <dsp:nvSpPr>
        <dsp:cNvPr id="0" name=""/>
        <dsp:cNvSpPr/>
      </dsp:nvSpPr>
      <dsp:spPr>
        <a:xfrm>
          <a:off x="7166727" y="90072"/>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EBD29A-35E4-4D21-85CA-006D58B0F7E9}">
      <dsp:nvSpPr>
        <dsp:cNvPr id="0" name=""/>
        <dsp:cNvSpPr/>
      </dsp:nvSpPr>
      <dsp:spPr>
        <a:xfrm>
          <a:off x="7355149" y="278494"/>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200E2C-763F-43B1-A9DA-1A79128C3442}">
      <dsp:nvSpPr>
        <dsp:cNvPr id="0" name=""/>
        <dsp:cNvSpPr/>
      </dsp:nvSpPr>
      <dsp:spPr>
        <a:xfrm>
          <a:off x="8256240" y="9007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solidFill>
                <a:srgbClr val="000000">
                  <a:hueOff val="0"/>
                  <a:satOff val="0"/>
                  <a:lumOff val="0"/>
                  <a:alphaOff val="0"/>
                </a:srgbClr>
              </a:solidFill>
              <a:latin typeface="Quicksand"/>
              <a:ea typeface="Quicksand"/>
              <a:cs typeface="Quicksand"/>
            </a:rPr>
            <a:t>Dataset Overview</a:t>
          </a:r>
          <a:endParaRPr lang="en-US" sz="1400" b="1" kern="1200"/>
        </a:p>
      </dsp:txBody>
      <dsp:txXfrm>
        <a:off x="8256240" y="90072"/>
        <a:ext cx="2114937" cy="897246"/>
      </dsp:txXfrm>
    </dsp:sp>
    <dsp:sp modelId="{28C4837F-5250-4871-9F7D-8E152AE3A72E}">
      <dsp:nvSpPr>
        <dsp:cNvPr id="0" name=""/>
        <dsp:cNvSpPr/>
      </dsp:nvSpPr>
      <dsp:spPr>
        <a:xfrm>
          <a:off x="20804" y="1727045"/>
          <a:ext cx="897246" cy="8972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1540C0-CC7A-4F7A-9739-D2026B03E6BD}">
      <dsp:nvSpPr>
        <dsp:cNvPr id="0" name=""/>
        <dsp:cNvSpPr/>
      </dsp:nvSpPr>
      <dsp:spPr>
        <a:xfrm>
          <a:off x="209225" y="1915467"/>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ED58FC-C12B-48E6-9560-E960B7137716}">
      <dsp:nvSpPr>
        <dsp:cNvPr id="0" name=""/>
        <dsp:cNvSpPr/>
      </dsp:nvSpPr>
      <dsp:spPr>
        <a:xfrm>
          <a:off x="1110317"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latin typeface="Quicksand"/>
              <a:ea typeface="Quicksand"/>
              <a:cs typeface="Quicksand"/>
              <a:sym typeface="Quicksand"/>
            </a:rPr>
            <a:t>Review of Previous Solutions to the Problem</a:t>
          </a:r>
          <a:endParaRPr lang="en-US" sz="1400" b="1" kern="1200"/>
        </a:p>
      </dsp:txBody>
      <dsp:txXfrm>
        <a:off x="1110317" y="1727045"/>
        <a:ext cx="2114937" cy="897246"/>
      </dsp:txXfrm>
    </dsp:sp>
    <dsp:sp modelId="{4B218E18-2CBF-4601-AC00-7382F81BC29B}">
      <dsp:nvSpPr>
        <dsp:cNvPr id="0" name=""/>
        <dsp:cNvSpPr/>
      </dsp:nvSpPr>
      <dsp:spPr>
        <a:xfrm>
          <a:off x="3593765" y="1727045"/>
          <a:ext cx="897246" cy="89724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1B1F15-768C-4D6B-8B13-5A1C9CE80843}">
      <dsp:nvSpPr>
        <dsp:cNvPr id="0" name=""/>
        <dsp:cNvSpPr/>
      </dsp:nvSpPr>
      <dsp:spPr>
        <a:xfrm>
          <a:off x="3782187" y="1915467"/>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0267CD-2C17-4960-9801-FC8C1992E533}">
      <dsp:nvSpPr>
        <dsp:cNvPr id="0" name=""/>
        <dsp:cNvSpPr/>
      </dsp:nvSpPr>
      <dsp:spPr>
        <a:xfrm>
          <a:off x="4683278" y="1727045"/>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latin typeface="Quicksand"/>
              <a:ea typeface="Quicksand"/>
              <a:cs typeface="Quicksand"/>
              <a:sym typeface="Quicksand"/>
            </a:rPr>
            <a:t>Opportunities Through Business Analytics </a:t>
          </a:r>
          <a:endParaRPr lang="en-US" sz="1400" b="1" kern="1200"/>
        </a:p>
      </dsp:txBody>
      <dsp:txXfrm>
        <a:off x="4683278" y="1727045"/>
        <a:ext cx="2114937" cy="897246"/>
      </dsp:txXfrm>
    </dsp:sp>
    <dsp:sp modelId="{A2D30D27-0E28-44CA-B6A3-5B0DD447DBB7}">
      <dsp:nvSpPr>
        <dsp:cNvPr id="0" name=""/>
        <dsp:cNvSpPr/>
      </dsp:nvSpPr>
      <dsp:spPr>
        <a:xfrm>
          <a:off x="7166727" y="1727045"/>
          <a:ext cx="897246" cy="8972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203555-35E8-410A-8648-6AA21B5A4862}">
      <dsp:nvSpPr>
        <dsp:cNvPr id="0" name=""/>
        <dsp:cNvSpPr/>
      </dsp:nvSpPr>
      <dsp:spPr>
        <a:xfrm>
          <a:off x="7355149" y="1915467"/>
          <a:ext cx="520402" cy="52040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CA7B4D-69D3-421E-BDFD-19ACF6AC56E3}">
      <dsp:nvSpPr>
        <dsp:cNvPr id="0" name=""/>
        <dsp:cNvSpPr/>
      </dsp:nvSpPr>
      <dsp:spPr>
        <a:xfrm>
          <a:off x="8150578" y="1771953"/>
          <a:ext cx="2362173"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latin typeface="Quicksand"/>
              <a:ea typeface="Quicksand"/>
              <a:cs typeface="Quicksand"/>
              <a:sym typeface="Quicksand"/>
            </a:rPr>
            <a:t>Approach to Problem Solving:</a:t>
          </a:r>
          <a:br>
            <a:rPr lang="en-US" sz="1200" b="0" kern="1200">
              <a:latin typeface="Quicksand"/>
              <a:ea typeface="Quicksand"/>
              <a:cs typeface="Quicksand"/>
              <a:sym typeface="Quicksand"/>
            </a:rPr>
          </a:br>
          <a:r>
            <a:rPr lang="en-US" sz="1200" b="0" kern="1200">
              <a:latin typeface="Quicksand"/>
              <a:ea typeface="Quicksand"/>
              <a:cs typeface="Quicksand"/>
              <a:sym typeface="Quicksand"/>
            </a:rPr>
            <a:t>         a. Data Used/Found/Derived</a:t>
          </a:r>
          <a:br>
            <a:rPr lang="en-US" sz="1200" b="0" kern="1200">
              <a:latin typeface="Quicksand"/>
              <a:ea typeface="Quicksand"/>
              <a:cs typeface="Quicksand"/>
              <a:sym typeface="Quicksand"/>
            </a:rPr>
          </a:br>
          <a:r>
            <a:rPr lang="en-US" sz="1200" b="0" kern="1200">
              <a:latin typeface="Quicksand"/>
              <a:ea typeface="Quicksand"/>
              <a:cs typeface="Quicksand"/>
              <a:sym typeface="Quicksand"/>
            </a:rPr>
            <a:t>         b. Models Applied and Tested</a:t>
          </a:r>
          <a:endParaRPr lang="en-US" sz="1200" b="0" kern="1200"/>
        </a:p>
      </dsp:txBody>
      <dsp:txXfrm>
        <a:off x="8150578" y="1771953"/>
        <a:ext cx="2362173" cy="897246"/>
      </dsp:txXfrm>
    </dsp:sp>
    <dsp:sp modelId="{5199128D-D151-445E-9B2F-EBE9DD9E6870}">
      <dsp:nvSpPr>
        <dsp:cNvPr id="0" name=""/>
        <dsp:cNvSpPr/>
      </dsp:nvSpPr>
      <dsp:spPr>
        <a:xfrm>
          <a:off x="20804" y="3364019"/>
          <a:ext cx="897246" cy="8972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938453-52BE-4DE4-8C6C-F11ED2936900}">
      <dsp:nvSpPr>
        <dsp:cNvPr id="0" name=""/>
        <dsp:cNvSpPr/>
      </dsp:nvSpPr>
      <dsp:spPr>
        <a:xfrm>
          <a:off x="209225" y="3552441"/>
          <a:ext cx="520402" cy="520402"/>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AA462D-E301-4171-8164-27F1A338E8B8}">
      <dsp:nvSpPr>
        <dsp:cNvPr id="0" name=""/>
        <dsp:cNvSpPr/>
      </dsp:nvSpPr>
      <dsp:spPr>
        <a:xfrm>
          <a:off x="1110317" y="336401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latin typeface="Quicksand"/>
              <a:ea typeface="Quicksand"/>
              <a:cs typeface="Quicksand"/>
              <a:sym typeface="Quicksand"/>
            </a:rPr>
            <a:t>Results Description &amp; Process Details</a:t>
          </a:r>
          <a:endParaRPr lang="en-US" sz="1400" b="1" kern="1200"/>
        </a:p>
      </dsp:txBody>
      <dsp:txXfrm>
        <a:off x="1110317" y="3364019"/>
        <a:ext cx="2114937" cy="897246"/>
      </dsp:txXfrm>
    </dsp:sp>
    <dsp:sp modelId="{4A82771A-0933-4C66-AFED-180436B99A2F}">
      <dsp:nvSpPr>
        <dsp:cNvPr id="0" name=""/>
        <dsp:cNvSpPr/>
      </dsp:nvSpPr>
      <dsp:spPr>
        <a:xfrm>
          <a:off x="3593765" y="3364019"/>
          <a:ext cx="897246" cy="8972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367AE6-027F-4153-BE6D-C5089733D4A1}">
      <dsp:nvSpPr>
        <dsp:cNvPr id="0" name=""/>
        <dsp:cNvSpPr/>
      </dsp:nvSpPr>
      <dsp:spPr>
        <a:xfrm>
          <a:off x="3782187" y="3552441"/>
          <a:ext cx="520402" cy="520402"/>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C58C4C-84A5-4F23-9557-6DDE3A24A220}">
      <dsp:nvSpPr>
        <dsp:cNvPr id="0" name=""/>
        <dsp:cNvSpPr/>
      </dsp:nvSpPr>
      <dsp:spPr>
        <a:xfrm>
          <a:off x="4683278" y="336401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b="1" kern="1200">
              <a:latin typeface="Quicksand"/>
              <a:ea typeface="Quicksand"/>
              <a:cs typeface="Quicksand"/>
              <a:sym typeface="Quicksand"/>
            </a:rPr>
            <a:t>Conclusion with Recommendations Based on Analysis</a:t>
          </a:r>
          <a:endParaRPr lang="en-US" sz="1400" b="1" kern="1200"/>
        </a:p>
      </dsp:txBody>
      <dsp:txXfrm>
        <a:off x="4683278" y="3364019"/>
        <a:ext cx="2114937" cy="8972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560745-324A-452B-B5D4-3D3BB038291A}">
      <dsp:nvSpPr>
        <dsp:cNvPr id="0" name=""/>
        <dsp:cNvSpPr/>
      </dsp:nvSpPr>
      <dsp:spPr>
        <a:xfrm>
          <a:off x="270777" y="534511"/>
          <a:ext cx="1366078" cy="136607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AB947C-8E9D-471C-A365-CC8280EAE76E}">
      <dsp:nvSpPr>
        <dsp:cNvPr id="0" name=""/>
        <dsp:cNvSpPr/>
      </dsp:nvSpPr>
      <dsp:spPr>
        <a:xfrm>
          <a:off x="557653" y="821388"/>
          <a:ext cx="792325" cy="7923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8B7C62-7230-4B27-8D3E-7D37FCF963D6}">
      <dsp:nvSpPr>
        <dsp:cNvPr id="0" name=""/>
        <dsp:cNvSpPr/>
      </dsp:nvSpPr>
      <dsp:spPr>
        <a:xfrm>
          <a:off x="1929587" y="534511"/>
          <a:ext cx="3220042" cy="136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b="1" kern="1200"/>
            <a:t>Proactive Interventions: </a:t>
          </a:r>
          <a:r>
            <a:rPr lang="en-IN" sz="1400" kern="1200"/>
            <a:t>By predicting obesity risks, businesses and healthcare providers can intervene early, reducing long-term health complications.</a:t>
          </a:r>
          <a:endParaRPr lang="en-US" sz="1400" kern="1200"/>
        </a:p>
      </dsp:txBody>
      <dsp:txXfrm>
        <a:off x="1929587" y="534511"/>
        <a:ext cx="3220042" cy="1366078"/>
      </dsp:txXfrm>
    </dsp:sp>
    <dsp:sp modelId="{2919FFE9-4553-409F-B168-05AA9C3CFF07}">
      <dsp:nvSpPr>
        <dsp:cNvPr id="0" name=""/>
        <dsp:cNvSpPr/>
      </dsp:nvSpPr>
      <dsp:spPr>
        <a:xfrm>
          <a:off x="5710697" y="534511"/>
          <a:ext cx="1366078" cy="136607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7A7F25-DC41-41D5-8946-D6C2AD8833DB}">
      <dsp:nvSpPr>
        <dsp:cNvPr id="0" name=""/>
        <dsp:cNvSpPr/>
      </dsp:nvSpPr>
      <dsp:spPr>
        <a:xfrm>
          <a:off x="5997574" y="821388"/>
          <a:ext cx="792325" cy="7923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6DDEAC-25C1-49EA-83DD-8C395BA4709D}">
      <dsp:nvSpPr>
        <dsp:cNvPr id="0" name=""/>
        <dsp:cNvSpPr/>
      </dsp:nvSpPr>
      <dsp:spPr>
        <a:xfrm>
          <a:off x="7369507" y="534511"/>
          <a:ext cx="3220042" cy="136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b="1" kern="1200"/>
            <a:t>Efficient Resource Allocation: </a:t>
          </a:r>
          <a:r>
            <a:rPr lang="en-IN" sz="1400" kern="1200"/>
            <a:t>Insights from data analysis can help organizations and policymakers focus resources where they are most needed, such as high-risk demographics.</a:t>
          </a:r>
          <a:endParaRPr lang="en-US" sz="1400" kern="1200"/>
        </a:p>
      </dsp:txBody>
      <dsp:txXfrm>
        <a:off x="7369507" y="534511"/>
        <a:ext cx="3220042" cy="1366078"/>
      </dsp:txXfrm>
    </dsp:sp>
    <dsp:sp modelId="{C14B21B5-4BAF-48DC-B70D-3ADBCE6E44B8}">
      <dsp:nvSpPr>
        <dsp:cNvPr id="0" name=""/>
        <dsp:cNvSpPr/>
      </dsp:nvSpPr>
      <dsp:spPr>
        <a:xfrm>
          <a:off x="270777" y="2679145"/>
          <a:ext cx="1366078" cy="136607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C1B277-A3D8-4849-A430-14D14C7DFCE4}">
      <dsp:nvSpPr>
        <dsp:cNvPr id="0" name=""/>
        <dsp:cNvSpPr/>
      </dsp:nvSpPr>
      <dsp:spPr>
        <a:xfrm>
          <a:off x="557653" y="2966022"/>
          <a:ext cx="792325" cy="7923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7D1B2B-D32A-4690-8E4F-D8C3784F0726}">
      <dsp:nvSpPr>
        <dsp:cNvPr id="0" name=""/>
        <dsp:cNvSpPr/>
      </dsp:nvSpPr>
      <dsp:spPr>
        <a:xfrm>
          <a:off x="1929587" y="2679145"/>
          <a:ext cx="3220042" cy="136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b="1" kern="1200"/>
            <a:t>Personalized Strategies: </a:t>
          </a:r>
          <a:r>
            <a:rPr lang="en-IN" sz="1400" kern="1200"/>
            <a:t>Data-driven insights can tailor wellness programs and dietary recommendations, increasing their effectiveness.</a:t>
          </a:r>
          <a:endParaRPr lang="en-US" sz="1400" kern="1200"/>
        </a:p>
      </dsp:txBody>
      <dsp:txXfrm>
        <a:off x="1929587" y="2679145"/>
        <a:ext cx="3220042" cy="1366078"/>
      </dsp:txXfrm>
    </dsp:sp>
    <dsp:sp modelId="{1A4229CA-71B1-46B0-BEF6-137016BC6AA4}">
      <dsp:nvSpPr>
        <dsp:cNvPr id="0" name=""/>
        <dsp:cNvSpPr/>
      </dsp:nvSpPr>
      <dsp:spPr>
        <a:xfrm>
          <a:off x="5710697" y="2679145"/>
          <a:ext cx="1366078" cy="136607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3452F-53E8-4922-9C00-30999DEC2603}">
      <dsp:nvSpPr>
        <dsp:cNvPr id="0" name=""/>
        <dsp:cNvSpPr/>
      </dsp:nvSpPr>
      <dsp:spPr>
        <a:xfrm>
          <a:off x="5997574" y="2966022"/>
          <a:ext cx="792325" cy="79232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1B9018-D04F-49A1-A35B-75F85FA92974}">
      <dsp:nvSpPr>
        <dsp:cNvPr id="0" name=""/>
        <dsp:cNvSpPr/>
      </dsp:nvSpPr>
      <dsp:spPr>
        <a:xfrm>
          <a:off x="7369507" y="2679145"/>
          <a:ext cx="3220042" cy="13660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IN" sz="1400" b="1" kern="1200"/>
            <a:t>Trend Analysis: </a:t>
          </a:r>
          <a:r>
            <a:rPr lang="en-IN" sz="1400" kern="1200"/>
            <a:t>Organizations can monitor obesity trends across various regions, demographics, and age groups, enabling better decision-making for product or service delivery.</a:t>
          </a:r>
          <a:endParaRPr lang="en-US" sz="1400" kern="1200"/>
        </a:p>
      </dsp:txBody>
      <dsp:txXfrm>
        <a:off x="7369507" y="2679145"/>
        <a:ext cx="3220042" cy="13660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FA82BD-24D8-4891-ACD6-6038695A4706}">
      <dsp:nvSpPr>
        <dsp:cNvPr id="0" name=""/>
        <dsp:cNvSpPr/>
      </dsp:nvSpPr>
      <dsp:spPr>
        <a:xfrm>
          <a:off x="3217" y="351292"/>
          <a:ext cx="2552477" cy="3573469"/>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001" tIns="330200" rIns="199001" bIns="330200" numCol="1" spcCol="1270" anchor="t" anchorCtr="0">
          <a:noAutofit/>
        </a:bodyPr>
        <a:lstStyle/>
        <a:p>
          <a:pPr marL="0" lvl="0" indent="0" algn="ctr" defTabSz="711200">
            <a:lnSpc>
              <a:spcPct val="90000"/>
            </a:lnSpc>
            <a:spcBef>
              <a:spcPct val="0"/>
            </a:spcBef>
            <a:spcAft>
              <a:spcPct val="35000"/>
            </a:spcAft>
            <a:buNone/>
          </a:pPr>
          <a:r>
            <a:rPr lang="en-IN" sz="1600" kern="1200"/>
            <a:t>Conduct exploratory data analysis and Data preprocessing to handle outliers, missing and duplicate data. </a:t>
          </a:r>
          <a:endParaRPr lang="en-US" sz="1600" kern="1200"/>
        </a:p>
      </dsp:txBody>
      <dsp:txXfrm>
        <a:off x="3217" y="1709211"/>
        <a:ext cx="2552477" cy="2144081"/>
      </dsp:txXfrm>
    </dsp:sp>
    <dsp:sp modelId="{FAF29566-B480-49B7-B708-F0780A9012C5}">
      <dsp:nvSpPr>
        <dsp:cNvPr id="0" name=""/>
        <dsp:cNvSpPr/>
      </dsp:nvSpPr>
      <dsp:spPr>
        <a:xfrm>
          <a:off x="743436" y="708639"/>
          <a:ext cx="1072040" cy="107204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580" tIns="12700" rIns="83580"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900433" y="865636"/>
        <a:ext cx="758046" cy="758046"/>
      </dsp:txXfrm>
    </dsp:sp>
    <dsp:sp modelId="{5DE7FB44-4D97-4EF7-89E1-AD63EB17E41F}">
      <dsp:nvSpPr>
        <dsp:cNvPr id="0" name=""/>
        <dsp:cNvSpPr/>
      </dsp:nvSpPr>
      <dsp:spPr>
        <a:xfrm>
          <a:off x="3217" y="3924690"/>
          <a:ext cx="2552477"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10BD1C-0FBF-4BC8-93B9-9A2F89EBA200}">
      <dsp:nvSpPr>
        <dsp:cNvPr id="0" name=""/>
        <dsp:cNvSpPr/>
      </dsp:nvSpPr>
      <dsp:spPr>
        <a:xfrm>
          <a:off x="2810943" y="351292"/>
          <a:ext cx="2552477" cy="3573469"/>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001" tIns="330200" rIns="199001" bIns="330200" numCol="1" spcCol="1270" anchor="t" anchorCtr="0">
          <a:noAutofit/>
        </a:bodyPr>
        <a:lstStyle/>
        <a:p>
          <a:pPr marL="0" lvl="0" indent="0" algn="ctr" defTabSz="711200">
            <a:lnSpc>
              <a:spcPct val="90000"/>
            </a:lnSpc>
            <a:spcBef>
              <a:spcPct val="0"/>
            </a:spcBef>
            <a:spcAft>
              <a:spcPct val="35000"/>
            </a:spcAft>
            <a:buNone/>
          </a:pPr>
          <a:r>
            <a:rPr lang="en-IN" sz="1600" kern="1200"/>
            <a:t>Feature selection to uncover the most influential factors driving obesity levels.</a:t>
          </a:r>
          <a:endParaRPr lang="en-US" sz="1600" kern="1200"/>
        </a:p>
      </dsp:txBody>
      <dsp:txXfrm>
        <a:off x="2810943" y="1709211"/>
        <a:ext cx="2552477" cy="2144081"/>
      </dsp:txXfrm>
    </dsp:sp>
    <dsp:sp modelId="{699D1463-A4E7-43DE-B950-E9D9B73BDEE9}">
      <dsp:nvSpPr>
        <dsp:cNvPr id="0" name=""/>
        <dsp:cNvSpPr/>
      </dsp:nvSpPr>
      <dsp:spPr>
        <a:xfrm>
          <a:off x="3551161" y="708639"/>
          <a:ext cx="1072040" cy="107204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580" tIns="12700" rIns="83580"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3708158" y="865636"/>
        <a:ext cx="758046" cy="758046"/>
      </dsp:txXfrm>
    </dsp:sp>
    <dsp:sp modelId="{7CFBE8A0-023B-437F-BC78-BBEF31915B7E}">
      <dsp:nvSpPr>
        <dsp:cNvPr id="0" name=""/>
        <dsp:cNvSpPr/>
      </dsp:nvSpPr>
      <dsp:spPr>
        <a:xfrm>
          <a:off x="2810943" y="3924690"/>
          <a:ext cx="2552477"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1C6A8B-7059-4113-81DA-54E9840D2127}">
      <dsp:nvSpPr>
        <dsp:cNvPr id="0" name=""/>
        <dsp:cNvSpPr/>
      </dsp:nvSpPr>
      <dsp:spPr>
        <a:xfrm>
          <a:off x="5618668" y="351292"/>
          <a:ext cx="2552477" cy="3573469"/>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001" tIns="330200" rIns="199001" bIns="330200" numCol="1" spcCol="1270" anchor="t" anchorCtr="0">
          <a:noAutofit/>
        </a:bodyPr>
        <a:lstStyle/>
        <a:p>
          <a:pPr marL="0" lvl="0" indent="0" algn="ctr" defTabSz="711200">
            <a:lnSpc>
              <a:spcPct val="90000"/>
            </a:lnSpc>
            <a:spcBef>
              <a:spcPct val="0"/>
            </a:spcBef>
            <a:spcAft>
              <a:spcPct val="35000"/>
            </a:spcAft>
            <a:buNone/>
          </a:pPr>
          <a:r>
            <a:rPr lang="en-IN" sz="1600" kern="1200"/>
            <a:t>Apply machine learning algorithms to classify obesity levels.</a:t>
          </a:r>
          <a:endParaRPr lang="en-US" sz="1600" kern="1200"/>
        </a:p>
      </dsp:txBody>
      <dsp:txXfrm>
        <a:off x="5618668" y="1709211"/>
        <a:ext cx="2552477" cy="2144081"/>
      </dsp:txXfrm>
    </dsp:sp>
    <dsp:sp modelId="{B76B0560-488B-402F-9F9E-F4495BFE25C8}">
      <dsp:nvSpPr>
        <dsp:cNvPr id="0" name=""/>
        <dsp:cNvSpPr/>
      </dsp:nvSpPr>
      <dsp:spPr>
        <a:xfrm>
          <a:off x="6358887" y="708639"/>
          <a:ext cx="1072040" cy="107204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580" tIns="12700" rIns="83580"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6515884" y="865636"/>
        <a:ext cx="758046" cy="758046"/>
      </dsp:txXfrm>
    </dsp:sp>
    <dsp:sp modelId="{62BA2B85-BADF-4BCC-AA5D-3153B9F38655}">
      <dsp:nvSpPr>
        <dsp:cNvPr id="0" name=""/>
        <dsp:cNvSpPr/>
      </dsp:nvSpPr>
      <dsp:spPr>
        <a:xfrm>
          <a:off x="5618668" y="3924690"/>
          <a:ext cx="2552477"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C96DC3-8F21-467E-838E-5EC77702364C}">
      <dsp:nvSpPr>
        <dsp:cNvPr id="0" name=""/>
        <dsp:cNvSpPr/>
      </dsp:nvSpPr>
      <dsp:spPr>
        <a:xfrm>
          <a:off x="8426394" y="351292"/>
          <a:ext cx="2552477" cy="3573469"/>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9001" tIns="330200" rIns="199001" bIns="330200" numCol="1" spcCol="1270" anchor="t" anchorCtr="0">
          <a:noAutofit/>
        </a:bodyPr>
        <a:lstStyle/>
        <a:p>
          <a:pPr marL="0" lvl="0" indent="0" algn="ctr" defTabSz="755650">
            <a:lnSpc>
              <a:spcPct val="90000"/>
            </a:lnSpc>
            <a:spcBef>
              <a:spcPct val="0"/>
            </a:spcBef>
            <a:spcAft>
              <a:spcPct val="35000"/>
            </a:spcAft>
            <a:buNone/>
          </a:pPr>
          <a:r>
            <a:rPr lang="en-IN" sz="1700" kern="1200"/>
            <a:t>Use evaluation metrics like accuracy, precision, and recall to compare model performances.</a:t>
          </a:r>
          <a:endParaRPr lang="en-US" sz="1700" kern="1200"/>
        </a:p>
      </dsp:txBody>
      <dsp:txXfrm>
        <a:off x="8426394" y="1709211"/>
        <a:ext cx="2552477" cy="2144081"/>
      </dsp:txXfrm>
    </dsp:sp>
    <dsp:sp modelId="{CACB7C91-87B6-42D3-B00D-F67B48919C8D}">
      <dsp:nvSpPr>
        <dsp:cNvPr id="0" name=""/>
        <dsp:cNvSpPr/>
      </dsp:nvSpPr>
      <dsp:spPr>
        <a:xfrm>
          <a:off x="9166613" y="708639"/>
          <a:ext cx="1072040" cy="1072040"/>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580" tIns="12700" rIns="83580" bIns="12700" numCol="1" spcCol="1270" anchor="ctr" anchorCtr="0">
          <a:noAutofit/>
        </a:bodyPr>
        <a:lstStyle/>
        <a:p>
          <a:pPr marL="0" lvl="0" indent="0" algn="ctr" defTabSz="2133600">
            <a:lnSpc>
              <a:spcPct val="90000"/>
            </a:lnSpc>
            <a:spcBef>
              <a:spcPct val="0"/>
            </a:spcBef>
            <a:spcAft>
              <a:spcPct val="35000"/>
            </a:spcAft>
            <a:buNone/>
          </a:pPr>
          <a:r>
            <a:rPr lang="en-US" sz="4800" kern="1200"/>
            <a:t>4</a:t>
          </a:r>
        </a:p>
      </dsp:txBody>
      <dsp:txXfrm>
        <a:off x="9323610" y="865636"/>
        <a:ext cx="758046" cy="758046"/>
      </dsp:txXfrm>
    </dsp:sp>
    <dsp:sp modelId="{ACF919CE-B859-421D-BE64-98699B909798}">
      <dsp:nvSpPr>
        <dsp:cNvPr id="0" name=""/>
        <dsp:cNvSpPr/>
      </dsp:nvSpPr>
      <dsp:spPr>
        <a:xfrm>
          <a:off x="8426394" y="3924690"/>
          <a:ext cx="2552477" cy="72"/>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5D19D9-A074-474E-9E51-920C3BA7B189}">
      <dsp:nvSpPr>
        <dsp:cNvPr id="0" name=""/>
        <dsp:cNvSpPr/>
      </dsp:nvSpPr>
      <dsp:spPr>
        <a:xfrm>
          <a:off x="2565601" y="2022"/>
          <a:ext cx="8838251" cy="112659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87" tIns="286156" rIns="171487" bIns="286156" numCol="1" spcCol="1270" anchor="ctr" anchorCtr="0">
          <a:noAutofit/>
        </a:bodyPr>
        <a:lstStyle/>
        <a:p>
          <a:pPr marL="0" lvl="0" indent="0" algn="l" defTabSz="711200">
            <a:lnSpc>
              <a:spcPct val="90000"/>
            </a:lnSpc>
            <a:spcBef>
              <a:spcPct val="0"/>
            </a:spcBef>
            <a:spcAft>
              <a:spcPct val="35000"/>
            </a:spcAft>
            <a:buNone/>
          </a:pPr>
          <a:r>
            <a:rPr lang="en-US" sz="1600" b="1" kern="1200"/>
            <a:t>Choose XGBoost: </a:t>
          </a:r>
          <a:r>
            <a:rPr lang="en-US" sz="1600" kern="1200"/>
            <a:t>The clear winner in accuracy, ideal for critical tasks where prediction precision is paramount</a:t>
          </a:r>
        </a:p>
        <a:p>
          <a:pPr marL="0" lvl="0" indent="0" algn="l" defTabSz="711200">
            <a:lnSpc>
              <a:spcPct val="90000"/>
            </a:lnSpc>
            <a:spcBef>
              <a:spcPct val="0"/>
            </a:spcBef>
            <a:spcAft>
              <a:spcPct val="35000"/>
            </a:spcAft>
            <a:buNone/>
          </a:pPr>
          <a:r>
            <a:rPr lang="en-US" sz="1600" b="1" kern="1200"/>
            <a:t>limitation</a:t>
          </a:r>
          <a:r>
            <a:rPr lang="en-US" sz="1600" kern="1200"/>
            <a:t>: longer training time and resource consumption.</a:t>
          </a:r>
        </a:p>
      </dsp:txBody>
      <dsp:txXfrm>
        <a:off x="2565601" y="2022"/>
        <a:ext cx="8838251" cy="1126599"/>
      </dsp:txXfrm>
    </dsp:sp>
    <dsp:sp modelId="{3DBC1274-A0BC-4B0B-BF46-D0672D40AED1}">
      <dsp:nvSpPr>
        <dsp:cNvPr id="0" name=""/>
        <dsp:cNvSpPr/>
      </dsp:nvSpPr>
      <dsp:spPr>
        <a:xfrm>
          <a:off x="342" y="2022"/>
          <a:ext cx="2565258" cy="1126599"/>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923" tIns="111283" rIns="116923" bIns="111283" numCol="1" spcCol="1270" anchor="ctr" anchorCtr="0">
          <a:noAutofit/>
        </a:bodyPr>
        <a:lstStyle/>
        <a:p>
          <a:pPr marL="0" lvl="0" indent="0" algn="l" defTabSz="800100">
            <a:lnSpc>
              <a:spcPct val="90000"/>
            </a:lnSpc>
            <a:spcBef>
              <a:spcPct val="0"/>
            </a:spcBef>
            <a:spcAft>
              <a:spcPct val="35000"/>
            </a:spcAft>
            <a:buNone/>
          </a:pPr>
          <a:r>
            <a:rPr lang="en-US" sz="1800" kern="1200"/>
            <a:t>1.For Maximum Accuracy:</a:t>
          </a:r>
        </a:p>
      </dsp:txBody>
      <dsp:txXfrm>
        <a:off x="342" y="2022"/>
        <a:ext cx="2565258" cy="1126599"/>
      </dsp:txXfrm>
    </dsp:sp>
    <dsp:sp modelId="{DBD5BA3C-70E3-41B5-8F5F-8AE695E21034}">
      <dsp:nvSpPr>
        <dsp:cNvPr id="0" name=""/>
        <dsp:cNvSpPr/>
      </dsp:nvSpPr>
      <dsp:spPr>
        <a:xfrm>
          <a:off x="2579922" y="1196217"/>
          <a:ext cx="8820432" cy="1232150"/>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141" tIns="286156" rIns="171141" bIns="286156" numCol="1" spcCol="1270" anchor="ctr" anchorCtr="0">
          <a:noAutofit/>
        </a:bodyPr>
        <a:lstStyle/>
        <a:p>
          <a:pPr marL="0" lvl="0" indent="0" algn="l" defTabSz="711200">
            <a:lnSpc>
              <a:spcPct val="90000"/>
            </a:lnSpc>
            <a:spcBef>
              <a:spcPct val="0"/>
            </a:spcBef>
            <a:spcAft>
              <a:spcPct val="35000"/>
            </a:spcAft>
            <a:buNone/>
          </a:pPr>
          <a:r>
            <a:rPr lang="en-US" sz="1600" b="1" kern="1200"/>
            <a:t>Choose Random Forest: </a:t>
          </a:r>
          <a:r>
            <a:rPr lang="en-US" sz="1600" kern="1200"/>
            <a:t>Provides near-XGBoost accuracy with significantly less computational cost, making it suitable for a wide range of scenarios.</a:t>
          </a:r>
        </a:p>
      </dsp:txBody>
      <dsp:txXfrm>
        <a:off x="2579922" y="1196217"/>
        <a:ext cx="8820432" cy="1232150"/>
      </dsp:txXfrm>
    </dsp:sp>
    <dsp:sp modelId="{DEC05236-EE53-434A-8D2C-A07F3E74166A}">
      <dsp:nvSpPr>
        <dsp:cNvPr id="0" name=""/>
        <dsp:cNvSpPr/>
      </dsp:nvSpPr>
      <dsp:spPr>
        <a:xfrm>
          <a:off x="342" y="1199434"/>
          <a:ext cx="2579579" cy="1225718"/>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687" tIns="111283" rIns="116687" bIns="111283" numCol="1" spcCol="1270" anchor="ctr" anchorCtr="0">
          <a:noAutofit/>
        </a:bodyPr>
        <a:lstStyle/>
        <a:p>
          <a:pPr marL="0" lvl="0" indent="0" algn="l" defTabSz="800100">
            <a:lnSpc>
              <a:spcPct val="90000"/>
            </a:lnSpc>
            <a:spcBef>
              <a:spcPct val="0"/>
            </a:spcBef>
            <a:spcAft>
              <a:spcPct val="35000"/>
            </a:spcAft>
            <a:buNone/>
          </a:pPr>
          <a:r>
            <a:rPr lang="en-US" sz="1800" kern="1200"/>
            <a:t>2</a:t>
          </a:r>
          <a:r>
            <a:rPr lang="en-US" sz="1800" kern="1200">
              <a:latin typeface="Avenir Next LT Pro"/>
              <a:ea typeface="+mn-ea"/>
              <a:cs typeface="+mn-cs"/>
            </a:rPr>
            <a:t>.For Balance Between Accuracy and Speed:</a:t>
          </a:r>
        </a:p>
      </dsp:txBody>
      <dsp:txXfrm>
        <a:off x="342" y="1199434"/>
        <a:ext cx="2579579" cy="1225718"/>
      </dsp:txXfrm>
    </dsp:sp>
    <dsp:sp modelId="{3D892DCF-FDFB-4924-A5A3-658BA72035C7}">
      <dsp:nvSpPr>
        <dsp:cNvPr id="0" name=""/>
        <dsp:cNvSpPr/>
      </dsp:nvSpPr>
      <dsp:spPr>
        <a:xfrm>
          <a:off x="2574008" y="2503997"/>
          <a:ext cx="8830187" cy="928261"/>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6500" tIns="286156" rIns="176500" bIns="286156" numCol="1" spcCol="1270" anchor="ctr" anchorCtr="0">
          <a:noAutofit/>
        </a:bodyPr>
        <a:lstStyle/>
        <a:p>
          <a:pPr marL="0" lvl="0" indent="0" algn="l" defTabSz="711200">
            <a:lnSpc>
              <a:spcPct val="90000"/>
            </a:lnSpc>
            <a:spcBef>
              <a:spcPct val="0"/>
            </a:spcBef>
            <a:spcAft>
              <a:spcPct val="35000"/>
            </a:spcAft>
            <a:buNone/>
          </a:pPr>
          <a:r>
            <a:rPr lang="en-US" sz="1600" b="1" kern="1200"/>
            <a:t>Choose Logistic Regression or SVM:</a:t>
          </a:r>
          <a:r>
            <a:rPr lang="en-US" sz="1600" kern="1200"/>
            <a:t> Both models strike a balance between performance and simplicity, ideal for applications requiring interpretable models or quicker deployment.</a:t>
          </a:r>
        </a:p>
      </dsp:txBody>
      <dsp:txXfrm>
        <a:off x="2574008" y="2503997"/>
        <a:ext cx="8830187" cy="928261"/>
      </dsp:txXfrm>
    </dsp:sp>
    <dsp:sp modelId="{6B8162A0-6907-40B1-8DBD-84275379615A}">
      <dsp:nvSpPr>
        <dsp:cNvPr id="0" name=""/>
        <dsp:cNvSpPr/>
      </dsp:nvSpPr>
      <dsp:spPr>
        <a:xfrm>
          <a:off x="342" y="2495964"/>
          <a:ext cx="2572867" cy="940902"/>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341" tIns="111283" rIns="120341" bIns="111283" numCol="1" spcCol="1270" anchor="ctr" anchorCtr="0">
          <a:noAutofit/>
        </a:bodyPr>
        <a:lstStyle/>
        <a:p>
          <a:pPr marL="0" lvl="0" indent="0" algn="l" defTabSz="800100">
            <a:lnSpc>
              <a:spcPct val="90000"/>
            </a:lnSpc>
            <a:spcBef>
              <a:spcPct val="0"/>
            </a:spcBef>
            <a:spcAft>
              <a:spcPct val="35000"/>
            </a:spcAft>
            <a:buNone/>
          </a:pPr>
          <a:r>
            <a:rPr lang="en-US" sz="1800" kern="1200"/>
            <a:t>3.For Interpretability &amp; Moderate Accuracy:</a:t>
          </a:r>
        </a:p>
      </dsp:txBody>
      <dsp:txXfrm>
        <a:off x="342" y="2495964"/>
        <a:ext cx="2572867" cy="940902"/>
      </dsp:txXfrm>
    </dsp:sp>
    <dsp:sp modelId="{6E2D2524-BD3E-43A2-9B76-C598381CAA75}">
      <dsp:nvSpPr>
        <dsp:cNvPr id="0" name=""/>
        <dsp:cNvSpPr/>
      </dsp:nvSpPr>
      <dsp:spPr>
        <a:xfrm>
          <a:off x="2545334" y="3504463"/>
          <a:ext cx="8856070" cy="1126599"/>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832" tIns="286156" rIns="171832" bIns="286156" numCol="1" spcCol="1270" anchor="ctr" anchorCtr="0">
          <a:noAutofit/>
        </a:bodyPr>
        <a:lstStyle/>
        <a:p>
          <a:pPr marL="0" lvl="0" indent="0" algn="l" defTabSz="711200">
            <a:lnSpc>
              <a:spcPct val="90000"/>
            </a:lnSpc>
            <a:spcBef>
              <a:spcPct val="0"/>
            </a:spcBef>
            <a:spcAft>
              <a:spcPct val="35000"/>
            </a:spcAft>
            <a:buNone/>
          </a:pPr>
          <a:r>
            <a:rPr lang="en-US" sz="1600" b="1" kern="1200"/>
            <a:t>Choose KNN: </a:t>
          </a:r>
          <a:r>
            <a:rPr lang="en-US" sz="1600" kern="1200"/>
            <a:t>Useful in scenarios where computational speed is critical, but its low accuracy limits its applicability.</a:t>
          </a:r>
        </a:p>
      </dsp:txBody>
      <dsp:txXfrm>
        <a:off x="2545334" y="3504463"/>
        <a:ext cx="8856070" cy="1126599"/>
      </dsp:txXfrm>
    </dsp:sp>
    <dsp:sp modelId="{8824EAA9-CA37-4C2D-9B18-CD43A0E6CFFC}">
      <dsp:nvSpPr>
        <dsp:cNvPr id="0" name=""/>
        <dsp:cNvSpPr/>
      </dsp:nvSpPr>
      <dsp:spPr>
        <a:xfrm>
          <a:off x="342" y="3504463"/>
          <a:ext cx="2544991" cy="1126599"/>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158" tIns="111283" rIns="117158" bIns="111283" numCol="1" spcCol="1270" anchor="ctr" anchorCtr="0">
          <a:noAutofit/>
        </a:bodyPr>
        <a:lstStyle/>
        <a:p>
          <a:pPr marL="0" lvl="0" indent="0" algn="l" defTabSz="800100">
            <a:lnSpc>
              <a:spcPct val="90000"/>
            </a:lnSpc>
            <a:spcBef>
              <a:spcPct val="0"/>
            </a:spcBef>
            <a:spcAft>
              <a:spcPct val="35000"/>
            </a:spcAft>
            <a:buNone/>
          </a:pPr>
          <a:r>
            <a:rPr lang="en-US" sz="1800" kern="1200"/>
            <a:t>4.For Speed with Limited Accuracy:</a:t>
          </a:r>
        </a:p>
      </dsp:txBody>
      <dsp:txXfrm>
        <a:off x="342" y="3504463"/>
        <a:ext cx="2544991" cy="1126599"/>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7779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728250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020397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65538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0565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722701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73723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07788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223786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0648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12/1/2024</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3778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12/1/2024</a:t>
            </a:fld>
            <a:endParaRPr lang="en-US"/>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00042489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smmweighless.com/preventable-cost-obesity/"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archive.ics.uci.edu/dataset/544/estimation+of+obesity+levels+based+on+eating+habits+and+physical+conditio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5" name="Rectangle 314">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16" name="Freeform: Shape 315">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317" name="Freeform: Shape 316">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230" name="Freeform: Shape 229">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18"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319" name="Freeform: Shape 318">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0" name="Freeform: Shape 319">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1" name="Freeform: Shape 320">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22" name="Freeform: Shape 321">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3" name="Freeform: Shape 322">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24" name="Freeform: Shape 323">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39" name="Freeform: Shape 238">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325"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26" name="Freeform: Shape 325">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7" name="Freeform: Shape 326">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8" name="Freeform: Shape 327">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9" name="Freeform: Shape 328">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0" name="Freeform: Shape 329">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1" name="Freeform: Shape 330">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2" name="Freeform: Shape 331">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33" name="Rectangle 33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52" name="Rectangle 251">
            <a:extLst>
              <a:ext uri="{FF2B5EF4-FFF2-40B4-BE49-F238E27FC236}">
                <a16:creationId xmlns:a16="http://schemas.microsoft.com/office/drawing/2014/main" id="{FBFC6891-CBA5-427E-98AC-BF56BB033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52DF53B1-2853-60C4-609F-78A9D3D7C02D}"/>
              </a:ext>
            </a:extLst>
          </p:cNvPr>
          <p:cNvSpPr>
            <a:spLocks noGrp="1"/>
          </p:cNvSpPr>
          <p:nvPr>
            <p:ph type="ctrTitle"/>
          </p:nvPr>
        </p:nvSpPr>
        <p:spPr>
          <a:xfrm>
            <a:off x="1238864" y="3718403"/>
            <a:ext cx="10150397" cy="2952557"/>
          </a:xfrm>
        </p:spPr>
        <p:txBody>
          <a:bodyPr vert="horz" lIns="91440" tIns="45720" rIns="91440" bIns="45720" rtlCol="0" anchor="ctr">
            <a:normAutofit/>
          </a:bodyPr>
          <a:lstStyle/>
          <a:p>
            <a:pPr>
              <a:lnSpc>
                <a:spcPct val="90000"/>
              </a:lnSpc>
            </a:pPr>
            <a:r>
              <a:rPr lang="en-US" sz="3600" kern="1200">
                <a:solidFill>
                  <a:schemeClr val="tx2"/>
                </a:solidFill>
              </a:rPr>
              <a:t>Modeling Obesity Risk: The Role of Eating Habits and Physical Health</a:t>
            </a:r>
            <a:br>
              <a:rPr lang="en-US" sz="2400" kern="1200">
                <a:solidFill>
                  <a:schemeClr val="tx2"/>
                </a:solidFill>
                <a:latin typeface="+mj-lt"/>
                <a:ea typeface="+mj-ea"/>
                <a:cs typeface="+mj-cs"/>
              </a:rPr>
            </a:br>
            <a:r>
              <a:rPr lang="en-US" sz="2400" kern="1200">
                <a:solidFill>
                  <a:schemeClr val="tx2"/>
                </a:solidFill>
                <a:latin typeface="+mj-lt"/>
                <a:ea typeface="+mj-ea"/>
                <a:cs typeface="+mj-cs"/>
              </a:rPr>
              <a:t>			</a:t>
            </a:r>
            <a:r>
              <a:rPr lang="en-US" sz="1500" kern="1200">
                <a:solidFill>
                  <a:schemeClr val="tx2"/>
                </a:solidFill>
                <a:latin typeface="+mj-lt"/>
                <a:ea typeface="+mj-ea"/>
                <a:cs typeface="+mj-cs"/>
              </a:rPr>
              <a:t>-A machine </a:t>
            </a:r>
            <a:r>
              <a:rPr lang="en-US" sz="1500" kern="1200">
                <a:solidFill>
                  <a:schemeClr val="tx2"/>
                </a:solidFill>
              </a:rPr>
              <a:t>learning</a:t>
            </a:r>
            <a:r>
              <a:rPr lang="en-US" sz="1500" kern="1200">
                <a:solidFill>
                  <a:schemeClr val="tx2"/>
                </a:solidFill>
                <a:latin typeface="+mj-lt"/>
                <a:ea typeface="+mj-ea"/>
                <a:cs typeface="+mj-cs"/>
              </a:rPr>
              <a:t> approach using the UCI dataset</a:t>
            </a:r>
          </a:p>
        </p:txBody>
      </p:sp>
      <p:grpSp>
        <p:nvGrpSpPr>
          <p:cNvPr id="254" name="Bottom RIght">
            <a:extLst>
              <a:ext uri="{FF2B5EF4-FFF2-40B4-BE49-F238E27FC236}">
                <a16:creationId xmlns:a16="http://schemas.microsoft.com/office/drawing/2014/main" id="{F4436A75-A020-494B-B70E-85CBD21EA3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255" name="Freeform: Shape 254">
              <a:extLst>
                <a:ext uri="{FF2B5EF4-FFF2-40B4-BE49-F238E27FC236}">
                  <a16:creationId xmlns:a16="http://schemas.microsoft.com/office/drawing/2014/main" id="{4D9AC34A-4733-4246-B384-5BBE066AB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256" name="Graphic 157">
              <a:extLst>
                <a:ext uri="{FF2B5EF4-FFF2-40B4-BE49-F238E27FC236}">
                  <a16:creationId xmlns:a16="http://schemas.microsoft.com/office/drawing/2014/main" id="{C84724B9-1248-4CA6-931C-9B9E6300498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58" name="Freeform: Shape 257">
                <a:extLst>
                  <a:ext uri="{FF2B5EF4-FFF2-40B4-BE49-F238E27FC236}">
                    <a16:creationId xmlns:a16="http://schemas.microsoft.com/office/drawing/2014/main" id="{4C9DE4C6-CB01-4D68-93A6-8607C5D23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59" name="Freeform: Shape 258">
                <a:extLst>
                  <a:ext uri="{FF2B5EF4-FFF2-40B4-BE49-F238E27FC236}">
                    <a16:creationId xmlns:a16="http://schemas.microsoft.com/office/drawing/2014/main" id="{C59DA521-D2B0-460E-983D-FAE00EFB20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0" name="Freeform: Shape 259">
                <a:extLst>
                  <a:ext uri="{FF2B5EF4-FFF2-40B4-BE49-F238E27FC236}">
                    <a16:creationId xmlns:a16="http://schemas.microsoft.com/office/drawing/2014/main" id="{09CECFA9-7A18-4264-BC92-C7C99477A7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1" name="Freeform: Shape 260">
                <a:extLst>
                  <a:ext uri="{FF2B5EF4-FFF2-40B4-BE49-F238E27FC236}">
                    <a16:creationId xmlns:a16="http://schemas.microsoft.com/office/drawing/2014/main" id="{701834A6-ABDA-4C9E-A44A-7D52EEDBE1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2" name="Freeform: Shape 261">
                <a:extLst>
                  <a:ext uri="{FF2B5EF4-FFF2-40B4-BE49-F238E27FC236}">
                    <a16:creationId xmlns:a16="http://schemas.microsoft.com/office/drawing/2014/main" id="{3B3C39CA-57CB-43E8-89BC-497ECBAFB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3" name="Freeform: Shape 262">
                <a:extLst>
                  <a:ext uri="{FF2B5EF4-FFF2-40B4-BE49-F238E27FC236}">
                    <a16:creationId xmlns:a16="http://schemas.microsoft.com/office/drawing/2014/main" id="{1B05384B-92F3-4CC1-8748-7BFCD27B7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64" name="Freeform: Shape 263">
                <a:extLst>
                  <a:ext uri="{FF2B5EF4-FFF2-40B4-BE49-F238E27FC236}">
                    <a16:creationId xmlns:a16="http://schemas.microsoft.com/office/drawing/2014/main" id="{C7E4B4AC-919A-46C3-A98F-B36F103A2D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57" name="Freeform: Shape 256">
              <a:extLst>
                <a:ext uri="{FF2B5EF4-FFF2-40B4-BE49-F238E27FC236}">
                  <a16:creationId xmlns:a16="http://schemas.microsoft.com/office/drawing/2014/main" id="{EB61039B-1FD3-401E-83AC-C05C971D1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4" name="Picture 3" descr="An abstract genetic concept">
            <a:extLst>
              <a:ext uri="{FF2B5EF4-FFF2-40B4-BE49-F238E27FC236}">
                <a16:creationId xmlns:a16="http://schemas.microsoft.com/office/drawing/2014/main" id="{F64FF3F7-4B25-AA0D-33B0-1BABDB29A115}"/>
              </a:ext>
            </a:extLst>
          </p:cNvPr>
          <p:cNvPicPr>
            <a:picLocks noChangeAspect="1"/>
          </p:cNvPicPr>
          <p:nvPr/>
        </p:nvPicPr>
        <p:blipFill>
          <a:blip r:embed="rId2"/>
          <a:srcRect t="35359" r="-2" b="29870"/>
          <a:stretch/>
        </p:blipFill>
        <p:spPr>
          <a:xfrm>
            <a:off x="619841" y="10"/>
            <a:ext cx="11084189" cy="3854020"/>
          </a:xfrm>
          <a:custGeom>
            <a:avLst/>
            <a:gdLst/>
            <a:ahLst/>
            <a:cxnLst/>
            <a:rect l="l" t="t" r="r" b="b"/>
            <a:pathLst>
              <a:path w="11084189" h="3854030">
                <a:moveTo>
                  <a:pt x="0" y="0"/>
                </a:moveTo>
                <a:lnTo>
                  <a:pt x="11084189" y="0"/>
                </a:lnTo>
                <a:lnTo>
                  <a:pt x="11061526" y="105743"/>
                </a:lnTo>
                <a:cubicBezTo>
                  <a:pt x="10536187" y="2244886"/>
                  <a:pt x="8264669" y="3854030"/>
                  <a:pt x="5542096" y="3854030"/>
                </a:cubicBezTo>
                <a:cubicBezTo>
                  <a:pt x="2819521" y="3854030"/>
                  <a:pt x="548003" y="2244886"/>
                  <a:pt x="22664" y="105743"/>
                </a:cubicBezTo>
                <a:close/>
              </a:path>
            </a:pathLst>
          </a:custGeom>
        </p:spPr>
      </p:pic>
      <p:grpSp>
        <p:nvGrpSpPr>
          <p:cNvPr id="266" name="Top Left">
            <a:extLst>
              <a:ext uri="{FF2B5EF4-FFF2-40B4-BE49-F238E27FC236}">
                <a16:creationId xmlns:a16="http://schemas.microsoft.com/office/drawing/2014/main" id="{DB8ED0A1-FF45-4EE6-ADE8-2F2ED0D394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10849" y="15178"/>
            <a:chExt cx="2198951" cy="3331254"/>
          </a:xfrm>
        </p:grpSpPr>
        <p:sp>
          <p:nvSpPr>
            <p:cNvPr id="267" name="Freeform: Shape 266">
              <a:extLst>
                <a:ext uri="{FF2B5EF4-FFF2-40B4-BE49-F238E27FC236}">
                  <a16:creationId xmlns:a16="http://schemas.microsoft.com/office/drawing/2014/main" id="{71A8A514-3FF4-4ADA-AF55-B44C969B5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268" name="Freeform: Shape 267">
              <a:extLst>
                <a:ext uri="{FF2B5EF4-FFF2-40B4-BE49-F238E27FC236}">
                  <a16:creationId xmlns:a16="http://schemas.microsoft.com/office/drawing/2014/main" id="{AEDA4578-CC87-43DF-B783-3B5D770C3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269" name="Freeform: Shape 268">
              <a:extLst>
                <a:ext uri="{FF2B5EF4-FFF2-40B4-BE49-F238E27FC236}">
                  <a16:creationId xmlns:a16="http://schemas.microsoft.com/office/drawing/2014/main" id="{FB4F1C15-5B2E-483A-AA12-C47B50007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70" name="Freeform: Shape 269">
              <a:extLst>
                <a:ext uri="{FF2B5EF4-FFF2-40B4-BE49-F238E27FC236}">
                  <a16:creationId xmlns:a16="http://schemas.microsoft.com/office/drawing/2014/main" id="{AEF72001-4788-44E6-8592-7099340CA3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71" name="Freeform: Shape 270">
              <a:extLst>
                <a:ext uri="{FF2B5EF4-FFF2-40B4-BE49-F238E27FC236}">
                  <a16:creationId xmlns:a16="http://schemas.microsoft.com/office/drawing/2014/main" id="{EA8C8919-696C-4290-B3EE-DDC5EDA43C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72" name="Freeform: Shape 271">
              <a:extLst>
                <a:ext uri="{FF2B5EF4-FFF2-40B4-BE49-F238E27FC236}">
                  <a16:creationId xmlns:a16="http://schemas.microsoft.com/office/drawing/2014/main" id="{437F8271-7580-41CA-B352-6393A3EA87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73" name="Freeform: Shape 272">
              <a:extLst>
                <a:ext uri="{FF2B5EF4-FFF2-40B4-BE49-F238E27FC236}">
                  <a16:creationId xmlns:a16="http://schemas.microsoft.com/office/drawing/2014/main" id="{1E1B97F8-5B65-43A1-9BC3-FEF0AD7C7A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Tree>
    <p:extLst>
      <p:ext uri="{BB962C8B-B14F-4D97-AF65-F5344CB8AC3E}">
        <p14:creationId xmlns:p14="http://schemas.microsoft.com/office/powerpoint/2010/main" val="3473729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0" name="Rectangle 4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52" name="Top left">
            <a:extLst>
              <a:ext uri="{FF2B5EF4-FFF2-40B4-BE49-F238E27FC236}">
                <a16:creationId xmlns:a16="http://schemas.microsoft.com/office/drawing/2014/main" id="{32D15CB3-AC64-41F7-86F8-22A111F3D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53" name="Freeform: Shape 52">
              <a:extLst>
                <a:ext uri="{FF2B5EF4-FFF2-40B4-BE49-F238E27FC236}">
                  <a16:creationId xmlns:a16="http://schemas.microsoft.com/office/drawing/2014/main" id="{9B8FAC53-55F6-4B51-8FAD-977E5E7D7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54" name="Freeform: Shape 53">
              <a:extLst>
                <a:ext uri="{FF2B5EF4-FFF2-40B4-BE49-F238E27FC236}">
                  <a16:creationId xmlns:a16="http://schemas.microsoft.com/office/drawing/2014/main" id="{BC29D267-CD4D-4FD7-8F45-1C8FB4235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 name="Freeform: Shape 54">
              <a:extLst>
                <a:ext uri="{FF2B5EF4-FFF2-40B4-BE49-F238E27FC236}">
                  <a16:creationId xmlns:a16="http://schemas.microsoft.com/office/drawing/2014/main" id="{0EFC9A2B-D1CA-4247-836D-EAB80EB5E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F4F9AB28-B3F0-425B-8E51-E16DDB853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891B00CE-2CF5-4DF1-A345-4516E2E83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8B332657-F1E9-428F-BA70-8DD848E55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766A6EF8-94C7-4127-9EF9-584AD6885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3B1C2001-8549-4C7B-86AB-049B0C99E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1">
            <a:extLst>
              <a:ext uri="{FF2B5EF4-FFF2-40B4-BE49-F238E27FC236}">
                <a16:creationId xmlns:a16="http://schemas.microsoft.com/office/drawing/2014/main" id="{887BDB39-66CB-6A49-C496-B96D1F003E82}"/>
              </a:ext>
            </a:extLst>
          </p:cNvPr>
          <p:cNvSpPr>
            <a:spLocks noGrp="1"/>
          </p:cNvSpPr>
          <p:nvPr>
            <p:ph type="title"/>
          </p:nvPr>
        </p:nvSpPr>
        <p:spPr>
          <a:xfrm>
            <a:off x="1198181" y="168425"/>
            <a:ext cx="9988166" cy="1499401"/>
          </a:xfrm>
        </p:spPr>
        <p:txBody>
          <a:bodyPr>
            <a:normAutofit/>
          </a:bodyPr>
          <a:lstStyle/>
          <a:p>
            <a:pPr algn="ctr"/>
            <a:r>
              <a:rPr lang="en-US"/>
              <a:t>Contents</a:t>
            </a:r>
          </a:p>
        </p:txBody>
      </p:sp>
      <p:grpSp>
        <p:nvGrpSpPr>
          <p:cNvPr id="62" name="Bottom Right">
            <a:extLst>
              <a:ext uri="{FF2B5EF4-FFF2-40B4-BE49-F238E27FC236}">
                <a16:creationId xmlns:a16="http://schemas.microsoft.com/office/drawing/2014/main" id="{921D9B61-CDA2-49D1-82AA-534691496F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63" name="Graphic 157">
              <a:extLst>
                <a:ext uri="{FF2B5EF4-FFF2-40B4-BE49-F238E27FC236}">
                  <a16:creationId xmlns:a16="http://schemas.microsoft.com/office/drawing/2014/main" id="{A202591B-301C-460E-801A-4C116AC08C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65" name="Freeform: Shape 64">
                <a:extLst>
                  <a:ext uri="{FF2B5EF4-FFF2-40B4-BE49-F238E27FC236}">
                    <a16:creationId xmlns:a16="http://schemas.microsoft.com/office/drawing/2014/main" id="{257EC7EC-4934-4A65-B3AA-6AE3BD073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6" name="Freeform: Shape 65">
                <a:extLst>
                  <a:ext uri="{FF2B5EF4-FFF2-40B4-BE49-F238E27FC236}">
                    <a16:creationId xmlns:a16="http://schemas.microsoft.com/office/drawing/2014/main" id="{201FEC27-F3E2-41E5-8C3B-FF66A13D8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7" name="Freeform: Shape 66">
                <a:extLst>
                  <a:ext uri="{FF2B5EF4-FFF2-40B4-BE49-F238E27FC236}">
                    <a16:creationId xmlns:a16="http://schemas.microsoft.com/office/drawing/2014/main" id="{CBFE67A7-A995-43D6-8414-EBB2A758A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8" name="Freeform: Shape 67">
                <a:extLst>
                  <a:ext uri="{FF2B5EF4-FFF2-40B4-BE49-F238E27FC236}">
                    <a16:creationId xmlns:a16="http://schemas.microsoft.com/office/drawing/2014/main" id="{6DB28E40-FF5E-459D-B516-A16554BBB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9" name="Freeform: Shape 68">
                <a:extLst>
                  <a:ext uri="{FF2B5EF4-FFF2-40B4-BE49-F238E27FC236}">
                    <a16:creationId xmlns:a16="http://schemas.microsoft.com/office/drawing/2014/main" id="{9724247A-6615-4D27-80F0-339276282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0" name="Freeform: Shape 69">
                <a:extLst>
                  <a:ext uri="{FF2B5EF4-FFF2-40B4-BE49-F238E27FC236}">
                    <a16:creationId xmlns:a16="http://schemas.microsoft.com/office/drawing/2014/main" id="{495168B2-CEF6-486B-AD0C-D063CDD98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Freeform: Shape 70">
                <a:extLst>
                  <a:ext uri="{FF2B5EF4-FFF2-40B4-BE49-F238E27FC236}">
                    <a16:creationId xmlns:a16="http://schemas.microsoft.com/office/drawing/2014/main" id="{E27C133D-9749-4B34-9018-29F3FF86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64" name="Freeform: Shape 63">
              <a:extLst>
                <a:ext uri="{FF2B5EF4-FFF2-40B4-BE49-F238E27FC236}">
                  <a16:creationId xmlns:a16="http://schemas.microsoft.com/office/drawing/2014/main" id="{10388060-18B7-4BD6-A3C5-F6B8E1467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7" name="Content Placeholder 2">
            <a:extLst>
              <a:ext uri="{FF2B5EF4-FFF2-40B4-BE49-F238E27FC236}">
                <a16:creationId xmlns:a16="http://schemas.microsoft.com/office/drawing/2014/main" id="{0F76183E-7DFE-CA68-9CDA-616E2DCDD6C2}"/>
              </a:ext>
            </a:extLst>
          </p:cNvPr>
          <p:cNvGraphicFramePr>
            <a:graphicFrameLocks noGrp="1"/>
          </p:cNvGraphicFramePr>
          <p:nvPr>
            <p:ph idx="1"/>
            <p:extLst>
              <p:ext uri="{D42A27DB-BD31-4B8C-83A1-F6EECF244321}">
                <p14:modId xmlns:p14="http://schemas.microsoft.com/office/powerpoint/2010/main" val="19754756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5292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1286FD-0518-7A93-3CFA-47DC6BA77DE1}"/>
              </a:ext>
            </a:extLst>
          </p:cNvPr>
          <p:cNvSpPr>
            <a:spLocks noGrp="1"/>
          </p:cNvSpPr>
          <p:nvPr>
            <p:ph idx="1"/>
          </p:nvPr>
        </p:nvSpPr>
        <p:spPr>
          <a:xfrm>
            <a:off x="897192" y="1253331"/>
            <a:ext cx="10699679" cy="4351338"/>
          </a:xfrm>
        </p:spPr>
        <p:txBody>
          <a:bodyPr vert="horz" lIns="91440" tIns="45720" rIns="91440" bIns="45720" rtlCol="0" anchor="t">
            <a:normAutofit/>
          </a:bodyPr>
          <a:lstStyle/>
          <a:p>
            <a:pPr marL="0" indent="0" algn="ctr">
              <a:buNone/>
            </a:pPr>
            <a:r>
              <a:rPr lang="en-IN" sz="3200" b="1" u="sng" dirty="0"/>
              <a:t>Team Introduction</a:t>
            </a:r>
            <a:endParaRPr lang="en-IN" sz="3200" b="1" u="sng"/>
          </a:p>
          <a:p>
            <a:pPr marL="0" indent="0" algn="ctr">
              <a:buNone/>
            </a:pPr>
            <a:endParaRPr lang="en-IN" sz="3200" u="sng"/>
          </a:p>
          <a:p>
            <a:pPr marL="0" indent="0" algn="ctr">
              <a:buNone/>
            </a:pPr>
            <a:r>
              <a:rPr lang="en-IN" sz="3200" dirty="0"/>
              <a:t>Meghana </a:t>
            </a:r>
            <a:r>
              <a:rPr lang="en-IN" sz="3200" err="1"/>
              <a:t>Santhoshi</a:t>
            </a:r>
            <a:r>
              <a:rPr lang="en-IN" sz="3200" dirty="0"/>
              <a:t> Kandagatla – U41694366</a:t>
            </a:r>
          </a:p>
          <a:p>
            <a:pPr marL="0" indent="0" algn="ctr">
              <a:buNone/>
            </a:pPr>
            <a:r>
              <a:rPr lang="en-IN" sz="3200" dirty="0"/>
              <a:t>Geetha </a:t>
            </a:r>
            <a:r>
              <a:rPr lang="en-IN" sz="3200" err="1"/>
              <a:t>Sathyasri</a:t>
            </a:r>
            <a:r>
              <a:rPr lang="en-IN" sz="3200" dirty="0"/>
              <a:t> Reddi - </a:t>
            </a:r>
            <a:r>
              <a:rPr lang="en-IN" sz="3200" dirty="0">
                <a:ea typeface="+mn-lt"/>
                <a:cs typeface="+mn-lt"/>
              </a:rPr>
              <a:t>U28303668</a:t>
            </a:r>
          </a:p>
          <a:p>
            <a:pPr marL="0" indent="0" algn="ctr">
              <a:buNone/>
            </a:pPr>
            <a:r>
              <a:rPr lang="en-IN" sz="3200" dirty="0"/>
              <a:t>Venkata Sai Kolla - U58085203</a:t>
            </a:r>
          </a:p>
          <a:p>
            <a:pPr marL="0" indent="0" algn="ctr">
              <a:buNone/>
            </a:pPr>
            <a:r>
              <a:rPr lang="en-IN" sz="3200" err="1"/>
              <a:t>Revanth</a:t>
            </a:r>
            <a:r>
              <a:rPr lang="en-IN" sz="3200" dirty="0"/>
              <a:t> Malisetty - U28694758</a:t>
            </a:r>
          </a:p>
        </p:txBody>
      </p:sp>
    </p:spTree>
    <p:extLst>
      <p:ext uri="{BB962C8B-B14F-4D97-AF65-F5344CB8AC3E}">
        <p14:creationId xmlns:p14="http://schemas.microsoft.com/office/powerpoint/2010/main" val="307583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9" name="Rectangle 3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1" name="Top Left">
            <a:extLst>
              <a:ext uri="{FF2B5EF4-FFF2-40B4-BE49-F238E27FC236}">
                <a16:creationId xmlns:a16="http://schemas.microsoft.com/office/drawing/2014/main" id="{D6CB783F-4879-4A56-B28A-1E2C9A95D4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2" name="Freeform: Shape 41">
              <a:extLst>
                <a:ext uri="{FF2B5EF4-FFF2-40B4-BE49-F238E27FC236}">
                  <a16:creationId xmlns:a16="http://schemas.microsoft.com/office/drawing/2014/main" id="{F03B7790-AC1F-4C9E-82A5-0D3ED9135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3" name="Freeform: Shape 42">
              <a:extLst>
                <a:ext uri="{FF2B5EF4-FFF2-40B4-BE49-F238E27FC236}">
                  <a16:creationId xmlns:a16="http://schemas.microsoft.com/office/drawing/2014/main" id="{24F41532-E3DD-4685-AF21-DC5A504FC8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E5153570-165D-4616-83D8-9A81A85947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78D218DB-9E8A-400D-A93E-5F3A437BDF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7FD9BE2F-E553-4E8C-A576-FF0883CD7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1DB66DC4-9D1C-4972-9B69-92E0B38ED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458D61B9-00C6-41E7-8666-EE5685A62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60701468-47AF-4411-BA59-AE2B83A64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9E40EB18-A032-60CB-009E-5CE775C0F405}"/>
              </a:ext>
            </a:extLst>
          </p:cNvPr>
          <p:cNvSpPr>
            <a:spLocks noGrp="1"/>
          </p:cNvSpPr>
          <p:nvPr>
            <p:ph type="title"/>
          </p:nvPr>
        </p:nvSpPr>
        <p:spPr>
          <a:xfrm>
            <a:off x="616178" y="317945"/>
            <a:ext cx="10246228" cy="1354904"/>
          </a:xfrm>
        </p:spPr>
        <p:txBody>
          <a:bodyPr anchor="t">
            <a:normAutofit/>
          </a:bodyPr>
          <a:lstStyle/>
          <a:p>
            <a:r>
              <a:rPr lang="en-US"/>
              <a:t>Business Problem &amp; Motivation</a:t>
            </a:r>
          </a:p>
        </p:txBody>
      </p:sp>
      <p:grpSp>
        <p:nvGrpSpPr>
          <p:cNvPr id="51" name="Bottom Right">
            <a:extLst>
              <a:ext uri="{FF2B5EF4-FFF2-40B4-BE49-F238E27FC236}">
                <a16:creationId xmlns:a16="http://schemas.microsoft.com/office/drawing/2014/main" id="{9028FA34-8D15-405C-A297-54A197D403D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2" name="Freeform: Shape 51">
              <a:extLst>
                <a:ext uri="{FF2B5EF4-FFF2-40B4-BE49-F238E27FC236}">
                  <a16:creationId xmlns:a16="http://schemas.microsoft.com/office/drawing/2014/main" id="{8AED69D7-BD1D-491F-835F-95796C4DF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53" name="Graphic 157">
              <a:extLst>
                <a:ext uri="{FF2B5EF4-FFF2-40B4-BE49-F238E27FC236}">
                  <a16:creationId xmlns:a16="http://schemas.microsoft.com/office/drawing/2014/main" id="{9E8BC73D-4B2E-4536-8B48-265F656A83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5" name="Freeform: Shape 54">
                <a:extLst>
                  <a:ext uri="{FF2B5EF4-FFF2-40B4-BE49-F238E27FC236}">
                    <a16:creationId xmlns:a16="http://schemas.microsoft.com/office/drawing/2014/main" id="{3DD0BD99-2EC5-440C-A81F-C604BF4118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4BDB05EC-0C9A-43B3-A6AB-3D4A0C9700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D0EC4D5A-F9ED-429B-8EFF-D45EA7165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D8E5202A-45FC-4ACF-A728-CEE4E4842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61AE8ADB-4E56-4A59-94AA-54D5CD6032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E4A7AC17-663B-456E-984D-5322ADFA32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B2E6C460-0C43-446E-A206-1C62381E81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4" name="Freeform: Shape 53">
              <a:extLst>
                <a:ext uri="{FF2B5EF4-FFF2-40B4-BE49-F238E27FC236}">
                  <a16:creationId xmlns:a16="http://schemas.microsoft.com/office/drawing/2014/main" id="{667203C1-C538-43DB-ADAF-111F27A2B5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4F9694B8-DEEB-0D28-0CA7-FF0D305933F1}"/>
              </a:ext>
            </a:extLst>
          </p:cNvPr>
          <p:cNvSpPr>
            <a:spLocks noGrp="1"/>
          </p:cNvSpPr>
          <p:nvPr>
            <p:ph idx="1"/>
          </p:nvPr>
        </p:nvSpPr>
        <p:spPr>
          <a:xfrm>
            <a:off x="4668655" y="1160979"/>
            <a:ext cx="6914671" cy="5352107"/>
          </a:xfrm>
        </p:spPr>
        <p:txBody>
          <a:bodyPr anchor="ctr">
            <a:normAutofit/>
          </a:bodyPr>
          <a:lstStyle/>
          <a:p>
            <a:pPr marL="0" indent="0">
              <a:lnSpc>
                <a:spcPct val="100000"/>
              </a:lnSpc>
              <a:buNone/>
            </a:pPr>
            <a:r>
              <a:rPr lang="en-US" sz="1800"/>
              <a:t>Obesity is a serious health concern that can lead to various physical problems and affect a person’s overall quality of life. As awareness grows, people are becoming more interested in understanding the factors that contribute to obesity and finding ways to predict its development.</a:t>
            </a:r>
          </a:p>
          <a:p>
            <a:pPr marL="0" indent="0">
              <a:lnSpc>
                <a:spcPct val="100000"/>
              </a:lnSpc>
              <a:buNone/>
            </a:pPr>
            <a:r>
              <a:rPr lang="en-US" sz="1800"/>
              <a:t>The issue is especially troubling because obesity is closely linked to cardiovascular diseases, and many developing countries are starting to see a rise in these health challenges.</a:t>
            </a:r>
          </a:p>
          <a:p>
            <a:pPr marL="0" indent="0">
              <a:lnSpc>
                <a:spcPct val="100000"/>
              </a:lnSpc>
              <a:buNone/>
            </a:pPr>
            <a:endParaRPr lang="en-US" sz="1600"/>
          </a:p>
          <a:p>
            <a:pPr marL="0" indent="0">
              <a:lnSpc>
                <a:spcPct val="100000"/>
              </a:lnSpc>
              <a:buNone/>
            </a:pPr>
            <a:r>
              <a:rPr lang="en-US" sz="2200" b="1"/>
              <a:t>Problem statement:</a:t>
            </a:r>
          </a:p>
          <a:p>
            <a:pPr marL="0" indent="0">
              <a:lnSpc>
                <a:spcPct val="100000"/>
              </a:lnSpc>
              <a:buNone/>
            </a:pPr>
            <a:r>
              <a:rPr lang="en-US" sz="1800"/>
              <a:t>The main aim of this project is to create a machine learning model that can predict obesity levels by analyzing factors like eating habits, physical condition, and other lifestyle elements. This could help identify at-risk individuals and promote healthier lifestyles.</a:t>
            </a:r>
          </a:p>
        </p:txBody>
      </p:sp>
      <p:pic>
        <p:nvPicPr>
          <p:cNvPr id="5" name="Picture 4">
            <a:extLst>
              <a:ext uri="{FF2B5EF4-FFF2-40B4-BE49-F238E27FC236}">
                <a16:creationId xmlns:a16="http://schemas.microsoft.com/office/drawing/2014/main" id="{06F5766F-481A-8459-81DF-FC01717ACBE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69642" y="2362589"/>
            <a:ext cx="4395947" cy="3097972"/>
          </a:xfrm>
          <a:prstGeom prst="rect">
            <a:avLst/>
          </a:prstGeom>
        </p:spPr>
      </p:pic>
    </p:spTree>
    <p:extLst>
      <p:ext uri="{BB962C8B-B14F-4D97-AF65-F5344CB8AC3E}">
        <p14:creationId xmlns:p14="http://schemas.microsoft.com/office/powerpoint/2010/main" val="910221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019B3-6ACB-4713-270D-9B9CF3AF368D}"/>
              </a:ext>
            </a:extLst>
          </p:cNvPr>
          <p:cNvSpPr>
            <a:spLocks noGrp="1"/>
          </p:cNvSpPr>
          <p:nvPr>
            <p:ph idx="1"/>
          </p:nvPr>
        </p:nvSpPr>
        <p:spPr>
          <a:xfrm>
            <a:off x="482885" y="700135"/>
            <a:ext cx="10870915" cy="6000108"/>
          </a:xfrm>
        </p:spPr>
        <p:txBody>
          <a:bodyPr vert="horz" lIns="91440" tIns="45720" rIns="91440" bIns="45720" rtlCol="0" anchor="t">
            <a:normAutofit/>
          </a:bodyPr>
          <a:lstStyle/>
          <a:p>
            <a:pPr marL="0" indent="0" algn="ctr">
              <a:buNone/>
            </a:pPr>
            <a:r>
              <a:rPr lang="en-US" sz="2100" b="1" i="0">
                <a:solidFill>
                  <a:srgbClr val="0D0D0D"/>
                </a:solidFill>
                <a:effectLst/>
              </a:rPr>
              <a:t>Why We Need Obesity Predictive Tools?</a:t>
            </a:r>
          </a:p>
          <a:p>
            <a:pPr lvl="1">
              <a:buFont typeface="Arial" panose="020B0604020202020204" pitchFamily="34" charset="0"/>
              <a:buChar char="•"/>
            </a:pPr>
            <a:r>
              <a:rPr lang="en-US" sz="2000" b="0" i="0">
                <a:solidFill>
                  <a:srgbClr val="0D0D0D"/>
                </a:solidFill>
                <a:effectLst/>
              </a:rPr>
              <a:t>Identify at-risk individuals early for timely interventions.</a:t>
            </a:r>
          </a:p>
          <a:p>
            <a:pPr lvl="1">
              <a:buFont typeface="Arial" panose="020B0604020202020204" pitchFamily="34" charset="0"/>
              <a:buChar char="•"/>
            </a:pPr>
            <a:r>
              <a:rPr lang="en-US" sz="2000" b="0" i="0">
                <a:solidFill>
                  <a:srgbClr val="0D0D0D"/>
                </a:solidFill>
                <a:effectLst/>
              </a:rPr>
              <a:t>Assist public health planning by analyzing obesity trends.</a:t>
            </a:r>
          </a:p>
          <a:p>
            <a:pPr lvl="1">
              <a:buFont typeface="Arial" panose="020B0604020202020204" pitchFamily="34" charset="0"/>
              <a:buChar char="•"/>
            </a:pPr>
            <a:r>
              <a:rPr lang="en-US" sz="2000" b="0" i="0">
                <a:solidFill>
                  <a:srgbClr val="0D0D0D"/>
                </a:solidFill>
                <a:effectLst/>
              </a:rPr>
              <a:t>Reduce healthcare costs through preventive care.</a:t>
            </a:r>
          </a:p>
          <a:p>
            <a:pPr lvl="1">
              <a:buFont typeface="Arial" panose="020B0604020202020204" pitchFamily="34" charset="0"/>
              <a:buChar char="•"/>
            </a:pPr>
            <a:r>
              <a:rPr lang="en-US" sz="2000" b="0" i="0">
                <a:solidFill>
                  <a:srgbClr val="0D0D0D"/>
                </a:solidFill>
                <a:effectLst/>
              </a:rPr>
              <a:t>Empower individuals to monitor and improve their habits.</a:t>
            </a:r>
          </a:p>
          <a:p>
            <a:pPr lvl="1">
              <a:buFont typeface="Arial" panose="020B0604020202020204" pitchFamily="34" charset="0"/>
              <a:buChar char="•"/>
            </a:pPr>
            <a:r>
              <a:rPr lang="en-US" sz="2000" b="0" i="0">
                <a:solidFill>
                  <a:srgbClr val="0D0D0D"/>
                </a:solidFill>
                <a:effectLst/>
              </a:rPr>
              <a:t>Support research on the causes and prevention of obesity.</a:t>
            </a:r>
          </a:p>
          <a:p>
            <a:pPr lvl="1">
              <a:buFont typeface="Arial" panose="020B0604020202020204" pitchFamily="34" charset="0"/>
              <a:buChar char="•"/>
            </a:pPr>
            <a:r>
              <a:rPr lang="en-US" sz="2000" b="0" i="0">
                <a:solidFill>
                  <a:srgbClr val="0D0D0D"/>
                </a:solidFill>
                <a:effectLst/>
              </a:rPr>
              <a:t>Address the rising global obesity epidemic with proactive strategies.</a:t>
            </a:r>
          </a:p>
          <a:p>
            <a:pPr marL="457200" lvl="1" indent="0">
              <a:buNone/>
            </a:pPr>
            <a:endParaRPr lang="en-US" sz="2000" b="1">
              <a:ea typeface="+mn-lt"/>
              <a:cs typeface="+mn-lt"/>
            </a:endParaRPr>
          </a:p>
          <a:p>
            <a:pPr marL="0" indent="0" algn="ctr">
              <a:lnSpc>
                <a:spcPct val="100000"/>
              </a:lnSpc>
              <a:buNone/>
            </a:pPr>
            <a:r>
              <a:rPr lang="en-US" sz="2100" b="1">
                <a:ea typeface="+mn-lt"/>
                <a:cs typeface="+mn-lt"/>
              </a:rPr>
              <a:t>Business Context</a:t>
            </a:r>
            <a:endParaRPr lang="en-US" sz="2100">
              <a:ea typeface="+mn-lt"/>
              <a:cs typeface="+mn-lt"/>
            </a:endParaRPr>
          </a:p>
          <a:p>
            <a:pPr marL="0" indent="0">
              <a:lnSpc>
                <a:spcPct val="100000"/>
              </a:lnSpc>
              <a:buNone/>
            </a:pPr>
            <a:r>
              <a:rPr lang="en-US" sz="2000">
                <a:ea typeface="+mn-lt"/>
                <a:cs typeface="+mn-lt"/>
              </a:rPr>
              <a:t>This project leverages machine learning to predict obesity based on eating habits and physical health indicators, enabling organizations to:</a:t>
            </a:r>
          </a:p>
          <a:p>
            <a:pPr lvl="1">
              <a:lnSpc>
                <a:spcPct val="100000"/>
              </a:lnSpc>
              <a:buFont typeface="Arial,Sans-Serif" panose="020B0504020202020204" pitchFamily="34" charset="0"/>
              <a:buChar char="•"/>
            </a:pPr>
            <a:r>
              <a:rPr lang="en-US" sz="2000">
                <a:ea typeface="+mn-lt"/>
                <a:cs typeface="+mn-lt"/>
              </a:rPr>
              <a:t>Provide personalized health recommendations. </a:t>
            </a:r>
          </a:p>
          <a:p>
            <a:pPr lvl="1">
              <a:lnSpc>
                <a:spcPct val="100000"/>
              </a:lnSpc>
              <a:buFont typeface="Arial,Sans-Serif" panose="020B0504020202020204" pitchFamily="34" charset="0"/>
              <a:buChar char="•"/>
            </a:pPr>
            <a:r>
              <a:rPr lang="en-US" sz="2000">
                <a:ea typeface="+mn-lt"/>
                <a:cs typeface="+mn-lt"/>
              </a:rPr>
              <a:t>Develop targeted wellness programs.</a:t>
            </a:r>
          </a:p>
          <a:p>
            <a:pPr lvl="1">
              <a:lnSpc>
                <a:spcPct val="100000"/>
              </a:lnSpc>
              <a:buFont typeface="Arial,Sans-Serif" panose="020B0504020202020204" pitchFamily="34" charset="0"/>
              <a:buChar char="•"/>
            </a:pPr>
            <a:r>
              <a:rPr lang="en-US" sz="2000">
                <a:ea typeface="+mn-lt"/>
                <a:cs typeface="+mn-lt"/>
              </a:rPr>
              <a:t>Support preventative healthcare initiatives.</a:t>
            </a:r>
          </a:p>
          <a:p>
            <a:endParaRPr lang="en-US"/>
          </a:p>
        </p:txBody>
      </p:sp>
    </p:spTree>
    <p:extLst>
      <p:ext uri="{BB962C8B-B14F-4D97-AF65-F5344CB8AC3E}">
        <p14:creationId xmlns:p14="http://schemas.microsoft.com/office/powerpoint/2010/main" val="3987595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8" name="Rectangle 6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0" name="Rectangle 6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3A0A9C66-8ED6-4148-7703-1C983016794B}"/>
              </a:ext>
            </a:extLst>
          </p:cNvPr>
          <p:cNvSpPr>
            <a:spLocks noGrp="1"/>
          </p:cNvSpPr>
          <p:nvPr>
            <p:ph type="title"/>
          </p:nvPr>
        </p:nvSpPr>
        <p:spPr>
          <a:xfrm>
            <a:off x="4536879" y="483336"/>
            <a:ext cx="5518887" cy="1459957"/>
          </a:xfrm>
        </p:spPr>
        <p:txBody>
          <a:bodyPr>
            <a:normAutofit/>
          </a:bodyPr>
          <a:lstStyle/>
          <a:p>
            <a:r>
              <a:rPr lang="en-US"/>
              <a:t>Dataset Overview</a:t>
            </a:r>
          </a:p>
        </p:txBody>
      </p:sp>
      <p:pic>
        <p:nvPicPr>
          <p:cNvPr id="7" name="Graphic 6" descr="Bar chart">
            <a:extLst>
              <a:ext uri="{FF2B5EF4-FFF2-40B4-BE49-F238E27FC236}">
                <a16:creationId xmlns:a16="http://schemas.microsoft.com/office/drawing/2014/main" id="{A4D82805-7804-294E-4B63-96247D6685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1906" y="1017640"/>
            <a:ext cx="4817466" cy="4817466"/>
          </a:xfrm>
          <a:prstGeom prst="rect">
            <a:avLst/>
          </a:prstGeom>
        </p:spPr>
      </p:pic>
      <p:grpSp>
        <p:nvGrpSpPr>
          <p:cNvPr id="72" name="Top left">
            <a:extLst>
              <a:ext uri="{FF2B5EF4-FFF2-40B4-BE49-F238E27FC236}">
                <a16:creationId xmlns:a16="http://schemas.microsoft.com/office/drawing/2014/main" id="{C4F70370-17DE-499D-8256-4F9A352BA9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73" name="Freeform: Shape 72">
              <a:extLst>
                <a:ext uri="{FF2B5EF4-FFF2-40B4-BE49-F238E27FC236}">
                  <a16:creationId xmlns:a16="http://schemas.microsoft.com/office/drawing/2014/main" id="{267F3889-D5A7-4B0B-A5C8-910CE49F90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74" name="Freeform: Shape 73">
              <a:extLst>
                <a:ext uri="{FF2B5EF4-FFF2-40B4-BE49-F238E27FC236}">
                  <a16:creationId xmlns:a16="http://schemas.microsoft.com/office/drawing/2014/main" id="{80968393-494B-4758-914C-AC92C7411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13B9ECD2-208D-4E4C-85C7-86FAEFBCF6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76" name="Freeform: Shape 75">
              <a:extLst>
                <a:ext uri="{FF2B5EF4-FFF2-40B4-BE49-F238E27FC236}">
                  <a16:creationId xmlns:a16="http://schemas.microsoft.com/office/drawing/2014/main" id="{5CEC0DB1-FD35-4E6A-A339-227F3A2D61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77" name="Freeform: Shape 76">
              <a:extLst>
                <a:ext uri="{FF2B5EF4-FFF2-40B4-BE49-F238E27FC236}">
                  <a16:creationId xmlns:a16="http://schemas.microsoft.com/office/drawing/2014/main" id="{FE530033-EC4D-4252-B937-8ABB2D681D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78" name="Freeform: Shape 77">
              <a:extLst>
                <a:ext uri="{FF2B5EF4-FFF2-40B4-BE49-F238E27FC236}">
                  <a16:creationId xmlns:a16="http://schemas.microsoft.com/office/drawing/2014/main" id="{2136133D-A7F2-42FA-B919-60AC41C778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79" name="Freeform: Shape 78">
              <a:extLst>
                <a:ext uri="{FF2B5EF4-FFF2-40B4-BE49-F238E27FC236}">
                  <a16:creationId xmlns:a16="http://schemas.microsoft.com/office/drawing/2014/main" id="{54D267CA-94E7-4FD5-942D-5C3DE29C9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80" name="Freeform: Shape 79">
              <a:extLst>
                <a:ext uri="{FF2B5EF4-FFF2-40B4-BE49-F238E27FC236}">
                  <a16:creationId xmlns:a16="http://schemas.microsoft.com/office/drawing/2014/main" id="{30D7B39F-6C07-4FE8-A354-9F9A12609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82" name="Bottom Right">
            <a:extLst>
              <a:ext uri="{FF2B5EF4-FFF2-40B4-BE49-F238E27FC236}">
                <a16:creationId xmlns:a16="http://schemas.microsoft.com/office/drawing/2014/main" id="{C493BE25-7BED-4AAF-B05A-9EB10C80EF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83" name="Freeform: Shape 82">
              <a:extLst>
                <a:ext uri="{FF2B5EF4-FFF2-40B4-BE49-F238E27FC236}">
                  <a16:creationId xmlns:a16="http://schemas.microsoft.com/office/drawing/2014/main" id="{2C74F867-72FD-4FAA-9932-767684A75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84" name="Graphic 157">
              <a:extLst>
                <a:ext uri="{FF2B5EF4-FFF2-40B4-BE49-F238E27FC236}">
                  <a16:creationId xmlns:a16="http://schemas.microsoft.com/office/drawing/2014/main" id="{186A5D6B-01F1-41A2-8AE2-E20E30B0488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86" name="Freeform: Shape 85">
                <a:extLst>
                  <a:ext uri="{FF2B5EF4-FFF2-40B4-BE49-F238E27FC236}">
                    <a16:creationId xmlns:a16="http://schemas.microsoft.com/office/drawing/2014/main" id="{6FB5D595-CCC3-47E7-B8F1-88394EF1FD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87" name="Freeform: Shape 86">
                <a:extLst>
                  <a:ext uri="{FF2B5EF4-FFF2-40B4-BE49-F238E27FC236}">
                    <a16:creationId xmlns:a16="http://schemas.microsoft.com/office/drawing/2014/main" id="{E36CCDE7-57DC-4910-B815-A1C0C0D8D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8" name="Freeform: Shape 87">
                <a:extLst>
                  <a:ext uri="{FF2B5EF4-FFF2-40B4-BE49-F238E27FC236}">
                    <a16:creationId xmlns:a16="http://schemas.microsoft.com/office/drawing/2014/main" id="{005B41E5-C3EB-4C22-B6DE-8928C8314E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89" name="Freeform: Shape 88">
                <a:extLst>
                  <a:ext uri="{FF2B5EF4-FFF2-40B4-BE49-F238E27FC236}">
                    <a16:creationId xmlns:a16="http://schemas.microsoft.com/office/drawing/2014/main" id="{CC24D105-2918-455F-B496-92D82E1BD0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90" name="Freeform: Shape 89">
                <a:extLst>
                  <a:ext uri="{FF2B5EF4-FFF2-40B4-BE49-F238E27FC236}">
                    <a16:creationId xmlns:a16="http://schemas.microsoft.com/office/drawing/2014/main" id="{9FA8C24E-CE9B-4872-9D15-D4B4A24D5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91" name="Freeform: Shape 90">
                <a:extLst>
                  <a:ext uri="{FF2B5EF4-FFF2-40B4-BE49-F238E27FC236}">
                    <a16:creationId xmlns:a16="http://schemas.microsoft.com/office/drawing/2014/main" id="{60726FA3-32BA-48EA-8DCB-23BBFC7188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92" name="Freeform: Shape 91">
                <a:extLst>
                  <a:ext uri="{FF2B5EF4-FFF2-40B4-BE49-F238E27FC236}">
                    <a16:creationId xmlns:a16="http://schemas.microsoft.com/office/drawing/2014/main" id="{BEB3500D-7293-48F7-8F7E-D60FF252C1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85" name="Freeform: Shape 84">
              <a:extLst>
                <a:ext uri="{FF2B5EF4-FFF2-40B4-BE49-F238E27FC236}">
                  <a16:creationId xmlns:a16="http://schemas.microsoft.com/office/drawing/2014/main" id="{C1D84803-4454-41CE-AFB6-447705465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Content Placeholder 2">
            <a:extLst>
              <a:ext uri="{FF2B5EF4-FFF2-40B4-BE49-F238E27FC236}">
                <a16:creationId xmlns:a16="http://schemas.microsoft.com/office/drawing/2014/main" id="{8A0C69CD-12B2-9A97-0218-5EDA695C6317}"/>
              </a:ext>
            </a:extLst>
          </p:cNvPr>
          <p:cNvSpPr>
            <a:spLocks noGrp="1"/>
          </p:cNvSpPr>
          <p:nvPr>
            <p:ph idx="1"/>
          </p:nvPr>
        </p:nvSpPr>
        <p:spPr>
          <a:xfrm>
            <a:off x="4552266" y="1887052"/>
            <a:ext cx="6892439" cy="4629781"/>
          </a:xfrm>
        </p:spPr>
        <p:txBody>
          <a:bodyPr vert="horz" lIns="91440" tIns="45720" rIns="91440" bIns="45720" rtlCol="0" anchor="t">
            <a:normAutofit/>
          </a:bodyPr>
          <a:lstStyle/>
          <a:p>
            <a:pPr marL="0" indent="0">
              <a:lnSpc>
                <a:spcPct val="100000"/>
              </a:lnSpc>
              <a:buNone/>
            </a:pPr>
            <a:r>
              <a:rPr lang="en-US" sz="1600" b="1"/>
              <a:t>Dataset Overview:</a:t>
            </a:r>
            <a:endParaRPr lang="en-US" sz="1600"/>
          </a:p>
          <a:p>
            <a:pPr>
              <a:lnSpc>
                <a:spcPct val="100000"/>
              </a:lnSpc>
              <a:buFont typeface="Arial" panose="020B0604020202020204" pitchFamily="34" charset="0"/>
              <a:buChar char="•"/>
            </a:pPr>
            <a:r>
              <a:rPr lang="en-US" sz="1600"/>
              <a:t>It includes 17 attributes, 8 are numerical, while 9 are categorical.</a:t>
            </a:r>
          </a:p>
          <a:p>
            <a:pPr marL="0" indent="0">
              <a:lnSpc>
                <a:spcPct val="100000"/>
              </a:lnSpc>
              <a:buNone/>
            </a:pPr>
            <a:r>
              <a:rPr lang="en-US" sz="1600" b="1"/>
              <a:t>Key Attributes Include:</a:t>
            </a:r>
            <a:endParaRPr lang="en-US" sz="1600"/>
          </a:p>
          <a:p>
            <a:pPr marL="742950" lvl="1" indent="-285750">
              <a:lnSpc>
                <a:spcPct val="100000"/>
              </a:lnSpc>
              <a:buFont typeface="Arial" panose="020B0604020202020204" pitchFamily="34" charset="0"/>
              <a:buChar char="•"/>
            </a:pPr>
            <a:r>
              <a:rPr lang="en-US" sz="1600"/>
              <a:t>A range of habits and characteristics, including how often people eat high-calorie foods, consume vegetables, number of main meals, and physical activity frequency.</a:t>
            </a:r>
          </a:p>
          <a:p>
            <a:pPr marL="742950" lvl="1" indent="-285750">
              <a:lnSpc>
                <a:spcPct val="100000"/>
              </a:lnSpc>
              <a:buFont typeface="Arial" panose="020B0604020202020204" pitchFamily="34" charset="0"/>
              <a:buChar char="•"/>
            </a:pPr>
            <a:r>
              <a:rPr lang="en-US" sz="1600"/>
              <a:t>Other factors include daily water intake, alcohol consumption, and whether they track their calorie intake.</a:t>
            </a:r>
          </a:p>
          <a:p>
            <a:pPr marL="742950" lvl="1" indent="-285750">
              <a:lnSpc>
                <a:spcPct val="100000"/>
              </a:lnSpc>
              <a:buFont typeface="Arial" panose="020B0604020202020204" pitchFamily="34" charset="0"/>
              <a:buChar char="•"/>
            </a:pPr>
            <a:r>
              <a:rPr lang="en-US" sz="1600"/>
              <a:t>Along with lifestyle factors like technology usage, transportation choices.</a:t>
            </a:r>
          </a:p>
          <a:p>
            <a:pPr marL="742950" lvl="1" indent="-285750">
              <a:lnSpc>
                <a:spcPct val="100000"/>
              </a:lnSpc>
              <a:buFont typeface="Arial" panose="020B0604020202020204" pitchFamily="34" charset="0"/>
              <a:buChar char="•"/>
            </a:pPr>
            <a:r>
              <a:rPr lang="en-US" sz="1600"/>
              <a:t>Personal demographics like gender, age, weight, height, family history of obesity, and smoking habits.</a:t>
            </a:r>
          </a:p>
        </p:txBody>
      </p:sp>
    </p:spTree>
    <p:extLst>
      <p:ext uri="{BB962C8B-B14F-4D97-AF65-F5344CB8AC3E}">
        <p14:creationId xmlns:p14="http://schemas.microsoft.com/office/powerpoint/2010/main" val="184515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C5B3-AB76-44CA-8D8B-1E8D93160958}"/>
              </a:ext>
            </a:extLst>
          </p:cNvPr>
          <p:cNvSpPr>
            <a:spLocks noGrp="1"/>
          </p:cNvSpPr>
          <p:nvPr>
            <p:ph type="title"/>
          </p:nvPr>
        </p:nvSpPr>
        <p:spPr/>
        <p:txBody>
          <a:bodyPr>
            <a:normAutofit/>
          </a:bodyPr>
          <a:lstStyle/>
          <a:p>
            <a:pPr algn="ctr"/>
            <a:r>
              <a:rPr lang="en-US" sz="3600"/>
              <a:t>Review of Previous Solutions to the Problem</a:t>
            </a:r>
          </a:p>
        </p:txBody>
      </p:sp>
      <p:sp>
        <p:nvSpPr>
          <p:cNvPr id="3" name="Content Placeholder 2">
            <a:extLst>
              <a:ext uri="{FF2B5EF4-FFF2-40B4-BE49-F238E27FC236}">
                <a16:creationId xmlns:a16="http://schemas.microsoft.com/office/drawing/2014/main" id="{0FA6F16F-368A-89BC-8E37-7FF816F1034F}"/>
              </a:ext>
            </a:extLst>
          </p:cNvPr>
          <p:cNvSpPr>
            <a:spLocks noGrp="1"/>
          </p:cNvSpPr>
          <p:nvPr>
            <p:ph idx="1"/>
          </p:nvPr>
        </p:nvSpPr>
        <p:spPr>
          <a:xfrm>
            <a:off x="636998" y="1690688"/>
            <a:ext cx="10716802" cy="4656388"/>
          </a:xfrm>
        </p:spPr>
        <p:txBody>
          <a:bodyPr>
            <a:normAutofit fontScale="77500" lnSpcReduction="20000"/>
          </a:bodyPr>
          <a:lstStyle/>
          <a:p>
            <a:r>
              <a:rPr lang="en-US" b="1"/>
              <a:t>Obesity Risk Prediction in Indonesia:</a:t>
            </a:r>
          </a:p>
          <a:p>
            <a:pPr lvl="1">
              <a:buFont typeface="Arial" panose="020B0604020202020204" pitchFamily="34" charset="0"/>
              <a:buChar char="•"/>
            </a:pPr>
            <a:r>
              <a:rPr lang="en-US"/>
              <a:t>Utilized Logistic Regression for predicting obesity in the Indonesian population.</a:t>
            </a:r>
          </a:p>
          <a:p>
            <a:pPr lvl="1">
              <a:buFont typeface="Arial" panose="020B0604020202020204" pitchFamily="34" charset="0"/>
              <a:buChar char="•"/>
            </a:pPr>
            <a:r>
              <a:rPr lang="en-US"/>
              <a:t>Limitation: Lacked depth in variables, excluding crucial factors like genetics and socioeconomic influences. This limited the ability to capture the multifactorial nature of obesity.</a:t>
            </a:r>
          </a:p>
          <a:p>
            <a:pPr marL="228600" marR="0" lvl="0" indent="-228600" algn="l" defTabSz="914400" rtl="0" eaLnBrk="1" fontAlgn="auto" latinLnBrk="0" hangingPunct="1">
              <a:lnSpc>
                <a:spcPct val="110000"/>
              </a:lnSpc>
              <a:spcBef>
                <a:spcPts val="1000"/>
              </a:spcBef>
              <a:spcAft>
                <a:spcPts val="0"/>
              </a:spcAft>
              <a:buClr>
                <a:srgbClr val="68B484"/>
              </a:buClr>
              <a:buSzTx/>
              <a:buFont typeface="Avenir Next LT Pro" panose="020B0504020202020204" pitchFamily="34" charset="0"/>
              <a:buChar char="+"/>
              <a:tabLst/>
              <a:defRPr/>
            </a:pPr>
            <a:r>
              <a:rPr lang="en-US" b="1"/>
              <a:t>Obesity Level Estimation Software based on Decision Trees: </a:t>
            </a:r>
          </a:p>
          <a:p>
            <a:pPr lvl="1">
              <a:spcBef>
                <a:spcPts val="1000"/>
              </a:spcBef>
              <a:buClr>
                <a:srgbClr val="68B484"/>
              </a:buClr>
              <a:buFont typeface="Arial" panose="020B0604020202020204" pitchFamily="34" charset="0"/>
              <a:buChar char="•"/>
              <a:defRPr/>
            </a:pPr>
            <a:r>
              <a:rPr lang="en-US"/>
              <a:t>Classified obesity levels based on parameters like weight and lifestyle using Decision Trees.</a:t>
            </a:r>
          </a:p>
          <a:p>
            <a:pPr lvl="1">
              <a:spcBef>
                <a:spcPts val="1000"/>
              </a:spcBef>
              <a:buClr>
                <a:srgbClr val="68B484"/>
              </a:buClr>
              <a:buFont typeface="Arial" panose="020B0604020202020204" pitchFamily="34" charset="0"/>
              <a:buChar char="•"/>
              <a:defRPr/>
            </a:pPr>
            <a:r>
              <a:rPr lang="en-US"/>
              <a:t>Limitation: Faced overfitting risks with small or imbalanced datasets. Also, Decision trees may miss complex nonlinear relationships.</a:t>
            </a:r>
          </a:p>
          <a:p>
            <a:pPr marL="228600" marR="0" lvl="0" indent="-228600" algn="l" defTabSz="914400" rtl="0" eaLnBrk="1" fontAlgn="auto" latinLnBrk="0" hangingPunct="1">
              <a:lnSpc>
                <a:spcPct val="110000"/>
              </a:lnSpc>
              <a:spcBef>
                <a:spcPts val="1000"/>
              </a:spcBef>
              <a:spcAft>
                <a:spcPts val="0"/>
              </a:spcAft>
              <a:buClr>
                <a:srgbClr val="68B484"/>
              </a:buClr>
              <a:buSzTx/>
              <a:buFont typeface="Avenir Next LT Pro" panose="020B0504020202020204" pitchFamily="34" charset="0"/>
              <a:buChar char="+"/>
              <a:tabLst/>
              <a:defRPr/>
            </a:pPr>
            <a:r>
              <a:rPr lang="en-US" b="1"/>
              <a:t>Machine Learning in Dietary and Physical Activity Patterns: </a:t>
            </a:r>
          </a:p>
          <a:p>
            <a:pPr lvl="1">
              <a:buClr>
                <a:srgbClr val="68B484"/>
              </a:buClr>
              <a:buFont typeface="Arial" panose="020B0604020202020204" pitchFamily="34" charset="0"/>
              <a:buChar char="•"/>
              <a:defRPr/>
            </a:pPr>
            <a:r>
              <a:rPr lang="en-US"/>
              <a:t>Applied various models to predict obesity based on diet and physical activity.</a:t>
            </a:r>
          </a:p>
          <a:p>
            <a:pPr lvl="1">
              <a:buClr>
                <a:srgbClr val="68B484"/>
              </a:buClr>
              <a:buFont typeface="Arial" panose="020B0604020202020204" pitchFamily="34" charset="0"/>
              <a:buChar char="•"/>
              <a:defRPr/>
            </a:pPr>
            <a:r>
              <a:rPr lang="en-US"/>
              <a:t>Limitation: Faced challenges with feature selection, potentially leading to suboptimal model performance, making them less actionable for policymakers.</a:t>
            </a:r>
          </a:p>
        </p:txBody>
      </p:sp>
    </p:spTree>
    <p:extLst>
      <p:ext uri="{BB962C8B-B14F-4D97-AF65-F5344CB8AC3E}">
        <p14:creationId xmlns:p14="http://schemas.microsoft.com/office/powerpoint/2010/main" val="122668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3" name="Rectangle 4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4" name="Top left">
            <a:extLst>
              <a:ext uri="{FF2B5EF4-FFF2-40B4-BE49-F238E27FC236}">
                <a16:creationId xmlns:a16="http://schemas.microsoft.com/office/drawing/2014/main" id="{ED60728C-88AF-4686-B927-4D16FCA612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45" name="Freeform: Shape 44">
              <a:extLst>
                <a:ext uri="{FF2B5EF4-FFF2-40B4-BE49-F238E27FC236}">
                  <a16:creationId xmlns:a16="http://schemas.microsoft.com/office/drawing/2014/main" id="{278DB09B-A33D-4576-A2A6-C559A7B1D9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46" name="Freeform: Shape 45">
              <a:extLst>
                <a:ext uri="{FF2B5EF4-FFF2-40B4-BE49-F238E27FC236}">
                  <a16:creationId xmlns:a16="http://schemas.microsoft.com/office/drawing/2014/main" id="{0C41767E-98F0-4274-AE4C-C14CDB1150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7" name="Freeform: Shape 46">
              <a:extLst>
                <a:ext uri="{FF2B5EF4-FFF2-40B4-BE49-F238E27FC236}">
                  <a16:creationId xmlns:a16="http://schemas.microsoft.com/office/drawing/2014/main" id="{49E7BFFC-D14C-4D7A-8192-6A701768E7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Freeform: Shape 47">
              <a:extLst>
                <a:ext uri="{FF2B5EF4-FFF2-40B4-BE49-F238E27FC236}">
                  <a16:creationId xmlns:a16="http://schemas.microsoft.com/office/drawing/2014/main" id="{C301DF1A-E4DA-478A-BBC7-6F41D3C47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9" name="Freeform: Shape 48">
              <a:extLst>
                <a:ext uri="{FF2B5EF4-FFF2-40B4-BE49-F238E27FC236}">
                  <a16:creationId xmlns:a16="http://schemas.microsoft.com/office/drawing/2014/main" id="{0DC4D1C9-C056-4627-9A58-184A528AE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Freeform: Shape 49">
              <a:extLst>
                <a:ext uri="{FF2B5EF4-FFF2-40B4-BE49-F238E27FC236}">
                  <a16:creationId xmlns:a16="http://schemas.microsoft.com/office/drawing/2014/main" id="{6B3DE44D-D6F5-4688-A2C8-DB38BF3AE3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 name="Freeform: Shape 50">
              <a:extLst>
                <a:ext uri="{FF2B5EF4-FFF2-40B4-BE49-F238E27FC236}">
                  <a16:creationId xmlns:a16="http://schemas.microsoft.com/office/drawing/2014/main" id="{2914BE39-F24F-476F-A0FE-C1284E3C9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Freeform: Shape 51">
              <a:extLst>
                <a:ext uri="{FF2B5EF4-FFF2-40B4-BE49-F238E27FC236}">
                  <a16:creationId xmlns:a16="http://schemas.microsoft.com/office/drawing/2014/main" id="{150C50DD-114B-4C37-9DEA-C411981AF7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1">
            <a:extLst>
              <a:ext uri="{FF2B5EF4-FFF2-40B4-BE49-F238E27FC236}">
                <a16:creationId xmlns:a16="http://schemas.microsoft.com/office/drawing/2014/main" id="{B3D7F87D-EABD-0CE0-B0AA-018284BAE57A}"/>
              </a:ext>
            </a:extLst>
          </p:cNvPr>
          <p:cNvSpPr>
            <a:spLocks noGrp="1"/>
          </p:cNvSpPr>
          <p:nvPr>
            <p:ph type="title"/>
          </p:nvPr>
        </p:nvSpPr>
        <p:spPr>
          <a:xfrm>
            <a:off x="687420" y="690244"/>
            <a:ext cx="10890482" cy="709492"/>
          </a:xfrm>
        </p:spPr>
        <p:txBody>
          <a:bodyPr anchor="b">
            <a:normAutofit/>
          </a:bodyPr>
          <a:lstStyle/>
          <a:p>
            <a:pPr algn="ctr"/>
            <a:r>
              <a:rPr lang="en-US" sz="4000"/>
              <a:t>Opportunities Through Business Analytics</a:t>
            </a:r>
          </a:p>
        </p:txBody>
      </p:sp>
      <p:grpSp>
        <p:nvGrpSpPr>
          <p:cNvPr id="53" name="Bottom Right">
            <a:extLst>
              <a:ext uri="{FF2B5EF4-FFF2-40B4-BE49-F238E27FC236}">
                <a16:creationId xmlns:a16="http://schemas.microsoft.com/office/drawing/2014/main" id="{E29543BC-4F82-4E07-AB0A-5F46306785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4" name="Graphic 157">
              <a:extLst>
                <a:ext uri="{FF2B5EF4-FFF2-40B4-BE49-F238E27FC236}">
                  <a16:creationId xmlns:a16="http://schemas.microsoft.com/office/drawing/2014/main" id="{B1F4E521-92A4-404B-9990-F7F6DF8FBA9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54" name="Freeform: Shape 53">
                <a:extLst>
                  <a:ext uri="{FF2B5EF4-FFF2-40B4-BE49-F238E27FC236}">
                    <a16:creationId xmlns:a16="http://schemas.microsoft.com/office/drawing/2014/main" id="{40578EAD-9663-475F-A80B-5DE9F17D1D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 name="Freeform: Shape 54">
                <a:extLst>
                  <a:ext uri="{FF2B5EF4-FFF2-40B4-BE49-F238E27FC236}">
                    <a16:creationId xmlns:a16="http://schemas.microsoft.com/office/drawing/2014/main" id="{7FC98A82-CD5D-4D9B-97CD-40E2E9C1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Freeform: Shape 55">
                <a:extLst>
                  <a:ext uri="{FF2B5EF4-FFF2-40B4-BE49-F238E27FC236}">
                    <a16:creationId xmlns:a16="http://schemas.microsoft.com/office/drawing/2014/main" id="{590100E2-61F2-4AAB-A0ED-B08B7A708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 name="Freeform: Shape 56">
                <a:extLst>
                  <a:ext uri="{FF2B5EF4-FFF2-40B4-BE49-F238E27FC236}">
                    <a16:creationId xmlns:a16="http://schemas.microsoft.com/office/drawing/2014/main" id="{7E20DC85-459A-4BEB-8147-3AE04CC42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8" name="Freeform: Shape 57">
                <a:extLst>
                  <a:ext uri="{FF2B5EF4-FFF2-40B4-BE49-F238E27FC236}">
                    <a16:creationId xmlns:a16="http://schemas.microsoft.com/office/drawing/2014/main" id="{F72A9DDF-0B98-41A6-8F44-54776E027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Freeform: Shape 58">
                <a:extLst>
                  <a:ext uri="{FF2B5EF4-FFF2-40B4-BE49-F238E27FC236}">
                    <a16:creationId xmlns:a16="http://schemas.microsoft.com/office/drawing/2014/main" id="{43F611D7-5B82-42F8-B143-68F2A6CDAC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0" name="Freeform: Shape 59">
                <a:extLst>
                  <a:ext uri="{FF2B5EF4-FFF2-40B4-BE49-F238E27FC236}">
                    <a16:creationId xmlns:a16="http://schemas.microsoft.com/office/drawing/2014/main" id="{7D58D974-C48E-4A34-90C2-C8D37E080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61" name="Freeform: Shape 60">
              <a:extLst>
                <a:ext uri="{FF2B5EF4-FFF2-40B4-BE49-F238E27FC236}">
                  <a16:creationId xmlns:a16="http://schemas.microsoft.com/office/drawing/2014/main" id="{1360CE22-0882-4148-AD09-1074F556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62" name="Content Placeholder 2">
            <a:extLst>
              <a:ext uri="{FF2B5EF4-FFF2-40B4-BE49-F238E27FC236}">
                <a16:creationId xmlns:a16="http://schemas.microsoft.com/office/drawing/2014/main" id="{9FBF4D48-D9F7-981B-C499-B0A5DC878FBC}"/>
              </a:ext>
            </a:extLst>
          </p:cNvPr>
          <p:cNvGraphicFramePr>
            <a:graphicFrameLocks noGrp="1"/>
          </p:cNvGraphicFramePr>
          <p:nvPr>
            <p:ph idx="1"/>
            <p:extLst>
              <p:ext uri="{D42A27DB-BD31-4B8C-83A1-F6EECF244321}">
                <p14:modId xmlns:p14="http://schemas.microsoft.com/office/powerpoint/2010/main" val="1654824903"/>
              </p:ext>
            </p:extLst>
          </p:nvPr>
        </p:nvGraphicFramePr>
        <p:xfrm>
          <a:off x="515663" y="1732941"/>
          <a:ext cx="10860327" cy="45797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5301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 name="Rectangle 204">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06" name="Rectangle 20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07" name="Top left">
            <a:extLst>
              <a:ext uri="{FF2B5EF4-FFF2-40B4-BE49-F238E27FC236}">
                <a16:creationId xmlns:a16="http://schemas.microsoft.com/office/drawing/2014/main" id="{32D15CB3-AC64-41F7-86F8-22A111F3D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208" name="Freeform: Shape 207">
              <a:extLst>
                <a:ext uri="{FF2B5EF4-FFF2-40B4-BE49-F238E27FC236}">
                  <a16:creationId xmlns:a16="http://schemas.microsoft.com/office/drawing/2014/main" id="{9B8FAC53-55F6-4B51-8FAD-977E5E7D7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209" name="Freeform: Shape 208">
              <a:extLst>
                <a:ext uri="{FF2B5EF4-FFF2-40B4-BE49-F238E27FC236}">
                  <a16:creationId xmlns:a16="http://schemas.microsoft.com/office/drawing/2014/main" id="{BC29D267-CD4D-4FD7-8F45-1C8FB4235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0" name="Freeform: Shape 209">
              <a:extLst>
                <a:ext uri="{FF2B5EF4-FFF2-40B4-BE49-F238E27FC236}">
                  <a16:creationId xmlns:a16="http://schemas.microsoft.com/office/drawing/2014/main" id="{0EFC9A2B-D1CA-4247-836D-EAB80EB5E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1" name="Freeform: Shape 210">
              <a:extLst>
                <a:ext uri="{FF2B5EF4-FFF2-40B4-BE49-F238E27FC236}">
                  <a16:creationId xmlns:a16="http://schemas.microsoft.com/office/drawing/2014/main" id="{F4F9AB28-B3F0-425B-8E51-E16DDB853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2" name="Freeform: Shape 211">
              <a:extLst>
                <a:ext uri="{FF2B5EF4-FFF2-40B4-BE49-F238E27FC236}">
                  <a16:creationId xmlns:a16="http://schemas.microsoft.com/office/drawing/2014/main" id="{891B00CE-2CF5-4DF1-A345-4516E2E83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3" name="Freeform: Shape 212">
              <a:extLst>
                <a:ext uri="{FF2B5EF4-FFF2-40B4-BE49-F238E27FC236}">
                  <a16:creationId xmlns:a16="http://schemas.microsoft.com/office/drawing/2014/main" id="{8B332657-F1E9-428F-BA70-8DD848E55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4" name="Freeform: Shape 213">
              <a:extLst>
                <a:ext uri="{FF2B5EF4-FFF2-40B4-BE49-F238E27FC236}">
                  <a16:creationId xmlns:a16="http://schemas.microsoft.com/office/drawing/2014/main" id="{766A6EF8-94C7-4127-9EF9-584AD6885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5" name="Freeform: Shape 214">
              <a:extLst>
                <a:ext uri="{FF2B5EF4-FFF2-40B4-BE49-F238E27FC236}">
                  <a16:creationId xmlns:a16="http://schemas.microsoft.com/office/drawing/2014/main" id="{3B1C2001-8549-4C7B-86AB-049B0C99E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 name="Title 1">
            <a:extLst>
              <a:ext uri="{FF2B5EF4-FFF2-40B4-BE49-F238E27FC236}">
                <a16:creationId xmlns:a16="http://schemas.microsoft.com/office/drawing/2014/main" id="{F672339B-0CD3-8031-B31E-4DC001FCF61C}"/>
              </a:ext>
            </a:extLst>
          </p:cNvPr>
          <p:cNvSpPr>
            <a:spLocks noGrp="1"/>
          </p:cNvSpPr>
          <p:nvPr>
            <p:ph type="title"/>
          </p:nvPr>
        </p:nvSpPr>
        <p:spPr>
          <a:xfrm>
            <a:off x="1002661" y="376878"/>
            <a:ext cx="9988166" cy="1499401"/>
          </a:xfrm>
        </p:spPr>
        <p:txBody>
          <a:bodyPr>
            <a:normAutofit/>
          </a:bodyPr>
          <a:lstStyle/>
          <a:p>
            <a:pPr algn="ctr"/>
            <a:r>
              <a:rPr lang="en-US"/>
              <a:t>Methodology</a:t>
            </a:r>
          </a:p>
        </p:txBody>
      </p:sp>
      <p:grpSp>
        <p:nvGrpSpPr>
          <p:cNvPr id="216" name="Bottom Right">
            <a:extLst>
              <a:ext uri="{FF2B5EF4-FFF2-40B4-BE49-F238E27FC236}">
                <a16:creationId xmlns:a16="http://schemas.microsoft.com/office/drawing/2014/main" id="{921D9B61-CDA2-49D1-82AA-534691496F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169" name="Graphic 157">
              <a:extLst>
                <a:ext uri="{FF2B5EF4-FFF2-40B4-BE49-F238E27FC236}">
                  <a16:creationId xmlns:a16="http://schemas.microsoft.com/office/drawing/2014/main" id="{A202591B-301C-460E-801A-4C116AC08C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217" name="Freeform: Shape 216">
                <a:extLst>
                  <a:ext uri="{FF2B5EF4-FFF2-40B4-BE49-F238E27FC236}">
                    <a16:creationId xmlns:a16="http://schemas.microsoft.com/office/drawing/2014/main" id="{257EC7EC-4934-4A65-B3AA-6AE3BD073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8" name="Freeform: Shape 217">
                <a:extLst>
                  <a:ext uri="{FF2B5EF4-FFF2-40B4-BE49-F238E27FC236}">
                    <a16:creationId xmlns:a16="http://schemas.microsoft.com/office/drawing/2014/main" id="{201FEC27-F3E2-41E5-8C3B-FF66A13D8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9" name="Freeform: Shape 218">
                <a:extLst>
                  <a:ext uri="{FF2B5EF4-FFF2-40B4-BE49-F238E27FC236}">
                    <a16:creationId xmlns:a16="http://schemas.microsoft.com/office/drawing/2014/main" id="{CBFE67A7-A995-43D6-8414-EBB2A758A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0" name="Freeform: Shape 219">
                <a:extLst>
                  <a:ext uri="{FF2B5EF4-FFF2-40B4-BE49-F238E27FC236}">
                    <a16:creationId xmlns:a16="http://schemas.microsoft.com/office/drawing/2014/main" id="{6DB28E40-FF5E-459D-B516-A16554BBB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1" name="Freeform: Shape 220">
                <a:extLst>
                  <a:ext uri="{FF2B5EF4-FFF2-40B4-BE49-F238E27FC236}">
                    <a16:creationId xmlns:a16="http://schemas.microsoft.com/office/drawing/2014/main" id="{9724247A-6615-4D27-80F0-339276282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2" name="Freeform: Shape 221">
                <a:extLst>
                  <a:ext uri="{FF2B5EF4-FFF2-40B4-BE49-F238E27FC236}">
                    <a16:creationId xmlns:a16="http://schemas.microsoft.com/office/drawing/2014/main" id="{495168B2-CEF6-486B-AD0C-D063CDD98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3" name="Freeform: Shape 222">
                <a:extLst>
                  <a:ext uri="{FF2B5EF4-FFF2-40B4-BE49-F238E27FC236}">
                    <a16:creationId xmlns:a16="http://schemas.microsoft.com/office/drawing/2014/main" id="{E27C133D-9749-4B34-9018-29F3FF86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24" name="Freeform: Shape 223">
              <a:extLst>
                <a:ext uri="{FF2B5EF4-FFF2-40B4-BE49-F238E27FC236}">
                  <a16:creationId xmlns:a16="http://schemas.microsoft.com/office/drawing/2014/main" id="{10388060-18B7-4BD6-A3C5-F6B8E1467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100" name="Content Placeholder 2">
            <a:extLst>
              <a:ext uri="{FF2B5EF4-FFF2-40B4-BE49-F238E27FC236}">
                <a16:creationId xmlns:a16="http://schemas.microsoft.com/office/drawing/2014/main" id="{362553BD-D055-09F9-A07C-F81F28ECEB16}"/>
              </a:ext>
            </a:extLst>
          </p:cNvPr>
          <p:cNvGraphicFramePr>
            <a:graphicFrameLocks noGrp="1"/>
          </p:cNvGraphicFramePr>
          <p:nvPr>
            <p:ph idx="1"/>
            <p:extLst>
              <p:ext uri="{D42A27DB-BD31-4B8C-83A1-F6EECF244321}">
                <p14:modId xmlns:p14="http://schemas.microsoft.com/office/powerpoint/2010/main" val="3290620966"/>
              </p:ext>
            </p:extLst>
          </p:nvPr>
        </p:nvGraphicFramePr>
        <p:xfrm>
          <a:off x="600306" y="1847031"/>
          <a:ext cx="10982090" cy="42760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92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42" name="Rectangle 3141">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144" name="Freeform: Shape 3143">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3146" name="Freeform: Shape 3145">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3148" name="Freeform: Shape 3147">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150"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3151" name="Freeform: Shape 3150">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52" name="Freeform: Shape 3151">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53" name="Freeform: Shape 3152">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3154" name="Freeform: Shape 3153">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55" name="Freeform: Shape 3154">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3156" name="Freeform: Shape 3155">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3157" name="Freeform: Shape 3156">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3159"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3160" name="Freeform: Shape 3159">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61" name="Freeform: Shape 3160">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62" name="Freeform: Shape 3161">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63" name="Freeform: Shape 3162">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64" name="Freeform: Shape 3163">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65" name="Freeform: Shape 3164">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66" name="Freeform: Shape 3165">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168" name="Rectangle 3167">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170" name="Rectangle 3169">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3172" name="Bottom Right">
            <a:extLst>
              <a:ext uri="{FF2B5EF4-FFF2-40B4-BE49-F238E27FC236}">
                <a16:creationId xmlns:a16="http://schemas.microsoft.com/office/drawing/2014/main" id="{5656314A-7360-472A-85B1-0CC7D3C5C0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3173" name="Freeform: Shape 3172">
              <a:extLst>
                <a:ext uri="{FF2B5EF4-FFF2-40B4-BE49-F238E27FC236}">
                  <a16:creationId xmlns:a16="http://schemas.microsoft.com/office/drawing/2014/main" id="{63499FD5-DA9A-40DA-93B7-3903B0FB6A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3174" name="Graphic 157">
              <a:extLst>
                <a:ext uri="{FF2B5EF4-FFF2-40B4-BE49-F238E27FC236}">
                  <a16:creationId xmlns:a16="http://schemas.microsoft.com/office/drawing/2014/main" id="{0A52B7C2-CDEF-4E8C-BEC4-F83F5A7E37B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3176" name="Freeform: Shape 3175">
                <a:extLst>
                  <a:ext uri="{FF2B5EF4-FFF2-40B4-BE49-F238E27FC236}">
                    <a16:creationId xmlns:a16="http://schemas.microsoft.com/office/drawing/2014/main" id="{DFEF0EC5-5A73-49D5-B41D-BE464CB2E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77" name="Freeform: Shape 3176">
                <a:extLst>
                  <a:ext uri="{FF2B5EF4-FFF2-40B4-BE49-F238E27FC236}">
                    <a16:creationId xmlns:a16="http://schemas.microsoft.com/office/drawing/2014/main" id="{3A78AC46-8358-46F7-8053-BDB805B2A6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78" name="Freeform: Shape 3177">
                <a:extLst>
                  <a:ext uri="{FF2B5EF4-FFF2-40B4-BE49-F238E27FC236}">
                    <a16:creationId xmlns:a16="http://schemas.microsoft.com/office/drawing/2014/main" id="{3D9EBE72-EB96-46AF-9479-A0B4E2F50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79" name="Freeform: Shape 3178">
                <a:extLst>
                  <a:ext uri="{FF2B5EF4-FFF2-40B4-BE49-F238E27FC236}">
                    <a16:creationId xmlns:a16="http://schemas.microsoft.com/office/drawing/2014/main" id="{E778FF3A-B709-48E2-977C-350725CE9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80" name="Freeform: Shape 3179">
                <a:extLst>
                  <a:ext uri="{FF2B5EF4-FFF2-40B4-BE49-F238E27FC236}">
                    <a16:creationId xmlns:a16="http://schemas.microsoft.com/office/drawing/2014/main" id="{75CEE22A-EC37-49DA-AFBD-BC5C076958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81" name="Freeform: Shape 3180">
                <a:extLst>
                  <a:ext uri="{FF2B5EF4-FFF2-40B4-BE49-F238E27FC236}">
                    <a16:creationId xmlns:a16="http://schemas.microsoft.com/office/drawing/2014/main" id="{EB48EED8-5833-438B-BDC4-5D529230D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82" name="Freeform: Shape 3181">
                <a:extLst>
                  <a:ext uri="{FF2B5EF4-FFF2-40B4-BE49-F238E27FC236}">
                    <a16:creationId xmlns:a16="http://schemas.microsoft.com/office/drawing/2014/main" id="{15354540-D1D5-44A1-B33C-E3782C8BE7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3175" name="Freeform: Shape 3174">
              <a:extLst>
                <a:ext uri="{FF2B5EF4-FFF2-40B4-BE49-F238E27FC236}">
                  <a16:creationId xmlns:a16="http://schemas.microsoft.com/office/drawing/2014/main" id="{E72143CA-33C4-4A6C-99B9-0EB5F0677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25A3E3A6-12D2-B4F2-D1AF-1B3ED022B2A3}"/>
              </a:ext>
            </a:extLst>
          </p:cNvPr>
          <p:cNvSpPr>
            <a:spLocks noGrp="1"/>
          </p:cNvSpPr>
          <p:nvPr>
            <p:ph type="title"/>
          </p:nvPr>
        </p:nvSpPr>
        <p:spPr>
          <a:xfrm>
            <a:off x="7730138" y="743299"/>
            <a:ext cx="3776416" cy="3155419"/>
          </a:xfrm>
        </p:spPr>
        <p:txBody>
          <a:bodyPr vert="horz" lIns="91440" tIns="45720" rIns="91440" bIns="45720" rtlCol="0" anchor="b">
            <a:normAutofit/>
          </a:bodyPr>
          <a:lstStyle/>
          <a:p>
            <a:pPr algn="ctr"/>
            <a:r>
              <a:rPr lang="en-US" sz="5400" kern="1200">
                <a:solidFill>
                  <a:schemeClr val="tx2"/>
                </a:solidFill>
                <a:latin typeface="+mj-lt"/>
                <a:ea typeface="+mj-ea"/>
                <a:cs typeface="+mj-cs"/>
              </a:rPr>
              <a:t>Approach</a:t>
            </a:r>
          </a:p>
        </p:txBody>
      </p:sp>
      <p:grpSp>
        <p:nvGrpSpPr>
          <p:cNvPr id="3184" name="Top left">
            <a:extLst>
              <a:ext uri="{FF2B5EF4-FFF2-40B4-BE49-F238E27FC236}">
                <a16:creationId xmlns:a16="http://schemas.microsoft.com/office/drawing/2014/main" id="{3530084A-AE46-40C3-AEC2-05AE51DBE5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3185" name="Freeform: Shape 3184">
              <a:extLst>
                <a:ext uri="{FF2B5EF4-FFF2-40B4-BE49-F238E27FC236}">
                  <a16:creationId xmlns:a16="http://schemas.microsoft.com/office/drawing/2014/main" id="{2EB1988D-D0C1-4769-952F-AFED38C2C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3186" name="Freeform: Shape 3185">
              <a:extLst>
                <a:ext uri="{FF2B5EF4-FFF2-40B4-BE49-F238E27FC236}">
                  <a16:creationId xmlns:a16="http://schemas.microsoft.com/office/drawing/2014/main" id="{C51D1B66-2529-4A19-8440-105458F15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3187" name="Freeform: Shape 3186">
              <a:extLst>
                <a:ext uri="{FF2B5EF4-FFF2-40B4-BE49-F238E27FC236}">
                  <a16:creationId xmlns:a16="http://schemas.microsoft.com/office/drawing/2014/main" id="{9754BAC8-DD8C-4971-9849-97F66DDEE9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3188" name="Freeform: Shape 3187">
              <a:extLst>
                <a:ext uri="{FF2B5EF4-FFF2-40B4-BE49-F238E27FC236}">
                  <a16:creationId xmlns:a16="http://schemas.microsoft.com/office/drawing/2014/main" id="{551C64B0-B7BA-43EF-8165-A989D1EECB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3189" name="Freeform: Shape 3188">
              <a:extLst>
                <a:ext uri="{FF2B5EF4-FFF2-40B4-BE49-F238E27FC236}">
                  <a16:creationId xmlns:a16="http://schemas.microsoft.com/office/drawing/2014/main" id="{83A9894D-475B-4629-9643-CEB6BEEF54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3190" name="Freeform: Shape 3189">
              <a:extLst>
                <a:ext uri="{FF2B5EF4-FFF2-40B4-BE49-F238E27FC236}">
                  <a16:creationId xmlns:a16="http://schemas.microsoft.com/office/drawing/2014/main" id="{0E5E81DE-AC91-47A7-BCB7-F0C46AE19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3191" name="Freeform: Shape 3190">
              <a:extLst>
                <a:ext uri="{FF2B5EF4-FFF2-40B4-BE49-F238E27FC236}">
                  <a16:creationId xmlns:a16="http://schemas.microsoft.com/office/drawing/2014/main" id="{182FC6CF-DCC9-469A-B15F-405E32C5B5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3192" name="Freeform: Shape 3191">
              <a:extLst>
                <a:ext uri="{FF2B5EF4-FFF2-40B4-BE49-F238E27FC236}">
                  <a16:creationId xmlns:a16="http://schemas.microsoft.com/office/drawing/2014/main" id="{1F1624A4-F120-495F-BCDC-908EAC4C13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3194" name="Cross">
            <a:extLst>
              <a:ext uri="{FF2B5EF4-FFF2-40B4-BE49-F238E27FC236}">
                <a16:creationId xmlns:a16="http://schemas.microsoft.com/office/drawing/2014/main" id="{7486C3FB-E613-42EE-BB94-C836C35091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3195" name="Straight Connector 3194">
              <a:extLst>
                <a:ext uri="{FF2B5EF4-FFF2-40B4-BE49-F238E27FC236}">
                  <a16:creationId xmlns:a16="http://schemas.microsoft.com/office/drawing/2014/main" id="{2A4D2DB4-ADC6-454F-88D2-920131F2BB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3196" name="Straight Connector 3195">
              <a:extLst>
                <a:ext uri="{FF2B5EF4-FFF2-40B4-BE49-F238E27FC236}">
                  <a16:creationId xmlns:a16="http://schemas.microsoft.com/office/drawing/2014/main" id="{DC9C2CC8-1779-42F6-95C3-C68E027166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
        <p:nvSpPr>
          <p:cNvPr id="3216" name="Rectangle 174">
            <a:extLst>
              <a:ext uri="{FF2B5EF4-FFF2-40B4-BE49-F238E27FC236}">
                <a16:creationId xmlns:a16="http://schemas.microsoft.com/office/drawing/2014/main" id="{F228EAAB-3FBA-AEA7-1D5F-1E99832642B0}"/>
              </a:ext>
            </a:extLst>
          </p:cNvPr>
          <p:cNvSpPr>
            <a:spLocks noChangeArrowheads="1"/>
          </p:cNvSpPr>
          <p:nvPr/>
        </p:nvSpPr>
        <p:spPr bwMode="auto">
          <a:xfrm>
            <a:off x="3463862" y="333598"/>
            <a:ext cx="1207643" cy="447612"/>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Data</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17" name="Rectangle 173">
            <a:extLst>
              <a:ext uri="{FF2B5EF4-FFF2-40B4-BE49-F238E27FC236}">
                <a16:creationId xmlns:a16="http://schemas.microsoft.com/office/drawing/2014/main" id="{3A67160F-39EF-3D8B-E569-7F4ECDC75CEE}"/>
              </a:ext>
            </a:extLst>
          </p:cNvPr>
          <p:cNvSpPr>
            <a:spLocks noChangeArrowheads="1"/>
          </p:cNvSpPr>
          <p:nvPr/>
        </p:nvSpPr>
        <p:spPr bwMode="auto">
          <a:xfrm>
            <a:off x="5759767" y="342520"/>
            <a:ext cx="1145349" cy="447612"/>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Exploratory Data Analysis</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18" name="Rectangle 172">
            <a:extLst>
              <a:ext uri="{FF2B5EF4-FFF2-40B4-BE49-F238E27FC236}">
                <a16:creationId xmlns:a16="http://schemas.microsoft.com/office/drawing/2014/main" id="{079612F8-1AF6-EF69-1D41-5E70B417958B}"/>
              </a:ext>
            </a:extLst>
          </p:cNvPr>
          <p:cNvSpPr>
            <a:spLocks noChangeArrowheads="1"/>
          </p:cNvSpPr>
          <p:nvPr/>
        </p:nvSpPr>
        <p:spPr bwMode="auto">
          <a:xfrm>
            <a:off x="1179576" y="2260790"/>
            <a:ext cx="1478979" cy="509587"/>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Handling, Missing Duplicates</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19" name="Rectangle 171">
            <a:extLst>
              <a:ext uri="{FF2B5EF4-FFF2-40B4-BE49-F238E27FC236}">
                <a16:creationId xmlns:a16="http://schemas.microsoft.com/office/drawing/2014/main" id="{22BDBB6F-2E75-3C87-27AF-C78CAAB251F4}"/>
              </a:ext>
            </a:extLst>
          </p:cNvPr>
          <p:cNvSpPr>
            <a:spLocks noChangeArrowheads="1"/>
          </p:cNvSpPr>
          <p:nvPr/>
        </p:nvSpPr>
        <p:spPr bwMode="auto">
          <a:xfrm>
            <a:off x="2887155" y="2260791"/>
            <a:ext cx="1241425" cy="488950"/>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Renaming Columns</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0" name="Rectangle 170">
            <a:extLst>
              <a:ext uri="{FF2B5EF4-FFF2-40B4-BE49-F238E27FC236}">
                <a16:creationId xmlns:a16="http://schemas.microsoft.com/office/drawing/2014/main" id="{7B60AA72-D2C8-A9D8-4E04-DDE34D6BA907}"/>
              </a:ext>
            </a:extLst>
          </p:cNvPr>
          <p:cNvSpPr>
            <a:spLocks noChangeArrowheads="1"/>
          </p:cNvSpPr>
          <p:nvPr/>
        </p:nvSpPr>
        <p:spPr bwMode="auto">
          <a:xfrm>
            <a:off x="5616067" y="2260791"/>
            <a:ext cx="1707672" cy="488950"/>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Encoding categorical Factors</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1" name="Rectangle 169">
            <a:extLst>
              <a:ext uri="{FF2B5EF4-FFF2-40B4-BE49-F238E27FC236}">
                <a16:creationId xmlns:a16="http://schemas.microsoft.com/office/drawing/2014/main" id="{DADED6C4-B725-32A1-AECD-6E74FC93683F}"/>
              </a:ext>
            </a:extLst>
          </p:cNvPr>
          <p:cNvSpPr>
            <a:spLocks noChangeArrowheads="1"/>
          </p:cNvSpPr>
          <p:nvPr/>
        </p:nvSpPr>
        <p:spPr bwMode="auto">
          <a:xfrm>
            <a:off x="3217355" y="1370203"/>
            <a:ext cx="1878012" cy="290513"/>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Data Preprocessing</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2" name="Rectangle 168">
            <a:extLst>
              <a:ext uri="{FF2B5EF4-FFF2-40B4-BE49-F238E27FC236}">
                <a16:creationId xmlns:a16="http://schemas.microsoft.com/office/drawing/2014/main" id="{D03F02ED-37B0-6306-F964-BDB6506926E6}"/>
              </a:ext>
            </a:extLst>
          </p:cNvPr>
          <p:cNvSpPr>
            <a:spLocks noChangeArrowheads="1"/>
          </p:cNvSpPr>
          <p:nvPr/>
        </p:nvSpPr>
        <p:spPr bwMode="auto">
          <a:xfrm>
            <a:off x="5685917" y="1370203"/>
            <a:ext cx="1468438" cy="290513"/>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Outlier Detection</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3" name="Rectangle 167">
            <a:extLst>
              <a:ext uri="{FF2B5EF4-FFF2-40B4-BE49-F238E27FC236}">
                <a16:creationId xmlns:a16="http://schemas.microsoft.com/office/drawing/2014/main" id="{79CB3616-A3EC-4C46-28EF-461BF7A6E73A}"/>
              </a:ext>
            </a:extLst>
          </p:cNvPr>
          <p:cNvSpPr>
            <a:spLocks noChangeArrowheads="1"/>
          </p:cNvSpPr>
          <p:nvPr/>
        </p:nvSpPr>
        <p:spPr bwMode="auto">
          <a:xfrm>
            <a:off x="4315905" y="2260791"/>
            <a:ext cx="1036637" cy="461962"/>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Feature Scaling</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4" name="Rectangle 166">
            <a:extLst>
              <a:ext uri="{FF2B5EF4-FFF2-40B4-BE49-F238E27FC236}">
                <a16:creationId xmlns:a16="http://schemas.microsoft.com/office/drawing/2014/main" id="{3BF90A3C-52CE-063B-88DB-0BA4C3F3E349}"/>
              </a:ext>
            </a:extLst>
          </p:cNvPr>
          <p:cNvSpPr>
            <a:spLocks noChangeArrowheads="1"/>
          </p:cNvSpPr>
          <p:nvPr/>
        </p:nvSpPr>
        <p:spPr bwMode="auto">
          <a:xfrm>
            <a:off x="3382455" y="3504946"/>
            <a:ext cx="1878012" cy="398463"/>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Feature Selection Using Decision Trees</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5" name="Rectangle 165">
            <a:extLst>
              <a:ext uri="{FF2B5EF4-FFF2-40B4-BE49-F238E27FC236}">
                <a16:creationId xmlns:a16="http://schemas.microsoft.com/office/drawing/2014/main" id="{8DE03ED5-EFAC-D743-E86D-EFD949CAC734}"/>
              </a:ext>
            </a:extLst>
          </p:cNvPr>
          <p:cNvSpPr>
            <a:spLocks noChangeArrowheads="1"/>
          </p:cNvSpPr>
          <p:nvPr/>
        </p:nvSpPr>
        <p:spPr bwMode="auto">
          <a:xfrm>
            <a:off x="3422142" y="4242816"/>
            <a:ext cx="1878013" cy="298450"/>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Model Implementations</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6" name="Rectangle 164">
            <a:extLst>
              <a:ext uri="{FF2B5EF4-FFF2-40B4-BE49-F238E27FC236}">
                <a16:creationId xmlns:a16="http://schemas.microsoft.com/office/drawing/2014/main" id="{02E0EC1F-1843-05AA-45FC-17F31ABF7BE1}"/>
              </a:ext>
            </a:extLst>
          </p:cNvPr>
          <p:cNvSpPr>
            <a:spLocks noChangeArrowheads="1"/>
          </p:cNvSpPr>
          <p:nvPr/>
        </p:nvSpPr>
        <p:spPr bwMode="auto">
          <a:xfrm>
            <a:off x="514413" y="5009580"/>
            <a:ext cx="1534542" cy="394270"/>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Logistic Regression</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7" name="Rectangle 163">
            <a:extLst>
              <a:ext uri="{FF2B5EF4-FFF2-40B4-BE49-F238E27FC236}">
                <a16:creationId xmlns:a16="http://schemas.microsoft.com/office/drawing/2014/main" id="{FE49E392-26D9-C4DD-B77B-0038A2555D23}"/>
              </a:ext>
            </a:extLst>
          </p:cNvPr>
          <p:cNvSpPr>
            <a:spLocks noChangeArrowheads="1"/>
          </p:cNvSpPr>
          <p:nvPr/>
        </p:nvSpPr>
        <p:spPr bwMode="auto">
          <a:xfrm>
            <a:off x="2292006" y="5009579"/>
            <a:ext cx="1298409" cy="434086"/>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K-Nearest Neighbors</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8" name="Rectangle 162">
            <a:extLst>
              <a:ext uri="{FF2B5EF4-FFF2-40B4-BE49-F238E27FC236}">
                <a16:creationId xmlns:a16="http://schemas.microsoft.com/office/drawing/2014/main" id="{847E713A-E269-411B-4C36-E84512D2566C}"/>
              </a:ext>
            </a:extLst>
          </p:cNvPr>
          <p:cNvSpPr>
            <a:spLocks noChangeArrowheads="1"/>
          </p:cNvSpPr>
          <p:nvPr/>
        </p:nvSpPr>
        <p:spPr bwMode="auto">
          <a:xfrm>
            <a:off x="3714241" y="5009579"/>
            <a:ext cx="1268409" cy="410145"/>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Support Vector Machines</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29" name="Rectangle 161">
            <a:extLst>
              <a:ext uri="{FF2B5EF4-FFF2-40B4-BE49-F238E27FC236}">
                <a16:creationId xmlns:a16="http://schemas.microsoft.com/office/drawing/2014/main" id="{27E9B253-8E30-D7B7-4012-616B2A35F6A8}"/>
              </a:ext>
            </a:extLst>
          </p:cNvPr>
          <p:cNvSpPr>
            <a:spLocks noChangeArrowheads="1"/>
          </p:cNvSpPr>
          <p:nvPr/>
        </p:nvSpPr>
        <p:spPr bwMode="auto">
          <a:xfrm>
            <a:off x="5041391" y="5009579"/>
            <a:ext cx="1265231" cy="410143"/>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Random Forest</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30" name="Rectangle 160">
            <a:extLst>
              <a:ext uri="{FF2B5EF4-FFF2-40B4-BE49-F238E27FC236}">
                <a16:creationId xmlns:a16="http://schemas.microsoft.com/office/drawing/2014/main" id="{B2275CD8-DED3-673E-6D2B-C5DA6247A3DF}"/>
              </a:ext>
            </a:extLst>
          </p:cNvPr>
          <p:cNvSpPr>
            <a:spLocks noChangeArrowheads="1"/>
          </p:cNvSpPr>
          <p:nvPr/>
        </p:nvSpPr>
        <p:spPr bwMode="auto">
          <a:xfrm>
            <a:off x="6403466" y="5009579"/>
            <a:ext cx="1202399" cy="392685"/>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XGBOOST</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31" name="Rectangle 159">
            <a:extLst>
              <a:ext uri="{FF2B5EF4-FFF2-40B4-BE49-F238E27FC236}">
                <a16:creationId xmlns:a16="http://schemas.microsoft.com/office/drawing/2014/main" id="{A1A9CEC1-078B-6123-18D5-FA484208EDEB}"/>
              </a:ext>
            </a:extLst>
          </p:cNvPr>
          <p:cNvSpPr>
            <a:spLocks noChangeArrowheads="1"/>
          </p:cNvSpPr>
          <p:nvPr/>
        </p:nvSpPr>
        <p:spPr bwMode="auto">
          <a:xfrm>
            <a:off x="3380867" y="6006275"/>
            <a:ext cx="1878013" cy="292100"/>
          </a:xfrm>
          <a:prstGeom prst="rect">
            <a:avLst/>
          </a:prstGeom>
          <a:solidFill>
            <a:schemeClr val="tx2">
              <a:lumMod val="25000"/>
              <a:lumOff val="75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a:ln>
                  <a:noFill/>
                </a:ln>
                <a:effectLst/>
                <a:latin typeface="Avenir Next LT Pro (Body)"/>
                <a:ea typeface="Calibri" panose="020F0502020204030204" pitchFamily="34" charset="0"/>
                <a:cs typeface="Aldhabi" panose="020F0502020204030204" pitchFamily="2" charset="-78"/>
              </a:rPr>
              <a:t>Metrics &amp; Comparison</a:t>
            </a:r>
            <a:endParaRPr kumimoji="0" lang="en-US" altLang="en-US" sz="2000" i="0" u="none" strike="noStrike" cap="none" normalizeH="0" baseline="0">
              <a:ln>
                <a:noFill/>
              </a:ln>
              <a:effectLst/>
              <a:latin typeface="Avenir Next LT Pro (Body)"/>
              <a:cs typeface="Aldhabi" panose="020F0502020204030204" pitchFamily="2" charset="-78"/>
            </a:endParaRPr>
          </a:p>
        </p:txBody>
      </p:sp>
      <p:sp>
        <p:nvSpPr>
          <p:cNvPr id="3232" name="AutoShape 158">
            <a:extLst>
              <a:ext uri="{FF2B5EF4-FFF2-40B4-BE49-F238E27FC236}">
                <a16:creationId xmlns:a16="http://schemas.microsoft.com/office/drawing/2014/main" id="{C5511CD1-0244-A2E2-0FE3-B7E3078A8548}"/>
              </a:ext>
            </a:extLst>
          </p:cNvPr>
          <p:cNvSpPr>
            <a:spLocks noChangeShapeType="1"/>
          </p:cNvSpPr>
          <p:nvPr/>
        </p:nvSpPr>
        <p:spPr bwMode="auto">
          <a:xfrm>
            <a:off x="4680649" y="633571"/>
            <a:ext cx="106997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33" name="AutoShape 157">
            <a:extLst>
              <a:ext uri="{FF2B5EF4-FFF2-40B4-BE49-F238E27FC236}">
                <a16:creationId xmlns:a16="http://schemas.microsoft.com/office/drawing/2014/main" id="{939B2E29-0A69-6FD4-B81D-362B9CBB4810}"/>
              </a:ext>
            </a:extLst>
          </p:cNvPr>
          <p:cNvSpPr>
            <a:spLocks noChangeShapeType="1"/>
          </p:cNvSpPr>
          <p:nvPr/>
        </p:nvSpPr>
        <p:spPr bwMode="auto">
          <a:xfrm>
            <a:off x="4126992" y="786384"/>
            <a:ext cx="0" cy="59531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34" name="AutoShape 156">
            <a:extLst>
              <a:ext uri="{FF2B5EF4-FFF2-40B4-BE49-F238E27FC236}">
                <a16:creationId xmlns:a16="http://schemas.microsoft.com/office/drawing/2014/main" id="{9034AB14-E339-90C7-88AD-268675017D33}"/>
              </a:ext>
            </a:extLst>
          </p:cNvPr>
          <p:cNvSpPr>
            <a:spLocks noChangeShapeType="1"/>
          </p:cNvSpPr>
          <p:nvPr/>
        </p:nvSpPr>
        <p:spPr bwMode="auto">
          <a:xfrm>
            <a:off x="6285230" y="777240"/>
            <a:ext cx="0" cy="59531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35" name="AutoShape 155">
            <a:extLst>
              <a:ext uri="{FF2B5EF4-FFF2-40B4-BE49-F238E27FC236}">
                <a16:creationId xmlns:a16="http://schemas.microsoft.com/office/drawing/2014/main" id="{CB5EE1C8-1C7B-D6D5-6675-FD99B6307469}"/>
              </a:ext>
            </a:extLst>
          </p:cNvPr>
          <p:cNvSpPr>
            <a:spLocks noChangeShapeType="1"/>
          </p:cNvSpPr>
          <p:nvPr/>
        </p:nvSpPr>
        <p:spPr bwMode="auto">
          <a:xfrm>
            <a:off x="2048955" y="1897253"/>
            <a:ext cx="4354512"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36" name="AutoShape 154">
            <a:extLst>
              <a:ext uri="{FF2B5EF4-FFF2-40B4-BE49-F238E27FC236}">
                <a16:creationId xmlns:a16="http://schemas.microsoft.com/office/drawing/2014/main" id="{907BCAA1-561B-05BF-DD4C-37FD8AC46EF4}"/>
              </a:ext>
            </a:extLst>
          </p:cNvPr>
          <p:cNvSpPr>
            <a:spLocks noChangeShapeType="1"/>
          </p:cNvSpPr>
          <p:nvPr/>
        </p:nvSpPr>
        <p:spPr bwMode="auto">
          <a:xfrm>
            <a:off x="4126992" y="1660716"/>
            <a:ext cx="0" cy="23653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37" name="AutoShape 153">
            <a:extLst>
              <a:ext uri="{FF2B5EF4-FFF2-40B4-BE49-F238E27FC236}">
                <a16:creationId xmlns:a16="http://schemas.microsoft.com/office/drawing/2014/main" id="{19F50D07-BB36-8126-36EB-6486AE33F199}"/>
              </a:ext>
            </a:extLst>
          </p:cNvPr>
          <p:cNvSpPr>
            <a:spLocks noChangeShapeType="1"/>
          </p:cNvSpPr>
          <p:nvPr/>
        </p:nvSpPr>
        <p:spPr bwMode="auto">
          <a:xfrm>
            <a:off x="2048955" y="1897253"/>
            <a:ext cx="0" cy="3619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38" name="AutoShape 152">
            <a:extLst>
              <a:ext uri="{FF2B5EF4-FFF2-40B4-BE49-F238E27FC236}">
                <a16:creationId xmlns:a16="http://schemas.microsoft.com/office/drawing/2014/main" id="{5D2B72A8-B87B-336F-E281-6174651D299D}"/>
              </a:ext>
            </a:extLst>
          </p:cNvPr>
          <p:cNvSpPr>
            <a:spLocks noChangeShapeType="1"/>
          </p:cNvSpPr>
          <p:nvPr/>
        </p:nvSpPr>
        <p:spPr bwMode="auto">
          <a:xfrm>
            <a:off x="3523742" y="1897253"/>
            <a:ext cx="0" cy="3619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39" name="AutoShape 151">
            <a:extLst>
              <a:ext uri="{FF2B5EF4-FFF2-40B4-BE49-F238E27FC236}">
                <a16:creationId xmlns:a16="http://schemas.microsoft.com/office/drawing/2014/main" id="{0F1E9BDB-E1C2-F579-B59C-C8DC3C104BD5}"/>
              </a:ext>
            </a:extLst>
          </p:cNvPr>
          <p:cNvSpPr>
            <a:spLocks noChangeShapeType="1"/>
          </p:cNvSpPr>
          <p:nvPr/>
        </p:nvSpPr>
        <p:spPr bwMode="auto">
          <a:xfrm>
            <a:off x="4854067" y="1897253"/>
            <a:ext cx="0" cy="3619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0" name="AutoShape 150">
            <a:extLst>
              <a:ext uri="{FF2B5EF4-FFF2-40B4-BE49-F238E27FC236}">
                <a16:creationId xmlns:a16="http://schemas.microsoft.com/office/drawing/2014/main" id="{DE15E48D-C050-E0E9-436E-55D7AEE02949}"/>
              </a:ext>
            </a:extLst>
          </p:cNvPr>
          <p:cNvSpPr>
            <a:spLocks noChangeShapeType="1"/>
          </p:cNvSpPr>
          <p:nvPr/>
        </p:nvSpPr>
        <p:spPr bwMode="auto">
          <a:xfrm>
            <a:off x="6403467" y="1897253"/>
            <a:ext cx="0" cy="3619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2" name="AutoShape 148">
            <a:extLst>
              <a:ext uri="{FF2B5EF4-FFF2-40B4-BE49-F238E27FC236}">
                <a16:creationId xmlns:a16="http://schemas.microsoft.com/office/drawing/2014/main" id="{1B56C92A-9894-BD4D-AEEC-FA9EB6872673}"/>
              </a:ext>
            </a:extLst>
          </p:cNvPr>
          <p:cNvSpPr>
            <a:spLocks noChangeShapeType="1"/>
          </p:cNvSpPr>
          <p:nvPr/>
        </p:nvSpPr>
        <p:spPr bwMode="auto">
          <a:xfrm>
            <a:off x="2058481" y="2772814"/>
            <a:ext cx="0" cy="34438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3" name="AutoShape 147">
            <a:extLst>
              <a:ext uri="{FF2B5EF4-FFF2-40B4-BE49-F238E27FC236}">
                <a16:creationId xmlns:a16="http://schemas.microsoft.com/office/drawing/2014/main" id="{911F5962-6F27-EA51-952C-4F1542474D60}"/>
              </a:ext>
            </a:extLst>
          </p:cNvPr>
          <p:cNvSpPr>
            <a:spLocks noChangeShapeType="1"/>
          </p:cNvSpPr>
          <p:nvPr/>
        </p:nvSpPr>
        <p:spPr bwMode="auto">
          <a:xfrm>
            <a:off x="4798505" y="2723261"/>
            <a:ext cx="0" cy="39585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4" name="AutoShape 146">
            <a:extLst>
              <a:ext uri="{FF2B5EF4-FFF2-40B4-BE49-F238E27FC236}">
                <a16:creationId xmlns:a16="http://schemas.microsoft.com/office/drawing/2014/main" id="{C5B0DB97-03E3-4096-D3BD-9DFE777F774F}"/>
              </a:ext>
            </a:extLst>
          </p:cNvPr>
          <p:cNvSpPr>
            <a:spLocks noChangeShapeType="1"/>
          </p:cNvSpPr>
          <p:nvPr/>
        </p:nvSpPr>
        <p:spPr bwMode="auto">
          <a:xfrm>
            <a:off x="4315905" y="3894401"/>
            <a:ext cx="0" cy="3619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5" name="AutoShape 145">
            <a:extLst>
              <a:ext uri="{FF2B5EF4-FFF2-40B4-BE49-F238E27FC236}">
                <a16:creationId xmlns:a16="http://schemas.microsoft.com/office/drawing/2014/main" id="{89C06BF1-F4FF-89FA-F3EC-B9C86B710BFB}"/>
              </a:ext>
            </a:extLst>
          </p:cNvPr>
          <p:cNvSpPr>
            <a:spLocks noChangeShapeType="1"/>
          </p:cNvSpPr>
          <p:nvPr/>
        </p:nvSpPr>
        <p:spPr bwMode="auto">
          <a:xfrm>
            <a:off x="2044192" y="3111691"/>
            <a:ext cx="4298950" cy="4762"/>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6" name="AutoShape 144">
            <a:extLst>
              <a:ext uri="{FF2B5EF4-FFF2-40B4-BE49-F238E27FC236}">
                <a16:creationId xmlns:a16="http://schemas.microsoft.com/office/drawing/2014/main" id="{CDCD17FB-1C9D-531D-DCAE-5E04E29A4DE8}"/>
              </a:ext>
            </a:extLst>
          </p:cNvPr>
          <p:cNvSpPr>
            <a:spLocks noChangeShapeType="1"/>
          </p:cNvSpPr>
          <p:nvPr/>
        </p:nvSpPr>
        <p:spPr bwMode="auto">
          <a:xfrm>
            <a:off x="1494917" y="4782566"/>
            <a:ext cx="54102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7" name="AutoShape 143">
            <a:extLst>
              <a:ext uri="{FF2B5EF4-FFF2-40B4-BE49-F238E27FC236}">
                <a16:creationId xmlns:a16="http://schemas.microsoft.com/office/drawing/2014/main" id="{4C1A08DB-6359-7BE1-52FF-A906FB7B6751}"/>
              </a:ext>
            </a:extLst>
          </p:cNvPr>
          <p:cNvSpPr>
            <a:spLocks noChangeShapeType="1"/>
          </p:cNvSpPr>
          <p:nvPr/>
        </p:nvSpPr>
        <p:spPr bwMode="auto">
          <a:xfrm>
            <a:off x="1247202" y="5637594"/>
            <a:ext cx="5686174"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8" name="AutoShape 142">
            <a:extLst>
              <a:ext uri="{FF2B5EF4-FFF2-40B4-BE49-F238E27FC236}">
                <a16:creationId xmlns:a16="http://schemas.microsoft.com/office/drawing/2014/main" id="{5225B96E-7903-B2E5-DE4E-17CDEA5924D1}"/>
              </a:ext>
            </a:extLst>
          </p:cNvPr>
          <p:cNvSpPr>
            <a:spLocks noChangeShapeType="1"/>
          </p:cNvSpPr>
          <p:nvPr/>
        </p:nvSpPr>
        <p:spPr bwMode="auto">
          <a:xfrm>
            <a:off x="6338379" y="2754279"/>
            <a:ext cx="0" cy="36557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49" name="AutoShape 141">
            <a:extLst>
              <a:ext uri="{FF2B5EF4-FFF2-40B4-BE49-F238E27FC236}">
                <a16:creationId xmlns:a16="http://schemas.microsoft.com/office/drawing/2014/main" id="{760ABD00-C8BA-6F8D-B0A8-556DDCB03A89}"/>
              </a:ext>
            </a:extLst>
          </p:cNvPr>
          <p:cNvSpPr>
            <a:spLocks noChangeShapeType="1"/>
          </p:cNvSpPr>
          <p:nvPr/>
        </p:nvSpPr>
        <p:spPr bwMode="auto">
          <a:xfrm>
            <a:off x="4315905" y="3114040"/>
            <a:ext cx="0" cy="4000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0" name="AutoShape 140">
            <a:extLst>
              <a:ext uri="{FF2B5EF4-FFF2-40B4-BE49-F238E27FC236}">
                <a16:creationId xmlns:a16="http://schemas.microsoft.com/office/drawing/2014/main" id="{7CB8F5A7-6A6A-8B7A-8557-479AB25C8520}"/>
              </a:ext>
            </a:extLst>
          </p:cNvPr>
          <p:cNvSpPr>
            <a:spLocks noChangeShapeType="1"/>
          </p:cNvSpPr>
          <p:nvPr/>
        </p:nvSpPr>
        <p:spPr bwMode="auto">
          <a:xfrm>
            <a:off x="4315905" y="4534930"/>
            <a:ext cx="0" cy="2428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1" name="AutoShape 139">
            <a:extLst>
              <a:ext uri="{FF2B5EF4-FFF2-40B4-BE49-F238E27FC236}">
                <a16:creationId xmlns:a16="http://schemas.microsoft.com/office/drawing/2014/main" id="{8D59E519-ECF3-CBEE-8CA5-FE2AD8DB5027}"/>
              </a:ext>
            </a:extLst>
          </p:cNvPr>
          <p:cNvSpPr>
            <a:spLocks noChangeShapeType="1"/>
          </p:cNvSpPr>
          <p:nvPr/>
        </p:nvSpPr>
        <p:spPr bwMode="auto">
          <a:xfrm>
            <a:off x="1494917" y="4772667"/>
            <a:ext cx="0" cy="2317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2" name="AutoShape 138">
            <a:extLst>
              <a:ext uri="{FF2B5EF4-FFF2-40B4-BE49-F238E27FC236}">
                <a16:creationId xmlns:a16="http://schemas.microsoft.com/office/drawing/2014/main" id="{8CA88544-3006-6932-1CB5-F8A56226D73A}"/>
              </a:ext>
            </a:extLst>
          </p:cNvPr>
          <p:cNvSpPr>
            <a:spLocks noChangeShapeType="1"/>
          </p:cNvSpPr>
          <p:nvPr/>
        </p:nvSpPr>
        <p:spPr bwMode="auto">
          <a:xfrm>
            <a:off x="2887155" y="4784946"/>
            <a:ext cx="0" cy="2230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3" name="AutoShape 137">
            <a:extLst>
              <a:ext uri="{FF2B5EF4-FFF2-40B4-BE49-F238E27FC236}">
                <a16:creationId xmlns:a16="http://schemas.microsoft.com/office/drawing/2014/main" id="{FD28ED28-BAE4-D128-41A5-A7B6C44412EC}"/>
              </a:ext>
            </a:extLst>
          </p:cNvPr>
          <p:cNvSpPr>
            <a:spLocks noChangeShapeType="1"/>
          </p:cNvSpPr>
          <p:nvPr/>
        </p:nvSpPr>
        <p:spPr bwMode="auto">
          <a:xfrm>
            <a:off x="4315905" y="4766691"/>
            <a:ext cx="0" cy="2428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4" name="AutoShape 136">
            <a:extLst>
              <a:ext uri="{FF2B5EF4-FFF2-40B4-BE49-F238E27FC236}">
                <a16:creationId xmlns:a16="http://schemas.microsoft.com/office/drawing/2014/main" id="{ED1D7588-EB0F-C16E-6204-517C5252684D}"/>
              </a:ext>
            </a:extLst>
          </p:cNvPr>
          <p:cNvSpPr>
            <a:spLocks noChangeShapeType="1"/>
          </p:cNvSpPr>
          <p:nvPr/>
        </p:nvSpPr>
        <p:spPr bwMode="auto">
          <a:xfrm>
            <a:off x="5581142" y="4784154"/>
            <a:ext cx="0" cy="24288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5" name="AutoShape 135">
            <a:extLst>
              <a:ext uri="{FF2B5EF4-FFF2-40B4-BE49-F238E27FC236}">
                <a16:creationId xmlns:a16="http://schemas.microsoft.com/office/drawing/2014/main" id="{0C895C44-9BB8-7E1A-2812-F6E2CCCE1D40}"/>
              </a:ext>
            </a:extLst>
          </p:cNvPr>
          <p:cNvSpPr>
            <a:spLocks noChangeShapeType="1"/>
          </p:cNvSpPr>
          <p:nvPr/>
        </p:nvSpPr>
        <p:spPr bwMode="auto">
          <a:xfrm>
            <a:off x="1248029" y="5403850"/>
            <a:ext cx="0" cy="2428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6" name="AutoShape 134">
            <a:extLst>
              <a:ext uri="{FF2B5EF4-FFF2-40B4-BE49-F238E27FC236}">
                <a16:creationId xmlns:a16="http://schemas.microsoft.com/office/drawing/2014/main" id="{30212D5F-932E-57B1-A50C-9DF2AAA8D845}"/>
              </a:ext>
            </a:extLst>
          </p:cNvPr>
          <p:cNvSpPr>
            <a:spLocks noChangeShapeType="1"/>
          </p:cNvSpPr>
          <p:nvPr/>
        </p:nvSpPr>
        <p:spPr bwMode="auto">
          <a:xfrm>
            <a:off x="6900354" y="4772667"/>
            <a:ext cx="0" cy="2428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7" name="AutoShape 133">
            <a:extLst>
              <a:ext uri="{FF2B5EF4-FFF2-40B4-BE49-F238E27FC236}">
                <a16:creationId xmlns:a16="http://schemas.microsoft.com/office/drawing/2014/main" id="{17809B08-7E00-C326-B61A-52797928FE7D}"/>
              </a:ext>
            </a:extLst>
          </p:cNvPr>
          <p:cNvSpPr>
            <a:spLocks noChangeShapeType="1"/>
          </p:cNvSpPr>
          <p:nvPr/>
        </p:nvSpPr>
        <p:spPr bwMode="auto">
          <a:xfrm>
            <a:off x="2887155" y="5441671"/>
            <a:ext cx="0" cy="20305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8" name="AutoShape 132">
            <a:extLst>
              <a:ext uri="{FF2B5EF4-FFF2-40B4-BE49-F238E27FC236}">
                <a16:creationId xmlns:a16="http://schemas.microsoft.com/office/drawing/2014/main" id="{7F69172C-DFE6-EC38-8104-2D82E5AAD7E3}"/>
              </a:ext>
            </a:extLst>
          </p:cNvPr>
          <p:cNvSpPr>
            <a:spLocks noChangeShapeType="1"/>
          </p:cNvSpPr>
          <p:nvPr/>
        </p:nvSpPr>
        <p:spPr bwMode="auto">
          <a:xfrm>
            <a:off x="4315905" y="5411470"/>
            <a:ext cx="0" cy="2428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59" name="AutoShape 131">
            <a:extLst>
              <a:ext uri="{FF2B5EF4-FFF2-40B4-BE49-F238E27FC236}">
                <a16:creationId xmlns:a16="http://schemas.microsoft.com/office/drawing/2014/main" id="{E48A8254-C91C-21E4-71D7-BAE3DF485E1E}"/>
              </a:ext>
            </a:extLst>
          </p:cNvPr>
          <p:cNvSpPr>
            <a:spLocks noChangeShapeType="1"/>
          </p:cNvSpPr>
          <p:nvPr/>
        </p:nvSpPr>
        <p:spPr bwMode="auto">
          <a:xfrm>
            <a:off x="6928166" y="5406644"/>
            <a:ext cx="0" cy="2428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60" name="AutoShape 130">
            <a:extLst>
              <a:ext uri="{FF2B5EF4-FFF2-40B4-BE49-F238E27FC236}">
                <a16:creationId xmlns:a16="http://schemas.microsoft.com/office/drawing/2014/main" id="{CCCCF3AE-F6B1-1E58-B1DC-A487956171FE}"/>
              </a:ext>
            </a:extLst>
          </p:cNvPr>
          <p:cNvSpPr>
            <a:spLocks noChangeShapeType="1"/>
          </p:cNvSpPr>
          <p:nvPr/>
        </p:nvSpPr>
        <p:spPr bwMode="auto">
          <a:xfrm>
            <a:off x="5616067" y="5404866"/>
            <a:ext cx="0" cy="2428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63" name="AutoShape 146">
            <a:extLst>
              <a:ext uri="{FF2B5EF4-FFF2-40B4-BE49-F238E27FC236}">
                <a16:creationId xmlns:a16="http://schemas.microsoft.com/office/drawing/2014/main" id="{7FFCE530-8BD7-499D-DDD1-74F6556B1637}"/>
              </a:ext>
            </a:extLst>
          </p:cNvPr>
          <p:cNvSpPr>
            <a:spLocks noChangeShapeType="1"/>
          </p:cNvSpPr>
          <p:nvPr/>
        </p:nvSpPr>
        <p:spPr bwMode="auto">
          <a:xfrm>
            <a:off x="4315905" y="5641277"/>
            <a:ext cx="0" cy="3619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
        <p:nvSpPr>
          <p:cNvPr id="3214" name="AutoShape 147">
            <a:extLst>
              <a:ext uri="{FF2B5EF4-FFF2-40B4-BE49-F238E27FC236}">
                <a16:creationId xmlns:a16="http://schemas.microsoft.com/office/drawing/2014/main" id="{F4AF00C3-A2BA-49DB-220A-48BEB946AD46}"/>
              </a:ext>
            </a:extLst>
          </p:cNvPr>
          <p:cNvSpPr>
            <a:spLocks noChangeShapeType="1"/>
          </p:cNvSpPr>
          <p:nvPr/>
        </p:nvSpPr>
        <p:spPr bwMode="auto">
          <a:xfrm>
            <a:off x="3535934" y="2753531"/>
            <a:ext cx="0" cy="36922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sz="2000">
              <a:latin typeface="Avenir Next LT Pro (Body)"/>
              <a:cs typeface="Aldhabi" panose="020F0502020204030204" pitchFamily="2" charset="-78"/>
            </a:endParaRPr>
          </a:p>
        </p:txBody>
      </p:sp>
    </p:spTree>
    <p:extLst>
      <p:ext uri="{BB962C8B-B14F-4D97-AF65-F5344CB8AC3E}">
        <p14:creationId xmlns:p14="http://schemas.microsoft.com/office/powerpoint/2010/main" val="3278714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3883-335B-83E9-F26E-619B3275A889}"/>
              </a:ext>
            </a:extLst>
          </p:cNvPr>
          <p:cNvSpPr>
            <a:spLocks noGrp="1"/>
          </p:cNvSpPr>
          <p:nvPr>
            <p:ph type="title"/>
          </p:nvPr>
        </p:nvSpPr>
        <p:spPr>
          <a:xfrm>
            <a:off x="838200" y="0"/>
            <a:ext cx="10515600" cy="1325563"/>
          </a:xfrm>
        </p:spPr>
        <p:txBody>
          <a:bodyPr/>
          <a:lstStyle/>
          <a:p>
            <a:pPr algn="ctr"/>
            <a:r>
              <a:rPr lang="en-US"/>
              <a:t>Approach to Problem Solving</a:t>
            </a:r>
          </a:p>
        </p:txBody>
      </p:sp>
      <p:sp>
        <p:nvSpPr>
          <p:cNvPr id="3" name="Content Placeholder 2">
            <a:extLst>
              <a:ext uri="{FF2B5EF4-FFF2-40B4-BE49-F238E27FC236}">
                <a16:creationId xmlns:a16="http://schemas.microsoft.com/office/drawing/2014/main" id="{FFBF89BB-92ED-6B3A-5CD0-CF4D2127E268}"/>
              </a:ext>
            </a:extLst>
          </p:cNvPr>
          <p:cNvSpPr>
            <a:spLocks noGrp="1"/>
          </p:cNvSpPr>
          <p:nvPr>
            <p:ph idx="1"/>
          </p:nvPr>
        </p:nvSpPr>
        <p:spPr>
          <a:xfrm>
            <a:off x="411480" y="1253330"/>
            <a:ext cx="11503152" cy="5147470"/>
          </a:xfrm>
        </p:spPr>
        <p:txBody>
          <a:bodyPr>
            <a:normAutofit/>
          </a:bodyPr>
          <a:lstStyle/>
          <a:p>
            <a:pPr marL="342900" marR="0" lvl="0" indent="-342900">
              <a:lnSpc>
                <a:spcPct val="107000"/>
              </a:lnSpc>
              <a:spcAft>
                <a:spcPts val="800"/>
              </a:spcAft>
              <a:buClrTx/>
              <a:buFont typeface="+mj-lt"/>
              <a:buAutoNum type="alphaUcPeriod"/>
            </a:pPr>
            <a:r>
              <a:rPr lang="en-IN" sz="1800" b="1" kern="100">
                <a:effectLst/>
                <a:latin typeface="Avenir Next LT Pro (Body)"/>
                <a:ea typeface="Calibri" panose="020F0502020204030204" pitchFamily="34" charset="0"/>
                <a:cs typeface="Gautami" panose="020B0502040204020203" pitchFamily="34" charset="0"/>
              </a:rPr>
              <a:t>Data used/found/derived:</a:t>
            </a:r>
            <a:endParaRPr lang="en-US" sz="1800" kern="100">
              <a:effectLst/>
              <a:latin typeface="Avenir Next LT Pro (Body)"/>
              <a:ea typeface="Calibri" panose="020F0502020204030204" pitchFamily="34" charset="0"/>
              <a:cs typeface="Gautami" panose="020B0502040204020203" pitchFamily="34" charset="0"/>
            </a:endParaRPr>
          </a:p>
          <a:p>
            <a:pPr marL="457200" lvl="1">
              <a:lnSpc>
                <a:spcPct val="107000"/>
              </a:lnSpc>
              <a:spcAft>
                <a:spcPts val="800"/>
              </a:spcAft>
            </a:pPr>
            <a:r>
              <a:rPr lang="en-IN" sz="1600" kern="100">
                <a:effectLst/>
                <a:latin typeface="Avenir Next LT Pro (Body)"/>
                <a:ea typeface="Calibri" panose="020F0502020204030204" pitchFamily="34" charset="0"/>
                <a:cs typeface="Gautami" panose="020B0502040204020203" pitchFamily="34" charset="0"/>
              </a:rPr>
              <a:t>Source: </a:t>
            </a:r>
            <a:r>
              <a:rPr lang="en-IN" sz="1600" kern="100">
                <a:effectLst/>
                <a:latin typeface="Avenir Next LT Pro (Body)"/>
                <a:ea typeface="Calibri" panose="020F0502020204030204" pitchFamily="34" charset="0"/>
                <a:cs typeface="Gautami" panose="020B0502040204020203" pitchFamily="34" charset="0"/>
                <a:hlinkClick r:id="rId2"/>
              </a:rPr>
              <a:t>UCI Machine Learning Repository</a:t>
            </a:r>
            <a:endParaRPr lang="en-US" sz="1600" kern="100">
              <a:effectLst/>
              <a:latin typeface="Avenir Next LT Pro (Body)"/>
              <a:ea typeface="Calibri" panose="020F0502020204030204" pitchFamily="34" charset="0"/>
              <a:cs typeface="Gautami" panose="020B0502040204020203" pitchFamily="34" charset="0"/>
            </a:endParaRPr>
          </a:p>
          <a:p>
            <a:pPr marL="457200" lvl="1">
              <a:lnSpc>
                <a:spcPct val="107000"/>
              </a:lnSpc>
              <a:spcAft>
                <a:spcPts val="800"/>
              </a:spcAft>
            </a:pPr>
            <a:r>
              <a:rPr lang="en-IN" sz="1600" kern="100">
                <a:effectLst/>
                <a:latin typeface="Avenir Next LT Pro (Body)"/>
                <a:ea typeface="Calibri" panose="020F0502020204030204" pitchFamily="34" charset="0"/>
                <a:cs typeface="Gautami" panose="020B0502040204020203" pitchFamily="34" charset="0"/>
              </a:rPr>
              <a:t>This dataset include data for the estimation of obesity levels in individuals from the countries of Mexico, Peru and Colombia, based on their eating habits and physical condition.</a:t>
            </a:r>
            <a:endParaRPr lang="en-US" sz="1600" kern="100">
              <a:effectLst/>
              <a:latin typeface="Avenir Next LT Pro (Body)"/>
              <a:ea typeface="Calibri" panose="020F0502020204030204" pitchFamily="34" charset="0"/>
              <a:cs typeface="Gautami" panose="020B0502040204020203" pitchFamily="34" charset="0"/>
            </a:endParaRPr>
          </a:p>
          <a:p>
            <a:pPr marL="457200" lvl="1">
              <a:lnSpc>
                <a:spcPct val="107000"/>
              </a:lnSpc>
              <a:spcAft>
                <a:spcPts val="800"/>
              </a:spcAft>
            </a:pPr>
            <a:r>
              <a:rPr lang="en-IN" sz="1600" kern="100">
                <a:effectLst/>
                <a:latin typeface="Avenir Next LT Pro (Body)"/>
                <a:ea typeface="Calibri" panose="020F0502020204030204" pitchFamily="34" charset="0"/>
                <a:cs typeface="Gautami" panose="020B0502040204020203" pitchFamily="34" charset="0"/>
              </a:rPr>
              <a:t>The data was gathered from a study of 2,111 participants aged between 14 and 61 years, using a survey method. It covers various factors, including diet, physical activity, and lifestyle.</a:t>
            </a:r>
            <a:endParaRPr lang="en-US" sz="1600" kern="100">
              <a:effectLst/>
              <a:latin typeface="Avenir Next LT Pro (Body)"/>
              <a:ea typeface="Calibri" panose="020F0502020204030204" pitchFamily="34" charset="0"/>
              <a:cs typeface="Gautami" panose="020B0502040204020203" pitchFamily="34" charset="0"/>
            </a:endParaRPr>
          </a:p>
          <a:p>
            <a:pPr marL="457200" lvl="1">
              <a:lnSpc>
                <a:spcPct val="107000"/>
              </a:lnSpc>
              <a:spcAft>
                <a:spcPts val="800"/>
              </a:spcAft>
            </a:pPr>
            <a:r>
              <a:rPr lang="en-IN" sz="1600" kern="100">
                <a:effectLst/>
                <a:latin typeface="Avenir Next LT Pro (Body)"/>
                <a:ea typeface="Calibri" panose="020F0502020204030204" pitchFamily="34" charset="0"/>
                <a:cs typeface="Gautami" panose="020B0502040204020203" pitchFamily="34" charset="0"/>
              </a:rPr>
              <a:t>The records are labelled with the class variable NObesity (Obesity Level), that allows classification of the data using the values of Insufficient Weight, Normal Weight, Overweight Level I, Overweight Level II, Obesity Type I, Obesity Type II and Obesity Type III</a:t>
            </a:r>
            <a:endParaRPr lang="en-US" sz="1600" kern="100">
              <a:effectLst/>
              <a:latin typeface="Avenir Next LT Pro (Body)"/>
              <a:ea typeface="Calibri" panose="020F0502020204030204" pitchFamily="34" charset="0"/>
              <a:cs typeface="Gautami" panose="020B0502040204020203" pitchFamily="34" charset="0"/>
            </a:endParaRPr>
          </a:p>
          <a:p>
            <a:pPr marL="457200" lvl="1">
              <a:lnSpc>
                <a:spcPct val="107000"/>
              </a:lnSpc>
              <a:spcAft>
                <a:spcPts val="800"/>
              </a:spcAft>
            </a:pPr>
            <a:r>
              <a:rPr lang="en-IN" sz="1600" kern="100">
                <a:effectLst/>
                <a:latin typeface="Avenir Next LT Pro (Body)"/>
                <a:ea typeface="Calibri" panose="020F0502020204030204" pitchFamily="34" charset="0"/>
                <a:cs typeface="Gautami" panose="020B0502040204020203" pitchFamily="34" charset="0"/>
              </a:rPr>
              <a:t>Among the 17 attributes, 8 are numerical (like age and weight), and 9 are categorical (such as gender and smoking status).</a:t>
            </a:r>
            <a:endParaRPr lang="en-US" sz="1600" kern="100">
              <a:effectLst/>
              <a:latin typeface="Avenir Next LT Pro (Body)"/>
              <a:ea typeface="Calibri" panose="020F0502020204030204" pitchFamily="34" charset="0"/>
              <a:cs typeface="Gautami" panose="020B0502040204020203" pitchFamily="34" charset="0"/>
            </a:endParaRPr>
          </a:p>
          <a:p>
            <a:pPr marL="457200" lvl="1">
              <a:lnSpc>
                <a:spcPct val="107000"/>
              </a:lnSpc>
              <a:spcAft>
                <a:spcPts val="800"/>
              </a:spcAft>
            </a:pPr>
            <a:r>
              <a:rPr lang="en-IN" sz="1600" kern="100">
                <a:effectLst/>
                <a:latin typeface="Avenir Next LT Pro (Body)"/>
                <a:ea typeface="Calibri" panose="020F0502020204030204" pitchFamily="34" charset="0"/>
                <a:cs typeface="Gautami" panose="020B0502040204020203" pitchFamily="34" charset="0"/>
              </a:rPr>
              <a:t>Implemented </a:t>
            </a:r>
            <a:r>
              <a:rPr lang="en-IN" sz="1600" b="1" kern="100">
                <a:effectLst/>
                <a:latin typeface="Avenir Next LT Pro (Body)"/>
                <a:ea typeface="Calibri" panose="020F0502020204030204" pitchFamily="34" charset="0"/>
                <a:cs typeface="Gautami" panose="020B0502040204020203" pitchFamily="34" charset="0"/>
              </a:rPr>
              <a:t>Feature selection using Decision Trees </a:t>
            </a:r>
            <a:r>
              <a:rPr lang="en-IN" sz="1600" kern="100">
                <a:effectLst/>
                <a:latin typeface="Avenir Next LT Pro (Body)"/>
                <a:ea typeface="Calibri" panose="020F0502020204030204" pitchFamily="34" charset="0"/>
                <a:cs typeface="Gautami" panose="020B0502040204020203" pitchFamily="34" charset="0"/>
              </a:rPr>
              <a:t>to identify features that are most influential in predicting the target variable which significantly increases the model’s performance.</a:t>
            </a:r>
            <a:endParaRPr lang="en-US" sz="1600" kern="100">
              <a:effectLst/>
              <a:latin typeface="Avenir Next LT Pro (Body)"/>
              <a:ea typeface="Calibri" panose="020F0502020204030204" pitchFamily="34" charset="0"/>
              <a:cs typeface="Gautami" panose="020B0502040204020203" pitchFamily="34" charset="0"/>
            </a:endParaRPr>
          </a:p>
          <a:p>
            <a:endParaRPr lang="en-US">
              <a:latin typeface="Avenir Next LT Pro (Body)"/>
            </a:endParaRPr>
          </a:p>
        </p:txBody>
      </p:sp>
    </p:spTree>
    <p:extLst>
      <p:ext uri="{BB962C8B-B14F-4D97-AF65-F5344CB8AC3E}">
        <p14:creationId xmlns:p14="http://schemas.microsoft.com/office/powerpoint/2010/main" val="574625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54" name="Top Left">
            <a:extLst>
              <a:ext uri="{FF2B5EF4-FFF2-40B4-BE49-F238E27FC236}">
                <a16:creationId xmlns:a16="http://schemas.microsoft.com/office/drawing/2014/main" id="{A97C5526-E5B9-4185-A5C6-455B9ABEE9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55" name="Freeform: Shape 54">
              <a:extLst>
                <a:ext uri="{FF2B5EF4-FFF2-40B4-BE49-F238E27FC236}">
                  <a16:creationId xmlns:a16="http://schemas.microsoft.com/office/drawing/2014/main" id="{32618F2D-150A-4462-AA3E-0DCDD05577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14" name="Freeform: Shape 13">
              <a:extLst>
                <a:ext uri="{FF2B5EF4-FFF2-40B4-BE49-F238E27FC236}">
                  <a16:creationId xmlns:a16="http://schemas.microsoft.com/office/drawing/2014/main" id="{0283139B-883B-4734-8A26-BC623F91A4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3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EBFCB3D8-7588-4755-B29B-5F97290D7C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EF46A7B4-02F2-4C37-8C5E-6D825E95DD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3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B9D6B09A-3EDF-421A-AE6D-76FEFB45C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3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C20CF77B-DB97-4B8D-9400-E4E8ED6B0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35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5EEEE768-C64B-4296-8921-8D9F342AF9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35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399A0EBB-E594-42E3-9628-D6F0E625D3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35000"/>
                </a:schemeClr>
              </a:solidFill>
              <a:prstDash val="lgDash"/>
              <a:round/>
            </a:ln>
          </p:spPr>
          <p:txBody>
            <a:bodyPr rtlCol="0" anchor="ctr"/>
            <a:lstStyle/>
            <a:p>
              <a:endParaRPr lang="en-US"/>
            </a:p>
          </p:txBody>
        </p:sp>
      </p:grpSp>
      <p:grpSp>
        <p:nvGrpSpPr>
          <p:cNvPr id="56" name="Bottom Right">
            <a:extLst>
              <a:ext uri="{FF2B5EF4-FFF2-40B4-BE49-F238E27FC236}">
                <a16:creationId xmlns:a16="http://schemas.microsoft.com/office/drawing/2014/main" id="{92EC3874-05DD-47EE-9CA4-F0534A9468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7" name="Freeform: Shape 56">
              <a:extLst>
                <a:ext uri="{FF2B5EF4-FFF2-40B4-BE49-F238E27FC236}">
                  <a16:creationId xmlns:a16="http://schemas.microsoft.com/office/drawing/2014/main" id="{170FD15C-3AF3-48D2-BB71-1E8F0EA5D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58" name="Graphic 157">
              <a:extLst>
                <a:ext uri="{FF2B5EF4-FFF2-40B4-BE49-F238E27FC236}">
                  <a16:creationId xmlns:a16="http://schemas.microsoft.com/office/drawing/2014/main" id="{4E831CDE-CEE1-496B-AEDB-FB2A196FCA7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26" name="Freeform: Shape 25">
                <a:extLst>
                  <a:ext uri="{FF2B5EF4-FFF2-40B4-BE49-F238E27FC236}">
                    <a16:creationId xmlns:a16="http://schemas.microsoft.com/office/drawing/2014/main" id="{93AA54E4-E5E3-435E-8667-AE6F80B5AD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27" name="Freeform: Shape 26">
                <a:extLst>
                  <a:ext uri="{FF2B5EF4-FFF2-40B4-BE49-F238E27FC236}">
                    <a16:creationId xmlns:a16="http://schemas.microsoft.com/office/drawing/2014/main" id="{59585BA2-83E2-46ED-B377-86D4F1655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28" name="Freeform: Shape 27">
                <a:extLst>
                  <a:ext uri="{FF2B5EF4-FFF2-40B4-BE49-F238E27FC236}">
                    <a16:creationId xmlns:a16="http://schemas.microsoft.com/office/drawing/2014/main" id="{C15FDA69-033D-45F7-8CB5-4BC51040E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 name="Freeform: Shape 28">
                <a:extLst>
                  <a:ext uri="{FF2B5EF4-FFF2-40B4-BE49-F238E27FC236}">
                    <a16:creationId xmlns:a16="http://schemas.microsoft.com/office/drawing/2014/main" id="{E8307457-2BDD-4E1B-86B0-0B11C1B14E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ABE53357-59FC-47FD-A904-1DDBC0E15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1DC07FFC-92FC-4B86-91D7-44BD070FB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BDA817E7-2BA6-4DDA-A9BE-B3CE938B0E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25" name="Freeform: Shape 24">
              <a:extLst>
                <a:ext uri="{FF2B5EF4-FFF2-40B4-BE49-F238E27FC236}">
                  <a16:creationId xmlns:a16="http://schemas.microsoft.com/office/drawing/2014/main" id="{C6A443FE-CA29-481D-BD91-3440C734B7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9" name="Content Placeholder 2">
            <a:extLst>
              <a:ext uri="{FF2B5EF4-FFF2-40B4-BE49-F238E27FC236}">
                <a16:creationId xmlns:a16="http://schemas.microsoft.com/office/drawing/2014/main" id="{1BFE24DB-94A0-FE77-B009-80CE625F3470}"/>
              </a:ext>
            </a:extLst>
          </p:cNvPr>
          <p:cNvSpPr>
            <a:spLocks noGrp="1"/>
          </p:cNvSpPr>
          <p:nvPr>
            <p:ph idx="1"/>
          </p:nvPr>
        </p:nvSpPr>
        <p:spPr>
          <a:xfrm>
            <a:off x="521088" y="2055813"/>
            <a:ext cx="10994549" cy="4087403"/>
          </a:xfrm>
        </p:spPr>
        <p:txBody>
          <a:bodyPr>
            <a:normAutofit/>
          </a:bodyPr>
          <a:lstStyle/>
          <a:p>
            <a:pPr marL="457200" lvl="1">
              <a:lnSpc>
                <a:spcPct val="100000"/>
              </a:lnSpc>
              <a:spcAft>
                <a:spcPts val="800"/>
              </a:spcAft>
            </a:pPr>
            <a:r>
              <a:rPr lang="en-IN" sz="1800" b="1" kern="100">
                <a:effectLst/>
                <a:latin typeface="Avenir Next LT Pro (Body)"/>
                <a:ea typeface="Calibri" panose="020F0502020204030204" pitchFamily="34" charset="0"/>
                <a:cs typeface="Gautami" panose="020B0502040204020203" pitchFamily="34" charset="0"/>
              </a:rPr>
              <a:t>Logistic Regression: </a:t>
            </a:r>
            <a:r>
              <a:rPr lang="en-IN" sz="1800" kern="100">
                <a:effectLst/>
                <a:latin typeface="Avenir Next LT Pro (Body)"/>
                <a:ea typeface="Calibri" panose="020F0502020204030204" pitchFamily="34" charset="0"/>
                <a:cs typeface="Gautami" panose="020B0502040204020203" pitchFamily="34" charset="0"/>
              </a:rPr>
              <a:t>Implemented with default settings, this model uses a linear approach for classification tasks. It's efficient for binary and multiclass problems.</a:t>
            </a:r>
            <a:endParaRPr lang="en-US" sz="1800" kern="100">
              <a:effectLst/>
              <a:latin typeface="Avenir Next LT Pro (Body)"/>
              <a:ea typeface="Calibri" panose="020F0502020204030204" pitchFamily="34" charset="0"/>
              <a:cs typeface="Gautami" panose="020B0502040204020203" pitchFamily="34" charset="0"/>
            </a:endParaRPr>
          </a:p>
          <a:p>
            <a:pPr marL="457200" lvl="1">
              <a:lnSpc>
                <a:spcPct val="100000"/>
              </a:lnSpc>
              <a:spcAft>
                <a:spcPts val="800"/>
              </a:spcAft>
            </a:pPr>
            <a:r>
              <a:rPr lang="en-IN" sz="1800" b="1" kern="100">
                <a:effectLst/>
                <a:latin typeface="Avenir Next LT Pro (Body)"/>
                <a:ea typeface="Calibri" panose="020F0502020204030204" pitchFamily="34" charset="0"/>
                <a:cs typeface="Gautami" panose="020B0502040204020203" pitchFamily="34" charset="0"/>
              </a:rPr>
              <a:t>K-Nearest Neighbour (KNN): </a:t>
            </a:r>
            <a:r>
              <a:rPr lang="en-IN" sz="1800" kern="100">
                <a:effectLst/>
                <a:latin typeface="Avenir Next LT Pro (Body)"/>
                <a:ea typeface="Calibri" panose="020F0502020204030204" pitchFamily="34" charset="0"/>
                <a:cs typeface="Gautami" panose="020B0502040204020203" pitchFamily="34" charset="0"/>
              </a:rPr>
              <a:t>Configured with k = 10, this model classifies data based on the majority class of the nearest </a:t>
            </a:r>
            <a:r>
              <a:rPr lang="en-IN" sz="1800" kern="100" err="1">
                <a:effectLst/>
                <a:latin typeface="Avenir Next LT Pro (Body)"/>
                <a:ea typeface="Calibri" panose="020F0502020204030204" pitchFamily="34" charset="0"/>
                <a:cs typeface="Gautami" panose="020B0502040204020203" pitchFamily="34" charset="0"/>
              </a:rPr>
              <a:t>neighbors</a:t>
            </a:r>
            <a:r>
              <a:rPr lang="en-IN" sz="1800" kern="100">
                <a:effectLst/>
                <a:latin typeface="Avenir Next LT Pro (Body)"/>
                <a:ea typeface="Calibri" panose="020F0502020204030204" pitchFamily="34" charset="0"/>
                <a:cs typeface="Gautami" panose="020B0502040204020203" pitchFamily="34" charset="0"/>
              </a:rPr>
              <a:t>. It’s simple and effective for smaller datasets.</a:t>
            </a:r>
            <a:endParaRPr lang="en-US" sz="1800" kern="100">
              <a:effectLst/>
              <a:latin typeface="Avenir Next LT Pro (Body)"/>
              <a:ea typeface="Calibri" panose="020F0502020204030204" pitchFamily="34" charset="0"/>
              <a:cs typeface="Gautami" panose="020B0502040204020203" pitchFamily="34" charset="0"/>
            </a:endParaRPr>
          </a:p>
          <a:p>
            <a:pPr marL="457200" lvl="1">
              <a:lnSpc>
                <a:spcPct val="100000"/>
              </a:lnSpc>
              <a:spcAft>
                <a:spcPts val="800"/>
              </a:spcAft>
            </a:pPr>
            <a:r>
              <a:rPr lang="en-IN" sz="1800" b="1" kern="100">
                <a:effectLst/>
                <a:latin typeface="Avenir Next LT Pro (Body)"/>
                <a:ea typeface="Calibri" panose="020F0502020204030204" pitchFamily="34" charset="0"/>
                <a:cs typeface="Gautami" panose="020B0502040204020203" pitchFamily="34" charset="0"/>
              </a:rPr>
              <a:t>Support Vector Machine (SVM): </a:t>
            </a:r>
            <a:r>
              <a:rPr lang="en-IN" sz="1800" kern="100">
                <a:effectLst/>
                <a:latin typeface="Avenir Next LT Pro (Body)"/>
                <a:ea typeface="Calibri" panose="020F0502020204030204" pitchFamily="34" charset="0"/>
                <a:cs typeface="Gautami" panose="020B0502040204020203" pitchFamily="34" charset="0"/>
              </a:rPr>
              <a:t>Applied with the RBF kernel, it maps data into higher dimensions to handle non-linear relationships effectively.</a:t>
            </a:r>
            <a:endParaRPr lang="en-US" sz="1800" kern="100">
              <a:effectLst/>
              <a:latin typeface="Avenir Next LT Pro (Body)"/>
              <a:ea typeface="Calibri" panose="020F0502020204030204" pitchFamily="34" charset="0"/>
              <a:cs typeface="Gautami" panose="020B0502040204020203" pitchFamily="34" charset="0"/>
            </a:endParaRPr>
          </a:p>
          <a:p>
            <a:pPr marL="457200" lvl="1">
              <a:lnSpc>
                <a:spcPct val="100000"/>
              </a:lnSpc>
              <a:spcAft>
                <a:spcPts val="800"/>
              </a:spcAft>
            </a:pPr>
            <a:r>
              <a:rPr lang="en-IN" sz="1800" b="1" kern="100">
                <a:effectLst/>
                <a:latin typeface="Avenir Next LT Pro (Body)"/>
                <a:ea typeface="Calibri" panose="020F0502020204030204" pitchFamily="34" charset="0"/>
                <a:cs typeface="Gautami" panose="020B0502040204020203" pitchFamily="34" charset="0"/>
              </a:rPr>
              <a:t>Random Forest: </a:t>
            </a:r>
            <a:r>
              <a:rPr lang="en-IN" sz="1800" kern="100">
                <a:effectLst/>
                <a:latin typeface="Avenir Next LT Pro (Body)"/>
                <a:ea typeface="Calibri" panose="020F0502020204030204" pitchFamily="34" charset="0"/>
                <a:cs typeface="Gautami" panose="020B0502040204020203" pitchFamily="34" charset="0"/>
              </a:rPr>
              <a:t>Configured with 100 trees, ensuring robust performance and reduced variance through ensemble learning.</a:t>
            </a:r>
            <a:endParaRPr lang="en-US" sz="1800" kern="100">
              <a:effectLst/>
              <a:latin typeface="Avenir Next LT Pro (Body)"/>
              <a:ea typeface="Calibri" panose="020F0502020204030204" pitchFamily="34" charset="0"/>
              <a:cs typeface="Gautami" panose="020B0502040204020203" pitchFamily="34" charset="0"/>
            </a:endParaRPr>
          </a:p>
          <a:p>
            <a:pPr marL="457200" lvl="1">
              <a:lnSpc>
                <a:spcPct val="100000"/>
              </a:lnSpc>
              <a:spcAft>
                <a:spcPts val="800"/>
              </a:spcAft>
            </a:pPr>
            <a:r>
              <a:rPr lang="en-IN" sz="1800" b="1" kern="100" err="1">
                <a:effectLst/>
                <a:latin typeface="Avenir Next LT Pro (Body)"/>
                <a:ea typeface="Calibri" panose="020F0502020204030204" pitchFamily="34" charset="0"/>
                <a:cs typeface="Gautami" panose="020B0502040204020203" pitchFamily="34" charset="0"/>
              </a:rPr>
              <a:t>XGBoost</a:t>
            </a:r>
            <a:r>
              <a:rPr lang="en-IN" sz="1800" b="1" kern="100">
                <a:effectLst/>
                <a:latin typeface="Avenir Next LT Pro (Body)"/>
                <a:ea typeface="Calibri" panose="020F0502020204030204" pitchFamily="34" charset="0"/>
                <a:cs typeface="Gautami" panose="020B0502040204020203" pitchFamily="34" charset="0"/>
              </a:rPr>
              <a:t>: </a:t>
            </a:r>
            <a:r>
              <a:rPr lang="en-IN" sz="1800" kern="100">
                <a:effectLst/>
                <a:latin typeface="Avenir Next LT Pro (Body)"/>
                <a:ea typeface="Calibri" panose="020F0502020204030204" pitchFamily="34" charset="0"/>
                <a:cs typeface="Gautami" panose="020B0502040204020203" pitchFamily="34" charset="0"/>
              </a:rPr>
              <a:t>Configured with a learning rate of 0.3, a maximum depth of 6, and 100 estimators, balancing efficiency and accuracy with these parameters.</a:t>
            </a:r>
            <a:endParaRPr lang="en-US" sz="1800" kern="100">
              <a:effectLst/>
              <a:latin typeface="Avenir Next LT Pro (Body)"/>
              <a:ea typeface="Calibri" panose="020F0502020204030204" pitchFamily="34" charset="0"/>
              <a:cs typeface="Gautami" panose="020B0502040204020203" pitchFamily="34" charset="0"/>
            </a:endParaRPr>
          </a:p>
          <a:p>
            <a:pPr>
              <a:lnSpc>
                <a:spcPct val="100000"/>
              </a:lnSpc>
            </a:pPr>
            <a:endParaRPr lang="en-US" sz="1800">
              <a:latin typeface="Avenir Next LT Pro (Body)"/>
            </a:endParaRPr>
          </a:p>
        </p:txBody>
      </p:sp>
      <p:sp>
        <p:nvSpPr>
          <p:cNvPr id="5" name="Title 1">
            <a:extLst>
              <a:ext uri="{FF2B5EF4-FFF2-40B4-BE49-F238E27FC236}">
                <a16:creationId xmlns:a16="http://schemas.microsoft.com/office/drawing/2014/main" id="{012C172C-EC9A-7CA6-5C8D-8CABC87084DE}"/>
              </a:ext>
            </a:extLst>
          </p:cNvPr>
          <p:cNvSpPr txBox="1">
            <a:spLocks/>
          </p:cNvSpPr>
          <p:nvPr/>
        </p:nvSpPr>
        <p:spPr>
          <a:xfrm>
            <a:off x="760562" y="280009"/>
            <a:ext cx="10515600" cy="132556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a:lstStyle>
          <a:p>
            <a:pPr algn="ctr"/>
            <a:r>
              <a:rPr lang="en-US"/>
              <a:t>B. Models chosen to apply and test</a:t>
            </a:r>
          </a:p>
        </p:txBody>
      </p:sp>
    </p:spTree>
    <p:extLst>
      <p:ext uri="{BB962C8B-B14F-4D97-AF65-F5344CB8AC3E}">
        <p14:creationId xmlns:p14="http://schemas.microsoft.com/office/powerpoint/2010/main" val="4115521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3" name="Rectangle 342">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44" name="Freeform: Shape 343">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345" name="Freeform: Shape 344">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346" name="Freeform: Shape 345">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7"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56" name="Freeform: Shape 255">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7" name="Freeform: Shape 256">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8" name="Freeform: Shape 257">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59" name="Freeform: Shape 258">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0" name="Freeform: Shape 259">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61" name="Freeform: Shape 260">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62" name="Freeform: Shape 261">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348"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65" name="Freeform: Shape 264">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6" name="Freeform: Shape 265">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7" name="Freeform: Shape 266">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8" name="Freeform: Shape 267">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9" name="Freeform: Shape 268">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70" name="Freeform: Shape 269">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71" name="Freeform: Shape 270">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49" name="Rectangle 348">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50" name="Rectangle 349">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351" name="Top left">
            <a:extLst>
              <a:ext uri="{FF2B5EF4-FFF2-40B4-BE49-F238E27FC236}">
                <a16:creationId xmlns:a16="http://schemas.microsoft.com/office/drawing/2014/main" id="{7FC895C9-79FE-43E8-A87E-8304DA93A8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278" name="Freeform: Shape 277">
              <a:extLst>
                <a:ext uri="{FF2B5EF4-FFF2-40B4-BE49-F238E27FC236}">
                  <a16:creationId xmlns:a16="http://schemas.microsoft.com/office/drawing/2014/main" id="{DA48B0F7-6177-4959-B9D2-0B7BBCA28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279" name="Freeform: Shape 278">
              <a:extLst>
                <a:ext uri="{FF2B5EF4-FFF2-40B4-BE49-F238E27FC236}">
                  <a16:creationId xmlns:a16="http://schemas.microsoft.com/office/drawing/2014/main" id="{BF2618BA-01AD-4567-8871-EFBCF54C2B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280" name="Freeform: Shape 279">
              <a:extLst>
                <a:ext uri="{FF2B5EF4-FFF2-40B4-BE49-F238E27FC236}">
                  <a16:creationId xmlns:a16="http://schemas.microsoft.com/office/drawing/2014/main" id="{6727EC15-A8F2-4063-98D1-8B828AD9C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281" name="Freeform: Shape 280">
              <a:extLst>
                <a:ext uri="{FF2B5EF4-FFF2-40B4-BE49-F238E27FC236}">
                  <a16:creationId xmlns:a16="http://schemas.microsoft.com/office/drawing/2014/main" id="{93FC5443-533A-4F70-9C0C-B30B27F99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282" name="Freeform: Shape 281">
              <a:extLst>
                <a:ext uri="{FF2B5EF4-FFF2-40B4-BE49-F238E27FC236}">
                  <a16:creationId xmlns:a16="http://schemas.microsoft.com/office/drawing/2014/main" id="{45AB8C4E-2DDD-4CEB-979C-61A9FAF7A4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283" name="Freeform: Shape 282">
              <a:extLst>
                <a:ext uri="{FF2B5EF4-FFF2-40B4-BE49-F238E27FC236}">
                  <a16:creationId xmlns:a16="http://schemas.microsoft.com/office/drawing/2014/main" id="{92FC2A38-06EC-4016-92C6-B53E68CE2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84" name="Freeform: Shape 283">
              <a:extLst>
                <a:ext uri="{FF2B5EF4-FFF2-40B4-BE49-F238E27FC236}">
                  <a16:creationId xmlns:a16="http://schemas.microsoft.com/office/drawing/2014/main" id="{B584142E-7633-4A74-9737-E5EBFDB2DA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85" name="Freeform: Shape 284">
              <a:extLst>
                <a:ext uri="{FF2B5EF4-FFF2-40B4-BE49-F238E27FC236}">
                  <a16:creationId xmlns:a16="http://schemas.microsoft.com/office/drawing/2014/main" id="{10E008C8-071C-4A05-A224-2993A1756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1C52D42F-5F2B-8A78-7A1B-3EB62F99A687}"/>
              </a:ext>
            </a:extLst>
          </p:cNvPr>
          <p:cNvSpPr>
            <a:spLocks noGrp="1"/>
          </p:cNvSpPr>
          <p:nvPr>
            <p:ph type="title"/>
          </p:nvPr>
        </p:nvSpPr>
        <p:spPr>
          <a:xfrm>
            <a:off x="513112" y="420705"/>
            <a:ext cx="5159524" cy="1096732"/>
          </a:xfrm>
        </p:spPr>
        <p:txBody>
          <a:bodyPr vert="horz" lIns="91440" tIns="45720" rIns="91440" bIns="45720" rtlCol="0" anchor="b">
            <a:normAutofit/>
          </a:bodyPr>
          <a:lstStyle/>
          <a:p>
            <a:r>
              <a:rPr lang="en-US" sz="5400" kern="1200">
                <a:solidFill>
                  <a:schemeClr val="tx2"/>
                </a:solidFill>
                <a:latin typeface="+mj-lt"/>
                <a:ea typeface="+mj-ea"/>
                <a:cs typeface="+mj-cs"/>
              </a:rPr>
              <a:t>Results 	</a:t>
            </a:r>
          </a:p>
        </p:txBody>
      </p:sp>
      <p:grpSp>
        <p:nvGrpSpPr>
          <p:cNvPr id="352" name="Cross">
            <a:extLst>
              <a:ext uri="{FF2B5EF4-FFF2-40B4-BE49-F238E27FC236}">
                <a16:creationId xmlns:a16="http://schemas.microsoft.com/office/drawing/2014/main" id="{648AC293-747D-47C4-9B5B-EB0624E58F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353" name="Straight Connector 352">
              <a:extLst>
                <a:ext uri="{FF2B5EF4-FFF2-40B4-BE49-F238E27FC236}">
                  <a16:creationId xmlns:a16="http://schemas.microsoft.com/office/drawing/2014/main" id="{4CDB5A71-CB3A-4D7E-8508-78068B024A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354" name="Straight Connector 353">
              <a:extLst>
                <a:ext uri="{FF2B5EF4-FFF2-40B4-BE49-F238E27FC236}">
                  <a16:creationId xmlns:a16="http://schemas.microsoft.com/office/drawing/2014/main" id="{39FD191F-4D0D-4A36-88EA-9E73BD9F06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pic>
        <p:nvPicPr>
          <p:cNvPr id="14" name="Picture 13" descr="A graph showing a graph of a number of different levels&#10;&#10;Description automatically generated with medium confidence">
            <a:extLst>
              <a:ext uri="{FF2B5EF4-FFF2-40B4-BE49-F238E27FC236}">
                <a16:creationId xmlns:a16="http://schemas.microsoft.com/office/drawing/2014/main" id="{91834D22-DC05-F88A-6044-72381C0F30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513112" y="2783228"/>
            <a:ext cx="7299220" cy="3894397"/>
          </a:xfrm>
          <a:prstGeom prst="rect">
            <a:avLst/>
          </a:prstGeom>
          <a:noFill/>
          <a:ln>
            <a:solidFill>
              <a:schemeClr val="tx1"/>
            </a:solidFill>
          </a:ln>
        </p:spPr>
      </p:pic>
      <p:pic>
        <p:nvPicPr>
          <p:cNvPr id="13" name="Content Placeholder 12" descr="A table of numbers with text&#10;&#10;Description automatically generated with medium confidence">
            <a:extLst>
              <a:ext uri="{FF2B5EF4-FFF2-40B4-BE49-F238E27FC236}">
                <a16:creationId xmlns:a16="http://schemas.microsoft.com/office/drawing/2014/main" id="{6DF44A03-7F32-0582-19AB-73EB71A9D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498280" y="1179438"/>
            <a:ext cx="7299220" cy="1431916"/>
          </a:xfrm>
          <a:prstGeom prst="rect">
            <a:avLst/>
          </a:prstGeom>
          <a:noFill/>
          <a:ln>
            <a:solidFill>
              <a:schemeClr val="tx1"/>
            </a:solidFill>
          </a:ln>
        </p:spPr>
      </p:pic>
      <p:grpSp>
        <p:nvGrpSpPr>
          <p:cNvPr id="355" name="Bottom Right">
            <a:extLst>
              <a:ext uri="{FF2B5EF4-FFF2-40B4-BE49-F238E27FC236}">
                <a16:creationId xmlns:a16="http://schemas.microsoft.com/office/drawing/2014/main" id="{41839D76-8014-4A87-878E-D7706BAEF2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356" name="Graphic 157">
              <a:extLst>
                <a:ext uri="{FF2B5EF4-FFF2-40B4-BE49-F238E27FC236}">
                  <a16:creationId xmlns:a16="http://schemas.microsoft.com/office/drawing/2014/main" id="{A63C97A9-092E-4CCB-B978-0D94C194092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357" name="Freeform: Shape 356">
                <a:extLst>
                  <a:ext uri="{FF2B5EF4-FFF2-40B4-BE49-F238E27FC236}">
                    <a16:creationId xmlns:a16="http://schemas.microsoft.com/office/drawing/2014/main" id="{53653347-CE88-4247-8536-FC7155AB7C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8" name="Freeform: Shape 357">
                <a:extLst>
                  <a:ext uri="{FF2B5EF4-FFF2-40B4-BE49-F238E27FC236}">
                    <a16:creationId xmlns:a16="http://schemas.microsoft.com/office/drawing/2014/main" id="{A6F1D153-15D9-449A-B9A8-7F0FCBBD98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9" name="Freeform: Shape 358">
                <a:extLst>
                  <a:ext uri="{FF2B5EF4-FFF2-40B4-BE49-F238E27FC236}">
                    <a16:creationId xmlns:a16="http://schemas.microsoft.com/office/drawing/2014/main" id="{84AF8E5A-1441-43A9-98E5-C83F52B1AC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7" name="Freeform: Shape 296">
                <a:extLst>
                  <a:ext uri="{FF2B5EF4-FFF2-40B4-BE49-F238E27FC236}">
                    <a16:creationId xmlns:a16="http://schemas.microsoft.com/office/drawing/2014/main" id="{E7DCDDAC-E31F-4E54-B276-4A2A670333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8" name="Freeform: Shape 297">
                <a:extLst>
                  <a:ext uri="{FF2B5EF4-FFF2-40B4-BE49-F238E27FC236}">
                    <a16:creationId xmlns:a16="http://schemas.microsoft.com/office/drawing/2014/main" id="{749392A4-1FEC-49C4-9CF2-5EB96624E5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299" name="Freeform: Shape 298">
                <a:extLst>
                  <a:ext uri="{FF2B5EF4-FFF2-40B4-BE49-F238E27FC236}">
                    <a16:creationId xmlns:a16="http://schemas.microsoft.com/office/drawing/2014/main" id="{BC77FD6F-8D2D-483D-B53F-8B378B55CF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00" name="Freeform: Shape 299">
                <a:extLst>
                  <a:ext uri="{FF2B5EF4-FFF2-40B4-BE49-F238E27FC236}">
                    <a16:creationId xmlns:a16="http://schemas.microsoft.com/office/drawing/2014/main" id="{0642557F-17BF-416E-958C-C6B5FA9363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360" name="Freeform: Shape 359">
              <a:extLst>
                <a:ext uri="{FF2B5EF4-FFF2-40B4-BE49-F238E27FC236}">
                  <a16:creationId xmlns:a16="http://schemas.microsoft.com/office/drawing/2014/main" id="{EE2FF566-EB4F-4C4B-9F45-3F267FE13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996787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 name="Freeform: Shape 12">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5" name="Freeform: Shape 14">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7" name="Freeform: Shape 16">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9"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20" name="Freeform: Shape 19">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28"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9" name="Freeform: Shape 28">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30" name="Freeform: Shape 29">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1" name="Freeform: Shape 30">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7" name="Rectangle 3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9" name="Rectangle 3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1" name="Top left">
            <a:extLst>
              <a:ext uri="{FF2B5EF4-FFF2-40B4-BE49-F238E27FC236}">
                <a16:creationId xmlns:a16="http://schemas.microsoft.com/office/drawing/2014/main" id="{A345EEC5-ECAA-408B-B9D7-1C0E1102C1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2" name="Freeform: Shape 41">
              <a:extLst>
                <a:ext uri="{FF2B5EF4-FFF2-40B4-BE49-F238E27FC236}">
                  <a16:creationId xmlns:a16="http://schemas.microsoft.com/office/drawing/2014/main" id="{C09B09D8-FF9D-4CE5-853B-3BA46FD5C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3" name="Freeform: Shape 42">
              <a:extLst>
                <a:ext uri="{FF2B5EF4-FFF2-40B4-BE49-F238E27FC236}">
                  <a16:creationId xmlns:a16="http://schemas.microsoft.com/office/drawing/2014/main" id="{7DC978A2-F53F-4B72-9BAC-5F78F00B6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4" name="Freeform: Shape 43">
              <a:extLst>
                <a:ext uri="{FF2B5EF4-FFF2-40B4-BE49-F238E27FC236}">
                  <a16:creationId xmlns:a16="http://schemas.microsoft.com/office/drawing/2014/main" id="{4F73D09D-1DE1-441E-88F5-CD2CBAB88D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5" name="Freeform: Shape 44">
              <a:extLst>
                <a:ext uri="{FF2B5EF4-FFF2-40B4-BE49-F238E27FC236}">
                  <a16:creationId xmlns:a16="http://schemas.microsoft.com/office/drawing/2014/main" id="{9DE61DBF-5FB0-4603-BE95-C566DD48BE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D8C89DF5-F013-4C54-B9AD-2E158706C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9ED89947-A3CF-4B11-8DE7-5D07A57CB9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D3E24021-DB80-451B-96A6-0D21AC0C84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2BDA2B48-4CD9-45C3-8F12-2125533678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sp>
        <p:nvSpPr>
          <p:cNvPr id="2" name="Title 1">
            <a:extLst>
              <a:ext uri="{FF2B5EF4-FFF2-40B4-BE49-F238E27FC236}">
                <a16:creationId xmlns:a16="http://schemas.microsoft.com/office/drawing/2014/main" id="{2BC7DB16-0671-D792-1C64-71CFC719124C}"/>
              </a:ext>
            </a:extLst>
          </p:cNvPr>
          <p:cNvSpPr>
            <a:spLocks noGrp="1"/>
          </p:cNvSpPr>
          <p:nvPr>
            <p:ph type="title"/>
          </p:nvPr>
        </p:nvSpPr>
        <p:spPr>
          <a:xfrm>
            <a:off x="1100623" y="46491"/>
            <a:ext cx="10246090" cy="1471193"/>
          </a:xfrm>
        </p:spPr>
        <p:txBody>
          <a:bodyPr vert="horz" lIns="91440" tIns="45720" rIns="91440" bIns="45720" rtlCol="0" anchor="ctr">
            <a:normAutofit/>
          </a:bodyPr>
          <a:lstStyle/>
          <a:p>
            <a:pPr algn="ctr"/>
            <a:r>
              <a:rPr lang="en-US" kern="1200">
                <a:latin typeface="+mj-lt"/>
                <a:ea typeface="+mj-ea"/>
                <a:cs typeface="+mj-cs"/>
              </a:rPr>
              <a:t>Confusion </a:t>
            </a:r>
            <a:r>
              <a:rPr lang="en-US"/>
              <a:t>Matrix - XGBoost</a:t>
            </a:r>
            <a:endParaRPr lang="en-US" kern="1200">
              <a:latin typeface="+mj-lt"/>
              <a:cs typeface="Posterama"/>
            </a:endParaRPr>
          </a:p>
        </p:txBody>
      </p:sp>
      <p:sp>
        <p:nvSpPr>
          <p:cNvPr id="4" name="Content Placeholder 3">
            <a:extLst>
              <a:ext uri="{FF2B5EF4-FFF2-40B4-BE49-F238E27FC236}">
                <a16:creationId xmlns:a16="http://schemas.microsoft.com/office/drawing/2014/main" id="{3EDE0910-2DAC-D399-E90B-0E7B4906C5F6}"/>
              </a:ext>
            </a:extLst>
          </p:cNvPr>
          <p:cNvSpPr>
            <a:spLocks noGrp="1"/>
          </p:cNvSpPr>
          <p:nvPr>
            <p:ph sz="half" idx="2"/>
          </p:nvPr>
        </p:nvSpPr>
        <p:spPr>
          <a:xfrm>
            <a:off x="432031" y="1337665"/>
            <a:ext cx="6346225" cy="5477769"/>
          </a:xfrm>
        </p:spPr>
        <p:txBody>
          <a:bodyPr vert="horz" lIns="91440" tIns="45720" rIns="91440" bIns="45720" rtlCol="0">
            <a:normAutofit/>
          </a:bodyPr>
          <a:lstStyle/>
          <a:p>
            <a:pPr>
              <a:lnSpc>
                <a:spcPct val="100000"/>
              </a:lnSpc>
            </a:pPr>
            <a:r>
              <a:rPr lang="en-US" sz="1400" b="1"/>
              <a:t>Key Observations:</a:t>
            </a:r>
          </a:p>
          <a:p>
            <a:pPr lvl="1">
              <a:lnSpc>
                <a:spcPct val="100000"/>
              </a:lnSpc>
            </a:pPr>
            <a:r>
              <a:rPr lang="en-US" sz="1400"/>
              <a:t>The confusion matrix evaluates the </a:t>
            </a:r>
            <a:r>
              <a:rPr lang="en-US" sz="1400" b="1"/>
              <a:t>XGBoost</a:t>
            </a:r>
            <a:r>
              <a:rPr lang="en-US" sz="1400"/>
              <a:t> model's performance across 7 obesity categories (Classes 0–6).</a:t>
            </a:r>
          </a:p>
          <a:p>
            <a:pPr>
              <a:lnSpc>
                <a:spcPct val="100000"/>
              </a:lnSpc>
            </a:pPr>
            <a:r>
              <a:rPr lang="en-US" sz="1400" b="1"/>
              <a:t>Class-wise Performance:</a:t>
            </a:r>
            <a:endParaRPr lang="en-US" sz="1400"/>
          </a:p>
          <a:p>
            <a:pPr marL="742950" lvl="1">
              <a:lnSpc>
                <a:spcPct val="100000"/>
              </a:lnSpc>
            </a:pPr>
            <a:r>
              <a:rPr lang="en-US" sz="1400" b="1"/>
              <a:t>Class 0:</a:t>
            </a:r>
            <a:r>
              <a:rPr lang="en-US" sz="1400"/>
              <a:t> All 47 samples correctly classified (perfect accuracy).</a:t>
            </a:r>
          </a:p>
          <a:p>
            <a:pPr marL="742950" lvl="1">
              <a:lnSpc>
                <a:spcPct val="100000"/>
              </a:lnSpc>
            </a:pPr>
            <a:r>
              <a:rPr lang="en-US" sz="1400" b="1"/>
              <a:t>Class 1:</a:t>
            </a:r>
            <a:r>
              <a:rPr lang="en-US" sz="1400"/>
              <a:t> 55 correct; 3 misclassified as Class 0.</a:t>
            </a:r>
          </a:p>
          <a:p>
            <a:pPr marL="742950" lvl="1">
              <a:lnSpc>
                <a:spcPct val="100000"/>
              </a:lnSpc>
            </a:pPr>
            <a:r>
              <a:rPr lang="en-US" sz="1400" b="1"/>
              <a:t>Class 2:</a:t>
            </a:r>
            <a:r>
              <a:rPr lang="en-US" sz="1400"/>
              <a:t> 76 correct; 2 misclassified (1 each as Class 5 and Class 6).</a:t>
            </a:r>
          </a:p>
          <a:p>
            <a:pPr marL="742950" lvl="1">
              <a:lnSpc>
                <a:spcPct val="100000"/>
              </a:lnSpc>
            </a:pPr>
            <a:r>
              <a:rPr lang="en-US" sz="1400" b="1"/>
              <a:t>Class 3:</a:t>
            </a:r>
            <a:r>
              <a:rPr lang="en-US" sz="1400"/>
              <a:t> 59 correct; no misclassifications.</a:t>
            </a:r>
          </a:p>
          <a:p>
            <a:pPr marL="742950" lvl="1">
              <a:lnSpc>
                <a:spcPct val="100000"/>
              </a:lnSpc>
            </a:pPr>
            <a:r>
              <a:rPr lang="en-US" sz="1400" b="1"/>
              <a:t>Class 4:</a:t>
            </a:r>
            <a:r>
              <a:rPr lang="en-US" sz="1400"/>
              <a:t> 62 correct; no misclassifications.</a:t>
            </a:r>
          </a:p>
          <a:p>
            <a:pPr marL="742950" lvl="1">
              <a:lnSpc>
                <a:spcPct val="100000"/>
              </a:lnSpc>
            </a:pPr>
            <a:r>
              <a:rPr lang="en-US" sz="1400" b="1"/>
              <a:t>Class 5:</a:t>
            </a:r>
            <a:r>
              <a:rPr lang="en-US" sz="1400"/>
              <a:t> 47 correct; 2 misclassified as Class 2.</a:t>
            </a:r>
          </a:p>
          <a:p>
            <a:pPr marL="742950" lvl="1">
              <a:lnSpc>
                <a:spcPct val="100000"/>
              </a:lnSpc>
            </a:pPr>
            <a:r>
              <a:rPr lang="en-US" sz="1400" b="1"/>
              <a:t>Class 6:</a:t>
            </a:r>
            <a:r>
              <a:rPr lang="en-US" sz="1400"/>
              <a:t> 64 correct; 1 misclassified as Class 2.</a:t>
            </a:r>
          </a:p>
          <a:p>
            <a:pPr>
              <a:lnSpc>
                <a:spcPct val="100000"/>
              </a:lnSpc>
            </a:pPr>
            <a:r>
              <a:rPr lang="en-US" sz="1400" b="1"/>
              <a:t>Insights:</a:t>
            </a:r>
          </a:p>
          <a:p>
            <a:pPr lvl="1">
              <a:lnSpc>
                <a:spcPct val="100000"/>
              </a:lnSpc>
            </a:pPr>
            <a:r>
              <a:rPr lang="en-US" sz="1400"/>
              <a:t>High predictive accuracy for most classes, particularly Classes 0, 3, 4, and 6.</a:t>
            </a:r>
          </a:p>
          <a:p>
            <a:pPr lvl="1">
              <a:lnSpc>
                <a:spcPct val="100000"/>
              </a:lnSpc>
            </a:pPr>
            <a:r>
              <a:rPr lang="en-US" sz="1400"/>
              <a:t>Minimal misclassification observed, primarily between neighboring classes like Class 1 and Class 0 or Class 2 and others.</a:t>
            </a:r>
          </a:p>
          <a:p>
            <a:pPr lvl="1">
              <a:lnSpc>
                <a:spcPct val="100000"/>
              </a:lnSpc>
            </a:pPr>
            <a:r>
              <a:rPr lang="en-US" sz="1400"/>
              <a:t>Overall, the model demonstrates strong performance in distinguishing obesity levels.</a:t>
            </a:r>
          </a:p>
          <a:p>
            <a:pPr marL="0">
              <a:lnSpc>
                <a:spcPct val="100000"/>
              </a:lnSpc>
            </a:pPr>
            <a:endParaRPr lang="en-US" sz="1400"/>
          </a:p>
        </p:txBody>
      </p:sp>
      <p:pic>
        <p:nvPicPr>
          <p:cNvPr id="6" name="Content Placeholder 5" descr="A graph of blue squares with numbers&#10;&#10;Description automatically generated">
            <a:extLst>
              <a:ext uri="{FF2B5EF4-FFF2-40B4-BE49-F238E27FC236}">
                <a16:creationId xmlns:a16="http://schemas.microsoft.com/office/drawing/2014/main" id="{86F93293-B2A4-26CA-ECD1-487A76E0AEC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016328" y="2402929"/>
            <a:ext cx="4566998" cy="3459501"/>
          </a:xfrm>
          <a:prstGeom prst="rect">
            <a:avLst/>
          </a:prstGeom>
          <a:ln>
            <a:solidFill>
              <a:schemeClr val="tx1"/>
            </a:solidFill>
          </a:ln>
        </p:spPr>
      </p:pic>
      <p:grpSp>
        <p:nvGrpSpPr>
          <p:cNvPr id="51" name="Bottom Right">
            <a:extLst>
              <a:ext uri="{FF2B5EF4-FFF2-40B4-BE49-F238E27FC236}">
                <a16:creationId xmlns:a16="http://schemas.microsoft.com/office/drawing/2014/main" id="{F0A218EB-ECC2-4D0D-9EDC-F5CB062CAD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2" name="Freeform: Shape 51">
              <a:extLst>
                <a:ext uri="{FF2B5EF4-FFF2-40B4-BE49-F238E27FC236}">
                  <a16:creationId xmlns:a16="http://schemas.microsoft.com/office/drawing/2014/main" id="{E419D1C3-874F-4BF6-A356-1EA4A20D49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53" name="Graphic 157">
              <a:extLst>
                <a:ext uri="{FF2B5EF4-FFF2-40B4-BE49-F238E27FC236}">
                  <a16:creationId xmlns:a16="http://schemas.microsoft.com/office/drawing/2014/main" id="{4AC4AE33-203A-4A93-8263-6CC6BB608FD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5" name="Freeform: Shape 54">
                <a:extLst>
                  <a:ext uri="{FF2B5EF4-FFF2-40B4-BE49-F238E27FC236}">
                    <a16:creationId xmlns:a16="http://schemas.microsoft.com/office/drawing/2014/main" id="{1F15373C-6DCA-4058-94CC-6476950E5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6" name="Freeform: Shape 55">
                <a:extLst>
                  <a:ext uri="{FF2B5EF4-FFF2-40B4-BE49-F238E27FC236}">
                    <a16:creationId xmlns:a16="http://schemas.microsoft.com/office/drawing/2014/main" id="{961BE5B1-15E0-484D-8B21-F6BA455B2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7" name="Freeform: Shape 56">
                <a:extLst>
                  <a:ext uri="{FF2B5EF4-FFF2-40B4-BE49-F238E27FC236}">
                    <a16:creationId xmlns:a16="http://schemas.microsoft.com/office/drawing/2014/main" id="{81167C23-6882-4551-BF77-DF537E736E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50749460-4B9F-4DE4-9931-7B5831D68F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A567746C-E54C-4865-ACF1-CD31DD1D8D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9E7B0826-2FBE-4B23-B784-BB7CDA8B3A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FDF54EDF-BA0A-440F-B20A-2A76BFE15C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4" name="Freeform: Shape 53">
              <a:extLst>
                <a:ext uri="{FF2B5EF4-FFF2-40B4-BE49-F238E27FC236}">
                  <a16:creationId xmlns:a16="http://schemas.microsoft.com/office/drawing/2014/main" id="{A53B2ADC-F80C-403E-B1CA-BCFED2CE5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150559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3" name="Rectangle 25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55" name="Rectangle 254">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257" name="Top left">
            <a:extLst>
              <a:ext uri="{FF2B5EF4-FFF2-40B4-BE49-F238E27FC236}">
                <a16:creationId xmlns:a16="http://schemas.microsoft.com/office/drawing/2014/main" id="{32D15CB3-AC64-41F7-86F8-22A111F3DC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25" y="-1543"/>
            <a:ext cx="2198951" cy="3349518"/>
            <a:chOff x="10849" y="-3086"/>
            <a:chExt cx="2198951" cy="3349518"/>
          </a:xfrm>
        </p:grpSpPr>
        <p:sp>
          <p:nvSpPr>
            <p:cNvPr id="258" name="Freeform: Shape 257">
              <a:extLst>
                <a:ext uri="{FF2B5EF4-FFF2-40B4-BE49-F238E27FC236}">
                  <a16:creationId xmlns:a16="http://schemas.microsoft.com/office/drawing/2014/main" id="{9B8FAC53-55F6-4B51-8FAD-977E5E7D7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tx1">
                    <a:lumMod val="65000"/>
                    <a:lumOff val="35000"/>
                  </a:schemeClr>
                </a:solidFill>
                <a:latin typeface="AvenirNext LT Pro Medium" panose="020B0504020202020204" pitchFamily="34" charset="0"/>
              </a:endParaRPr>
            </a:p>
          </p:txBody>
        </p:sp>
        <p:sp>
          <p:nvSpPr>
            <p:cNvPr id="259" name="Freeform: Shape 258">
              <a:extLst>
                <a:ext uri="{FF2B5EF4-FFF2-40B4-BE49-F238E27FC236}">
                  <a16:creationId xmlns:a16="http://schemas.microsoft.com/office/drawing/2014/main" id="{BC29D267-CD4D-4FD7-8F45-1C8FB4235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0" name="Freeform: Shape 259">
              <a:extLst>
                <a:ext uri="{FF2B5EF4-FFF2-40B4-BE49-F238E27FC236}">
                  <a16:creationId xmlns:a16="http://schemas.microsoft.com/office/drawing/2014/main" id="{0EFC9A2B-D1CA-4247-836D-EAB80EB5E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1" name="Freeform: Shape 260">
              <a:extLst>
                <a:ext uri="{FF2B5EF4-FFF2-40B4-BE49-F238E27FC236}">
                  <a16:creationId xmlns:a16="http://schemas.microsoft.com/office/drawing/2014/main" id="{F4F9AB28-B3F0-425B-8E51-E16DDB8536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2" name="Freeform: Shape 261">
              <a:extLst>
                <a:ext uri="{FF2B5EF4-FFF2-40B4-BE49-F238E27FC236}">
                  <a16:creationId xmlns:a16="http://schemas.microsoft.com/office/drawing/2014/main" id="{891B00CE-2CF5-4DF1-A345-4516E2E83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3" name="Freeform: Shape 262">
              <a:extLst>
                <a:ext uri="{FF2B5EF4-FFF2-40B4-BE49-F238E27FC236}">
                  <a16:creationId xmlns:a16="http://schemas.microsoft.com/office/drawing/2014/main" id="{8B332657-F1E9-428F-BA70-8DD848E55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4" name="Freeform: Shape 263">
              <a:extLst>
                <a:ext uri="{FF2B5EF4-FFF2-40B4-BE49-F238E27FC236}">
                  <a16:creationId xmlns:a16="http://schemas.microsoft.com/office/drawing/2014/main" id="{766A6EF8-94C7-4127-9EF9-584AD6885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5" name="Freeform: Shape 264">
              <a:extLst>
                <a:ext uri="{FF2B5EF4-FFF2-40B4-BE49-F238E27FC236}">
                  <a16:creationId xmlns:a16="http://schemas.microsoft.com/office/drawing/2014/main" id="{3B1C2001-8549-4C7B-86AB-049B0C99EF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8" name="Title 7">
            <a:extLst>
              <a:ext uri="{FF2B5EF4-FFF2-40B4-BE49-F238E27FC236}">
                <a16:creationId xmlns:a16="http://schemas.microsoft.com/office/drawing/2014/main" id="{D37CB9D9-423C-BF79-228C-51A00F2BFD4D}"/>
              </a:ext>
            </a:extLst>
          </p:cNvPr>
          <p:cNvSpPr>
            <a:spLocks noGrp="1"/>
          </p:cNvSpPr>
          <p:nvPr>
            <p:ph type="title"/>
          </p:nvPr>
        </p:nvSpPr>
        <p:spPr>
          <a:xfrm>
            <a:off x="1198181" y="168425"/>
            <a:ext cx="9988166" cy="1499401"/>
          </a:xfrm>
        </p:spPr>
        <p:txBody>
          <a:bodyPr>
            <a:normAutofit/>
          </a:bodyPr>
          <a:lstStyle/>
          <a:p>
            <a:pPr algn="ctr"/>
            <a:r>
              <a:rPr lang="en-US"/>
              <a:t>Recommendations</a:t>
            </a:r>
          </a:p>
        </p:txBody>
      </p:sp>
      <p:grpSp>
        <p:nvGrpSpPr>
          <p:cNvPr id="267" name="Bottom Right">
            <a:extLst>
              <a:ext uri="{FF2B5EF4-FFF2-40B4-BE49-F238E27FC236}">
                <a16:creationId xmlns:a16="http://schemas.microsoft.com/office/drawing/2014/main" id="{921D9B61-CDA2-49D1-82AA-534691496FE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74976" y="3278144"/>
            <a:ext cx="4211600" cy="3581399"/>
            <a:chOff x="7980400" y="3276601"/>
            <a:chExt cx="4211600" cy="3581399"/>
          </a:xfrm>
        </p:grpSpPr>
        <p:grpSp>
          <p:nvGrpSpPr>
            <p:cNvPr id="268" name="Graphic 157">
              <a:extLst>
                <a:ext uri="{FF2B5EF4-FFF2-40B4-BE49-F238E27FC236}">
                  <a16:creationId xmlns:a16="http://schemas.microsoft.com/office/drawing/2014/main" id="{A202591B-301C-460E-801A-4C116AC08CD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6"/>
              <a:chOff x="4114800" y="1423987"/>
              <a:chExt cx="3961542" cy="4007547"/>
            </a:xfrm>
            <a:noFill/>
          </p:grpSpPr>
          <p:sp>
            <p:nvSpPr>
              <p:cNvPr id="270" name="Freeform: Shape 269">
                <a:extLst>
                  <a:ext uri="{FF2B5EF4-FFF2-40B4-BE49-F238E27FC236}">
                    <a16:creationId xmlns:a16="http://schemas.microsoft.com/office/drawing/2014/main" id="{257EC7EC-4934-4A65-B3AA-6AE3BD073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1" name="Freeform: Shape 270">
                <a:extLst>
                  <a:ext uri="{FF2B5EF4-FFF2-40B4-BE49-F238E27FC236}">
                    <a16:creationId xmlns:a16="http://schemas.microsoft.com/office/drawing/2014/main" id="{201FEC27-F3E2-41E5-8C3B-FF66A13D84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2" name="Freeform: Shape 271">
                <a:extLst>
                  <a:ext uri="{FF2B5EF4-FFF2-40B4-BE49-F238E27FC236}">
                    <a16:creationId xmlns:a16="http://schemas.microsoft.com/office/drawing/2014/main" id="{CBFE67A7-A995-43D6-8414-EBB2A758A0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3" name="Freeform: Shape 272">
                <a:extLst>
                  <a:ext uri="{FF2B5EF4-FFF2-40B4-BE49-F238E27FC236}">
                    <a16:creationId xmlns:a16="http://schemas.microsoft.com/office/drawing/2014/main" id="{6DB28E40-FF5E-459D-B516-A16554BBBF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4" name="Freeform: Shape 273">
                <a:extLst>
                  <a:ext uri="{FF2B5EF4-FFF2-40B4-BE49-F238E27FC236}">
                    <a16:creationId xmlns:a16="http://schemas.microsoft.com/office/drawing/2014/main" id="{9724247A-6615-4D27-80F0-339276282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5" name="Freeform: Shape 274">
                <a:extLst>
                  <a:ext uri="{FF2B5EF4-FFF2-40B4-BE49-F238E27FC236}">
                    <a16:creationId xmlns:a16="http://schemas.microsoft.com/office/drawing/2014/main" id="{495168B2-CEF6-486B-AD0C-D063CDD98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6" name="Freeform: Shape 275">
                <a:extLst>
                  <a:ext uri="{FF2B5EF4-FFF2-40B4-BE49-F238E27FC236}">
                    <a16:creationId xmlns:a16="http://schemas.microsoft.com/office/drawing/2014/main" id="{E27C133D-9749-4B34-9018-29F3FF86C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269" name="Freeform: Shape 268">
              <a:extLst>
                <a:ext uri="{FF2B5EF4-FFF2-40B4-BE49-F238E27FC236}">
                  <a16:creationId xmlns:a16="http://schemas.microsoft.com/office/drawing/2014/main" id="{10388060-18B7-4BD6-A3C5-F6B8E1467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aphicFrame>
        <p:nvGraphicFramePr>
          <p:cNvPr id="10" name="Content Placeholder 9">
            <a:extLst>
              <a:ext uri="{FF2B5EF4-FFF2-40B4-BE49-F238E27FC236}">
                <a16:creationId xmlns:a16="http://schemas.microsoft.com/office/drawing/2014/main" id="{6B45F7A6-B1CD-D7E0-2D1C-5F5A5778747C}"/>
              </a:ext>
            </a:extLst>
          </p:cNvPr>
          <p:cNvGraphicFramePr>
            <a:graphicFrameLocks noGrp="1"/>
          </p:cNvGraphicFramePr>
          <p:nvPr>
            <p:ph idx="1"/>
            <p:extLst>
              <p:ext uri="{D42A27DB-BD31-4B8C-83A1-F6EECF244321}">
                <p14:modId xmlns:p14="http://schemas.microsoft.com/office/powerpoint/2010/main" val="1543730123"/>
              </p:ext>
            </p:extLst>
          </p:nvPr>
        </p:nvGraphicFramePr>
        <p:xfrm>
          <a:off x="402355" y="1551086"/>
          <a:ext cx="11404196" cy="46330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1135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DF433-D0E7-C922-9D4E-797DF1354DBE}"/>
              </a:ext>
            </a:extLst>
          </p:cNvPr>
          <p:cNvSpPr>
            <a:spLocks noGrp="1"/>
          </p:cNvSpPr>
          <p:nvPr>
            <p:ph type="title"/>
          </p:nvPr>
        </p:nvSpPr>
        <p:spPr/>
        <p:txBody>
          <a:bodyPr/>
          <a:lstStyle/>
          <a:p>
            <a:pPr algn="ctr"/>
            <a:r>
              <a:rPr lang="en-US"/>
              <a:t>Conclusion</a:t>
            </a:r>
          </a:p>
        </p:txBody>
      </p:sp>
      <p:sp>
        <p:nvSpPr>
          <p:cNvPr id="3" name="Content Placeholder 2">
            <a:extLst>
              <a:ext uri="{FF2B5EF4-FFF2-40B4-BE49-F238E27FC236}">
                <a16:creationId xmlns:a16="http://schemas.microsoft.com/office/drawing/2014/main" id="{0E154FEB-A4C8-81C8-6294-ED275943A7B3}"/>
              </a:ext>
            </a:extLst>
          </p:cNvPr>
          <p:cNvSpPr>
            <a:spLocks noGrp="1"/>
          </p:cNvSpPr>
          <p:nvPr>
            <p:ph idx="1"/>
          </p:nvPr>
        </p:nvSpPr>
        <p:spPr>
          <a:xfrm>
            <a:off x="838200" y="1690688"/>
            <a:ext cx="10515600" cy="4351338"/>
          </a:xfrm>
        </p:spPr>
        <p:txBody>
          <a:bodyPr>
            <a:normAutofit/>
          </a:bodyPr>
          <a:lstStyle/>
          <a:p>
            <a:r>
              <a:rPr lang="en-US" sz="1800"/>
              <a:t>XGBoost stands out as the most accurate model but requires more computational resources.</a:t>
            </a:r>
          </a:p>
          <a:p>
            <a:r>
              <a:rPr lang="en-US" sz="1800"/>
              <a:t>Random Forest is an excellent second choice, with strong performance and reasonable computation time.</a:t>
            </a:r>
          </a:p>
          <a:p>
            <a:r>
              <a:rPr lang="en-US" sz="1800"/>
              <a:t>Logistic Regression and SVM provide interpretable solutions with moderate accuracy and speed.</a:t>
            </a:r>
          </a:p>
          <a:p>
            <a:r>
              <a:rPr lang="en-US" sz="1800"/>
              <a:t>KNN, while fast, may only be considered for non-critical tasks where efficiency outweighs accuracy.</a:t>
            </a:r>
          </a:p>
          <a:p>
            <a:pPr marL="0" indent="0">
              <a:buNone/>
            </a:pPr>
            <a:endParaRPr lang="en-US" sz="1800"/>
          </a:p>
          <a:p>
            <a:pPr>
              <a:buFont typeface="Wingdings" panose="05000000000000000000" pitchFamily="2" charset="2"/>
              <a:buChar char="v"/>
            </a:pPr>
            <a:r>
              <a:rPr lang="en-US" sz="1800"/>
              <a:t>The choice of the model should align with the specific priorities of the application, such as the importance of accuracy, computational constraints, or the need for interpretability.</a:t>
            </a:r>
          </a:p>
          <a:p>
            <a:pPr>
              <a:buFont typeface="Wingdings" panose="05000000000000000000" pitchFamily="2" charset="2"/>
              <a:buChar char="v"/>
            </a:pPr>
            <a:r>
              <a:rPr lang="en-US" sz="1800"/>
              <a:t>Through this the stakeholders across industries can adopt a proactive and personalized approach to tackle obesity, improve health outcomes, and reduce associated costs.</a:t>
            </a:r>
          </a:p>
          <a:p>
            <a:endParaRPr lang="en-US" sz="1800"/>
          </a:p>
        </p:txBody>
      </p:sp>
    </p:spTree>
    <p:extLst>
      <p:ext uri="{BB962C8B-B14F-4D97-AF65-F5344CB8AC3E}">
        <p14:creationId xmlns:p14="http://schemas.microsoft.com/office/powerpoint/2010/main" val="1618368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2" name="Freeform: Shape 11">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4" name="Freeform: Shape 13">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6" name="Freeform: Shape 15">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1"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65" name="Freeform: Shape 64">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69" name="Freeform: Shape 68">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71"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72" name="Freeform: Shape 71">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73" name="Freeform: Shape 72">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76" name="Freeform: Shape 75">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77" name="Freeform: Shape 76">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36" name="Rectangle 35">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8" name="Rectangle 37">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40" name="Bottom Right">
            <a:extLst>
              <a:ext uri="{FF2B5EF4-FFF2-40B4-BE49-F238E27FC236}">
                <a16:creationId xmlns:a16="http://schemas.microsoft.com/office/drawing/2014/main" id="{33609D13-CB83-4F4B-BB01-27F01BE4E9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78" name="Freeform: Shape 77">
              <a:extLst>
                <a:ext uri="{FF2B5EF4-FFF2-40B4-BE49-F238E27FC236}">
                  <a16:creationId xmlns:a16="http://schemas.microsoft.com/office/drawing/2014/main" id="{92BD156E-E42F-4CFB-89AD-312AEC753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79" name="Graphic 157">
              <a:extLst>
                <a:ext uri="{FF2B5EF4-FFF2-40B4-BE49-F238E27FC236}">
                  <a16:creationId xmlns:a16="http://schemas.microsoft.com/office/drawing/2014/main" id="{C8B96A24-322B-419A-847B-E8C600AA5BE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80" name="Freeform: Shape 79">
                <a:extLst>
                  <a:ext uri="{FF2B5EF4-FFF2-40B4-BE49-F238E27FC236}">
                    <a16:creationId xmlns:a16="http://schemas.microsoft.com/office/drawing/2014/main" id="{427E1425-F9A6-4F2D-8335-CBA7062B91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81" name="Freeform: Shape 80">
                <a:extLst>
                  <a:ext uri="{FF2B5EF4-FFF2-40B4-BE49-F238E27FC236}">
                    <a16:creationId xmlns:a16="http://schemas.microsoft.com/office/drawing/2014/main" id="{57DF7F24-8721-4CD5-AE3B-C72BCE2882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2" name="Freeform: Shape 81">
                <a:extLst>
                  <a:ext uri="{FF2B5EF4-FFF2-40B4-BE49-F238E27FC236}">
                    <a16:creationId xmlns:a16="http://schemas.microsoft.com/office/drawing/2014/main" id="{A0C58FE3-4394-46E8-9039-2D69C594B8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83" name="Freeform: Shape 82">
                <a:extLst>
                  <a:ext uri="{FF2B5EF4-FFF2-40B4-BE49-F238E27FC236}">
                    <a16:creationId xmlns:a16="http://schemas.microsoft.com/office/drawing/2014/main" id="{02D8E899-B726-49F6-9C9F-59A314701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84" name="Freeform: Shape 83">
                <a:extLst>
                  <a:ext uri="{FF2B5EF4-FFF2-40B4-BE49-F238E27FC236}">
                    <a16:creationId xmlns:a16="http://schemas.microsoft.com/office/drawing/2014/main" id="{242131D2-A82F-4603-9B6A-EA00FEB82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4CCDA1D5-C84B-470D-A2E1-5E51E8A85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5" name="Freeform: Shape 84">
                <a:extLst>
                  <a:ext uri="{FF2B5EF4-FFF2-40B4-BE49-F238E27FC236}">
                    <a16:creationId xmlns:a16="http://schemas.microsoft.com/office/drawing/2014/main" id="{7BF2B54C-D2E2-4A3E-8DA8-E56D7375C9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86" name="Freeform: Shape 85">
              <a:extLst>
                <a:ext uri="{FF2B5EF4-FFF2-40B4-BE49-F238E27FC236}">
                  <a16:creationId xmlns:a16="http://schemas.microsoft.com/office/drawing/2014/main" id="{72505F4D-B4C3-4EB9-9252-F7229CBD1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5935243B-A275-57F8-0604-F7F24818CD4E}"/>
              </a:ext>
            </a:extLst>
          </p:cNvPr>
          <p:cNvSpPr>
            <a:spLocks noGrp="1"/>
          </p:cNvSpPr>
          <p:nvPr>
            <p:ph type="title"/>
          </p:nvPr>
        </p:nvSpPr>
        <p:spPr>
          <a:xfrm>
            <a:off x="5780192" y="744909"/>
            <a:ext cx="5797883" cy="3155419"/>
          </a:xfrm>
        </p:spPr>
        <p:txBody>
          <a:bodyPr vert="horz" lIns="91440" tIns="45720" rIns="91440" bIns="45720" rtlCol="0" anchor="b">
            <a:normAutofit/>
          </a:bodyPr>
          <a:lstStyle/>
          <a:p>
            <a:r>
              <a:rPr lang="en-US" sz="5400" kern="1200">
                <a:solidFill>
                  <a:schemeClr val="tx2"/>
                </a:solidFill>
                <a:latin typeface="+mj-lt"/>
                <a:ea typeface="+mj-ea"/>
                <a:cs typeface="+mj-cs"/>
              </a:rPr>
              <a:t>Thank you</a:t>
            </a:r>
          </a:p>
        </p:txBody>
      </p:sp>
      <p:pic>
        <p:nvPicPr>
          <p:cNvPr id="7" name="Graphic 25" descr="Handshake">
            <a:extLst>
              <a:ext uri="{FF2B5EF4-FFF2-40B4-BE49-F238E27FC236}">
                <a16:creationId xmlns:a16="http://schemas.microsoft.com/office/drawing/2014/main" id="{B546BFCE-D252-32DA-4ADE-A5420BBA1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09600" y="1001191"/>
            <a:ext cx="4781280" cy="4781280"/>
          </a:xfrm>
          <a:prstGeom prst="rect">
            <a:avLst/>
          </a:prstGeom>
        </p:spPr>
      </p:pic>
      <p:grpSp>
        <p:nvGrpSpPr>
          <p:cNvPr id="87" name="Top left">
            <a:extLst>
              <a:ext uri="{FF2B5EF4-FFF2-40B4-BE49-F238E27FC236}">
                <a16:creationId xmlns:a16="http://schemas.microsoft.com/office/drawing/2014/main" id="{FF47B612-7B2E-4A09-9B53-40BDE4350E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88" name="Freeform: Shape 87">
              <a:extLst>
                <a:ext uri="{FF2B5EF4-FFF2-40B4-BE49-F238E27FC236}">
                  <a16:creationId xmlns:a16="http://schemas.microsoft.com/office/drawing/2014/main" id="{599A3C89-9112-4DA1-8BB8-8DE0F7A70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89" name="Freeform: Shape 88">
              <a:extLst>
                <a:ext uri="{FF2B5EF4-FFF2-40B4-BE49-F238E27FC236}">
                  <a16:creationId xmlns:a16="http://schemas.microsoft.com/office/drawing/2014/main" id="{60847D53-C868-4FD8-A29C-4C44BCBA9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90" name="Freeform: Shape 89">
              <a:extLst>
                <a:ext uri="{FF2B5EF4-FFF2-40B4-BE49-F238E27FC236}">
                  <a16:creationId xmlns:a16="http://schemas.microsoft.com/office/drawing/2014/main" id="{E11266F6-080B-489F-9B02-B5C4DE4EB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91" name="Freeform: Shape 90">
              <a:extLst>
                <a:ext uri="{FF2B5EF4-FFF2-40B4-BE49-F238E27FC236}">
                  <a16:creationId xmlns:a16="http://schemas.microsoft.com/office/drawing/2014/main" id="{7A0BBAD6-8B87-4B31-89B8-E2C854FF39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92" name="Freeform: Shape 91">
              <a:extLst>
                <a:ext uri="{FF2B5EF4-FFF2-40B4-BE49-F238E27FC236}">
                  <a16:creationId xmlns:a16="http://schemas.microsoft.com/office/drawing/2014/main" id="{BD79712E-3AD5-4656-A6A0-54C4087A0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93" name="Freeform: Shape 92">
              <a:extLst>
                <a:ext uri="{FF2B5EF4-FFF2-40B4-BE49-F238E27FC236}">
                  <a16:creationId xmlns:a16="http://schemas.microsoft.com/office/drawing/2014/main" id="{31635E33-4458-4D3F-A1C4-264AC5221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94" name="Freeform: Shape 93">
              <a:extLst>
                <a:ext uri="{FF2B5EF4-FFF2-40B4-BE49-F238E27FC236}">
                  <a16:creationId xmlns:a16="http://schemas.microsoft.com/office/drawing/2014/main" id="{3432BB39-F871-43E7-A232-C65BFFA911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AAE45D09-4993-4718-82A0-BA2217EB2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a:p>
          </p:txBody>
        </p:sp>
      </p:grpSp>
      <p:grpSp>
        <p:nvGrpSpPr>
          <p:cNvPr id="62" name="Cross">
            <a:extLst>
              <a:ext uri="{FF2B5EF4-FFF2-40B4-BE49-F238E27FC236}">
                <a16:creationId xmlns:a16="http://schemas.microsoft.com/office/drawing/2014/main" id="{3BC5998F-E162-4A33-9E87-01942908A7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945264" y="149792"/>
            <a:ext cx="118872" cy="118872"/>
            <a:chOff x="1175347" y="3733800"/>
            <a:chExt cx="118872" cy="118872"/>
          </a:xfrm>
        </p:grpSpPr>
        <p:cxnSp>
          <p:nvCxnSpPr>
            <p:cNvPr id="63" name="Straight Connector 62">
              <a:extLst>
                <a:ext uri="{FF2B5EF4-FFF2-40B4-BE49-F238E27FC236}">
                  <a16:creationId xmlns:a16="http://schemas.microsoft.com/office/drawing/2014/main" id="{8259320D-EB3E-4C80-8E86-8A18306B24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64" name="Straight Connector 63">
              <a:extLst>
                <a:ext uri="{FF2B5EF4-FFF2-40B4-BE49-F238E27FC236}">
                  <a16:creationId xmlns:a16="http://schemas.microsoft.com/office/drawing/2014/main" id="{F07AF5EE-95F6-4B57-B8DD-5051D2EB9E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015762173"/>
      </p:ext>
    </p:extLst>
  </p:cSld>
  <p:clrMapOvr>
    <a:masterClrMapping/>
  </p:clrMapOvr>
</p:sld>
</file>

<file path=ppt/theme/theme1.xml><?xml version="1.0" encoding="utf-8"?>
<a:theme xmlns:a="http://schemas.openxmlformats.org/drawingml/2006/main" name="ExploreVTI">
  <a:themeElements>
    <a:clrScheme name="AnalogousFromLightSeedLeftStep">
      <a:dk1>
        <a:srgbClr val="000000"/>
      </a:dk1>
      <a:lt1>
        <a:srgbClr val="FFFFFF"/>
      </a:lt1>
      <a:dk2>
        <a:srgbClr val="24393F"/>
      </a:dk2>
      <a:lt2>
        <a:srgbClr val="E8E8E2"/>
      </a:lt2>
      <a:accent1>
        <a:srgbClr val="88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6AA048-2F69-4406-9A7A-BA4678410553}">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TotalTime>
  <Words>1500</Words>
  <Application>Microsoft Office PowerPoint</Application>
  <PresentationFormat>Widescreen</PresentationFormat>
  <Paragraphs>143</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Arial,Sans-Serif</vt:lpstr>
      <vt:lpstr>Avenir Next LT Pro</vt:lpstr>
      <vt:lpstr>Avenir Next LT Pro (Body)</vt:lpstr>
      <vt:lpstr>AvenirNext LT Pro Medium</vt:lpstr>
      <vt:lpstr>Posterama</vt:lpstr>
      <vt:lpstr>Quicksand</vt:lpstr>
      <vt:lpstr>Wingdings</vt:lpstr>
      <vt:lpstr>ExploreVTI</vt:lpstr>
      <vt:lpstr>Modeling Obesity Risk: The Role of Eating Habits and Physical Health    -A machine learning approach using the UCI dataset</vt:lpstr>
      <vt:lpstr>Contents</vt:lpstr>
      <vt:lpstr>PowerPoint Presentation</vt:lpstr>
      <vt:lpstr>Business Problem &amp; Motivation</vt:lpstr>
      <vt:lpstr>PowerPoint Presentation</vt:lpstr>
      <vt:lpstr>Dataset Overview</vt:lpstr>
      <vt:lpstr>Review of Previous Solutions to the Problem</vt:lpstr>
      <vt:lpstr>Opportunities Through Business Analytics</vt:lpstr>
      <vt:lpstr>Methodology</vt:lpstr>
      <vt:lpstr>Approach</vt:lpstr>
      <vt:lpstr>Approach to Problem Solving</vt:lpstr>
      <vt:lpstr>PowerPoint Presentation</vt:lpstr>
      <vt:lpstr>Results  </vt:lpstr>
      <vt:lpstr>Confusion Matrix - XGBoost</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Geetha</dc:creator>
  <cp:lastModifiedBy>Geetha Sathyasri Reddi</cp:lastModifiedBy>
  <cp:revision>7</cp:revision>
  <dcterms:created xsi:type="dcterms:W3CDTF">2024-12-01T01:00:37Z</dcterms:created>
  <dcterms:modified xsi:type="dcterms:W3CDTF">2024-12-02T03:20:45Z</dcterms:modified>
</cp:coreProperties>
</file>