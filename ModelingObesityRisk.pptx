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6" r:id="rId1"/>
  </p:sldMasterIdLst>
  <p:sldIdLst>
    <p:sldId id="256" r:id="rId2"/>
    <p:sldId id="257" r:id="rId3"/>
    <p:sldId id="274" r:id="rId4"/>
    <p:sldId id="258" r:id="rId5"/>
    <p:sldId id="273" r:id="rId6"/>
    <p:sldId id="259" r:id="rId7"/>
    <p:sldId id="260" r:id="rId8"/>
    <p:sldId id="261" r:id="rId9"/>
    <p:sldId id="262" r:id="rId10"/>
    <p:sldId id="263" r:id="rId11"/>
    <p:sldId id="264" r:id="rId12"/>
    <p:sldId id="265" r:id="rId13"/>
    <p:sldId id="266" r:id="rId14"/>
    <p:sldId id="268" r:id="rId15"/>
    <p:sldId id="269" r:id="rId16"/>
    <p:sldId id="270" r:id="rId17"/>
    <p:sldId id="272"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5" d="100"/>
          <a:sy n="105" d="100"/>
        </p:scale>
        <p:origin x="798" y="96"/>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enkata Sai Kolla" userId="31563bcd-4840-41de-b55e-5a263e791318" providerId="ADAL" clId="{C7CA2C02-771E-4B26-9EA0-678B4E4CAB0F}"/>
    <pc:docChg chg="modSld sldOrd">
      <pc:chgData name="Venkata Sai Kolla" userId="31563bcd-4840-41de-b55e-5a263e791318" providerId="ADAL" clId="{C7CA2C02-771E-4B26-9EA0-678B4E4CAB0F}" dt="2024-12-06T14:14:34.390" v="1"/>
      <pc:docMkLst>
        <pc:docMk/>
      </pc:docMkLst>
      <pc:sldChg chg="ord">
        <pc:chgData name="Venkata Sai Kolla" userId="31563bcd-4840-41de-b55e-5a263e791318" providerId="ADAL" clId="{C7CA2C02-771E-4B26-9EA0-678B4E4CAB0F}" dt="2024-12-06T14:14:34.390" v="1"/>
        <pc:sldMkLst>
          <pc:docMk/>
          <pc:sldMk cId="1765292027" sldId="257"/>
        </pc:sldMkLst>
      </pc:sldChg>
    </pc:docChg>
  </pc:docChgLst>
</pc:chgInfo>
</file>

<file path=ppt/diagrams/_rels/data1.xml.rels><?xml version="1.0" encoding="UTF-8" standalone="yes"?>
<Relationships xmlns="http://schemas.openxmlformats.org/package/2006/relationships"><Relationship Id="rId8" Type="http://schemas.openxmlformats.org/officeDocument/2006/relationships/image" Target="../media/image9.svg"/><Relationship Id="rId13" Type="http://schemas.openxmlformats.org/officeDocument/2006/relationships/image" Target="../media/image14.png"/><Relationship Id="rId3" Type="http://schemas.openxmlformats.org/officeDocument/2006/relationships/image" Target="../media/image4.png"/><Relationship Id="rId7" Type="http://schemas.openxmlformats.org/officeDocument/2006/relationships/image" Target="../media/image8.png"/><Relationship Id="rId12" Type="http://schemas.openxmlformats.org/officeDocument/2006/relationships/image" Target="../media/image13.svg"/><Relationship Id="rId2" Type="http://schemas.openxmlformats.org/officeDocument/2006/relationships/image" Target="../media/image3.svg"/><Relationship Id="rId16" Type="http://schemas.openxmlformats.org/officeDocument/2006/relationships/image" Target="../media/image17.svg"/><Relationship Id="rId1" Type="http://schemas.openxmlformats.org/officeDocument/2006/relationships/image" Target="../media/image2.png"/><Relationship Id="rId6" Type="http://schemas.openxmlformats.org/officeDocument/2006/relationships/image" Target="../media/image7.svg"/><Relationship Id="rId11" Type="http://schemas.openxmlformats.org/officeDocument/2006/relationships/image" Target="../media/image12.png"/><Relationship Id="rId5" Type="http://schemas.openxmlformats.org/officeDocument/2006/relationships/image" Target="../media/image6.png"/><Relationship Id="rId15" Type="http://schemas.openxmlformats.org/officeDocument/2006/relationships/image" Target="../media/image16.png"/><Relationship Id="rId10" Type="http://schemas.openxmlformats.org/officeDocument/2006/relationships/image" Target="../media/image11.svg"/><Relationship Id="rId4" Type="http://schemas.openxmlformats.org/officeDocument/2006/relationships/image" Target="../media/image5.svg"/><Relationship Id="rId9" Type="http://schemas.openxmlformats.org/officeDocument/2006/relationships/image" Target="../media/image10.png"/><Relationship Id="rId14" Type="http://schemas.openxmlformats.org/officeDocument/2006/relationships/image" Target="../media/image15.svg"/></Relationships>
</file>

<file path=ppt/diagrams/_rels/data2.xml.rels><?xml version="1.0" encoding="UTF-8" standalone="yes"?>
<Relationships xmlns="http://schemas.openxmlformats.org/package/2006/relationships"><Relationship Id="rId8" Type="http://schemas.openxmlformats.org/officeDocument/2006/relationships/image" Target="../media/image28.sv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image" Target="../media/image22.svg"/><Relationship Id="rId1" Type="http://schemas.openxmlformats.org/officeDocument/2006/relationships/image" Target="../media/image21.png"/><Relationship Id="rId6" Type="http://schemas.openxmlformats.org/officeDocument/2006/relationships/image" Target="../media/image26.svg"/><Relationship Id="rId5" Type="http://schemas.openxmlformats.org/officeDocument/2006/relationships/image" Target="../media/image25.png"/><Relationship Id="rId4" Type="http://schemas.openxmlformats.org/officeDocument/2006/relationships/image" Target="../media/image24.svg"/></Relationships>
</file>

<file path=ppt/diagrams/_rels/drawing1.xml.rels><?xml version="1.0" encoding="UTF-8" standalone="yes"?>
<Relationships xmlns="http://schemas.openxmlformats.org/package/2006/relationships"><Relationship Id="rId8" Type="http://schemas.openxmlformats.org/officeDocument/2006/relationships/image" Target="../media/image9.svg"/><Relationship Id="rId13" Type="http://schemas.openxmlformats.org/officeDocument/2006/relationships/image" Target="../media/image14.png"/><Relationship Id="rId3" Type="http://schemas.openxmlformats.org/officeDocument/2006/relationships/image" Target="../media/image4.png"/><Relationship Id="rId7" Type="http://schemas.openxmlformats.org/officeDocument/2006/relationships/image" Target="../media/image8.png"/><Relationship Id="rId12" Type="http://schemas.openxmlformats.org/officeDocument/2006/relationships/image" Target="../media/image13.svg"/><Relationship Id="rId2" Type="http://schemas.openxmlformats.org/officeDocument/2006/relationships/image" Target="../media/image3.svg"/><Relationship Id="rId16" Type="http://schemas.openxmlformats.org/officeDocument/2006/relationships/image" Target="../media/image17.svg"/><Relationship Id="rId1" Type="http://schemas.openxmlformats.org/officeDocument/2006/relationships/image" Target="../media/image2.png"/><Relationship Id="rId6" Type="http://schemas.openxmlformats.org/officeDocument/2006/relationships/image" Target="../media/image7.svg"/><Relationship Id="rId11" Type="http://schemas.openxmlformats.org/officeDocument/2006/relationships/image" Target="../media/image12.png"/><Relationship Id="rId5" Type="http://schemas.openxmlformats.org/officeDocument/2006/relationships/image" Target="../media/image6.png"/><Relationship Id="rId15" Type="http://schemas.openxmlformats.org/officeDocument/2006/relationships/image" Target="../media/image16.png"/><Relationship Id="rId10" Type="http://schemas.openxmlformats.org/officeDocument/2006/relationships/image" Target="../media/image11.svg"/><Relationship Id="rId4" Type="http://schemas.openxmlformats.org/officeDocument/2006/relationships/image" Target="../media/image5.svg"/><Relationship Id="rId9" Type="http://schemas.openxmlformats.org/officeDocument/2006/relationships/image" Target="../media/image10.png"/><Relationship Id="rId14" Type="http://schemas.openxmlformats.org/officeDocument/2006/relationships/image" Target="../media/image15.svg"/></Relationships>
</file>

<file path=ppt/diagrams/_rels/drawing2.xml.rels><?xml version="1.0" encoding="UTF-8" standalone="yes"?>
<Relationships xmlns="http://schemas.openxmlformats.org/package/2006/relationships"><Relationship Id="rId8" Type="http://schemas.openxmlformats.org/officeDocument/2006/relationships/image" Target="../media/image28.sv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image" Target="../media/image22.svg"/><Relationship Id="rId1" Type="http://schemas.openxmlformats.org/officeDocument/2006/relationships/image" Target="../media/image21.png"/><Relationship Id="rId6" Type="http://schemas.openxmlformats.org/officeDocument/2006/relationships/image" Target="../media/image26.svg"/><Relationship Id="rId5" Type="http://schemas.openxmlformats.org/officeDocument/2006/relationships/image" Target="../media/image25.png"/><Relationship Id="rId4" Type="http://schemas.openxmlformats.org/officeDocument/2006/relationships/image" Target="../media/image24.svg"/></Relationships>
</file>

<file path=ppt/diagrams/colors1.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F43026A-7DB0-4AD6-8747-CA2769B3E10F}" type="doc">
      <dgm:prSet loTypeId="urn:microsoft.com/office/officeart/2018/2/layout/IconCircleList" loCatId="icon" qsTypeId="urn:microsoft.com/office/officeart/2005/8/quickstyle/simple1" qsCatId="simple" csTypeId="urn:microsoft.com/office/officeart/2018/5/colors/Iconchunking_neutralicon_colorful1" csCatId="colorful" phldr="1"/>
      <dgm:spPr/>
      <dgm:t>
        <a:bodyPr/>
        <a:lstStyle/>
        <a:p>
          <a:endParaRPr lang="en-US"/>
        </a:p>
      </dgm:t>
    </dgm:pt>
    <dgm:pt modelId="{AE129201-FB87-4CE2-A1F6-8016A2D56D46}">
      <dgm:prSet custT="1"/>
      <dgm:spPr/>
      <dgm:t>
        <a:bodyPr/>
        <a:lstStyle/>
        <a:p>
          <a:pPr>
            <a:lnSpc>
              <a:spcPct val="100000"/>
            </a:lnSpc>
          </a:pPr>
          <a:r>
            <a:rPr lang="en-US" sz="1400" b="1">
              <a:latin typeface="Quicksand"/>
              <a:ea typeface="Quicksand"/>
              <a:cs typeface="Quicksand"/>
              <a:sym typeface="Quicksand"/>
            </a:rPr>
            <a:t>Team Introduction</a:t>
          </a:r>
          <a:endParaRPr lang="en-US" sz="1400" b="1"/>
        </a:p>
      </dgm:t>
    </dgm:pt>
    <dgm:pt modelId="{7A6AE90A-890A-4CB1-9A08-834127B4EC8F}" type="parTrans" cxnId="{3228071B-3577-42BB-9203-99F287722233}">
      <dgm:prSet/>
      <dgm:spPr/>
      <dgm:t>
        <a:bodyPr/>
        <a:lstStyle/>
        <a:p>
          <a:endParaRPr lang="en-US"/>
        </a:p>
      </dgm:t>
    </dgm:pt>
    <dgm:pt modelId="{5C0A184F-51ED-494A-AB37-240C01ED219A}" type="sibTrans" cxnId="{3228071B-3577-42BB-9203-99F287722233}">
      <dgm:prSet/>
      <dgm:spPr/>
      <dgm:t>
        <a:bodyPr/>
        <a:lstStyle/>
        <a:p>
          <a:pPr>
            <a:lnSpc>
              <a:spcPct val="100000"/>
            </a:lnSpc>
          </a:pPr>
          <a:endParaRPr lang="en-US"/>
        </a:p>
      </dgm:t>
    </dgm:pt>
    <dgm:pt modelId="{16DE5A7B-1EA2-4B43-9A88-3CA6D1EA1F1E}">
      <dgm:prSet custT="1"/>
      <dgm:spPr/>
      <dgm:t>
        <a:bodyPr/>
        <a:lstStyle/>
        <a:p>
          <a:pPr>
            <a:lnSpc>
              <a:spcPct val="100000"/>
            </a:lnSpc>
          </a:pPr>
          <a:r>
            <a:rPr lang="en-US" sz="1400" b="1">
              <a:solidFill>
                <a:srgbClr val="000000">
                  <a:hueOff val="0"/>
                  <a:satOff val="0"/>
                  <a:lumOff val="0"/>
                  <a:alphaOff val="0"/>
                </a:srgbClr>
              </a:solidFill>
              <a:latin typeface="Quicksand"/>
              <a:ea typeface="Quicksand"/>
              <a:cs typeface="Quicksand"/>
            </a:rPr>
            <a:t>Dataset Overview</a:t>
          </a:r>
          <a:endParaRPr lang="en-US" sz="1400" b="1"/>
        </a:p>
      </dgm:t>
    </dgm:pt>
    <dgm:pt modelId="{68F6550D-88C7-4C3D-8CCD-401441CC4326}" type="parTrans" cxnId="{1785CD57-D5AB-4D5F-B3FF-3C2A682345F8}">
      <dgm:prSet/>
      <dgm:spPr/>
      <dgm:t>
        <a:bodyPr/>
        <a:lstStyle/>
        <a:p>
          <a:endParaRPr lang="en-US"/>
        </a:p>
      </dgm:t>
    </dgm:pt>
    <dgm:pt modelId="{2A82FD05-A775-4EDF-A727-4DF2461184CD}" type="sibTrans" cxnId="{1785CD57-D5AB-4D5F-B3FF-3C2A682345F8}">
      <dgm:prSet/>
      <dgm:spPr/>
      <dgm:t>
        <a:bodyPr/>
        <a:lstStyle/>
        <a:p>
          <a:pPr>
            <a:lnSpc>
              <a:spcPct val="100000"/>
            </a:lnSpc>
          </a:pPr>
          <a:endParaRPr lang="en-US"/>
        </a:p>
      </dgm:t>
    </dgm:pt>
    <dgm:pt modelId="{17C0B5A8-18A1-4C41-A7FB-D893B843A8E5}">
      <dgm:prSet custT="1"/>
      <dgm:spPr/>
      <dgm:t>
        <a:bodyPr/>
        <a:lstStyle/>
        <a:p>
          <a:pPr>
            <a:lnSpc>
              <a:spcPct val="100000"/>
            </a:lnSpc>
          </a:pPr>
          <a:r>
            <a:rPr lang="en-US" sz="1400" b="1">
              <a:latin typeface="Quicksand"/>
              <a:ea typeface="Quicksand"/>
              <a:cs typeface="Quicksand"/>
              <a:sym typeface="Quicksand"/>
            </a:rPr>
            <a:t>Review of Previous Solutions to the Problem</a:t>
          </a:r>
          <a:endParaRPr lang="en-US" sz="1400" b="1"/>
        </a:p>
      </dgm:t>
    </dgm:pt>
    <dgm:pt modelId="{39BB04BD-E8B0-4590-A20D-D342D57E25BE}" type="parTrans" cxnId="{D09F9D0F-04E2-415E-8C55-F372A64D6CCE}">
      <dgm:prSet/>
      <dgm:spPr/>
      <dgm:t>
        <a:bodyPr/>
        <a:lstStyle/>
        <a:p>
          <a:endParaRPr lang="en-US"/>
        </a:p>
      </dgm:t>
    </dgm:pt>
    <dgm:pt modelId="{16D012F5-B888-4F17-9081-DD7ECFC497CD}" type="sibTrans" cxnId="{D09F9D0F-04E2-415E-8C55-F372A64D6CCE}">
      <dgm:prSet/>
      <dgm:spPr/>
      <dgm:t>
        <a:bodyPr/>
        <a:lstStyle/>
        <a:p>
          <a:pPr>
            <a:lnSpc>
              <a:spcPct val="100000"/>
            </a:lnSpc>
          </a:pPr>
          <a:endParaRPr lang="en-US"/>
        </a:p>
      </dgm:t>
    </dgm:pt>
    <dgm:pt modelId="{3C6FC5BF-BB2E-4355-B04E-146F8C6EF761}">
      <dgm:prSet custT="1"/>
      <dgm:spPr/>
      <dgm:t>
        <a:bodyPr/>
        <a:lstStyle/>
        <a:p>
          <a:pPr>
            <a:lnSpc>
              <a:spcPct val="100000"/>
            </a:lnSpc>
          </a:pPr>
          <a:r>
            <a:rPr lang="en-US" sz="1400" b="1">
              <a:latin typeface="Quicksand"/>
              <a:ea typeface="Quicksand"/>
              <a:cs typeface="Quicksand"/>
              <a:sym typeface="Quicksand"/>
            </a:rPr>
            <a:t>Opportunities Through Business Analytics </a:t>
          </a:r>
          <a:endParaRPr lang="en-US" sz="1400" b="1"/>
        </a:p>
      </dgm:t>
    </dgm:pt>
    <dgm:pt modelId="{AF00F674-97FD-488E-91A3-5E7AFB7D464C}" type="parTrans" cxnId="{B4B64AB3-99A7-4D1B-827F-15780304AF81}">
      <dgm:prSet/>
      <dgm:spPr/>
      <dgm:t>
        <a:bodyPr/>
        <a:lstStyle/>
        <a:p>
          <a:endParaRPr lang="en-US"/>
        </a:p>
      </dgm:t>
    </dgm:pt>
    <dgm:pt modelId="{FF08BE4D-148A-4E84-BFCF-D0DEE8247CAB}" type="sibTrans" cxnId="{B4B64AB3-99A7-4D1B-827F-15780304AF81}">
      <dgm:prSet/>
      <dgm:spPr/>
      <dgm:t>
        <a:bodyPr/>
        <a:lstStyle/>
        <a:p>
          <a:pPr>
            <a:lnSpc>
              <a:spcPct val="100000"/>
            </a:lnSpc>
          </a:pPr>
          <a:endParaRPr lang="en-US"/>
        </a:p>
      </dgm:t>
    </dgm:pt>
    <dgm:pt modelId="{2A1483C5-531E-4EEE-9F78-064CFB8DBB80}">
      <dgm:prSet custT="1"/>
      <dgm:spPr/>
      <dgm:t>
        <a:bodyPr/>
        <a:lstStyle/>
        <a:p>
          <a:pPr>
            <a:lnSpc>
              <a:spcPct val="100000"/>
            </a:lnSpc>
          </a:pPr>
          <a:r>
            <a:rPr lang="en-US" sz="1400" b="1">
              <a:latin typeface="Quicksand"/>
              <a:ea typeface="Quicksand"/>
              <a:cs typeface="Quicksand"/>
              <a:sym typeface="Quicksand"/>
            </a:rPr>
            <a:t>Approach to Problem Solving:</a:t>
          </a:r>
          <a:br>
            <a:rPr lang="en-US" sz="1200" b="0">
              <a:latin typeface="Quicksand"/>
              <a:ea typeface="Quicksand"/>
              <a:cs typeface="Quicksand"/>
              <a:sym typeface="Quicksand"/>
            </a:rPr>
          </a:br>
          <a:r>
            <a:rPr lang="en-US" sz="1200" b="0">
              <a:latin typeface="Quicksand"/>
              <a:ea typeface="Quicksand"/>
              <a:cs typeface="Quicksand"/>
              <a:sym typeface="Quicksand"/>
            </a:rPr>
            <a:t>         a. Data Used/Found/Derived</a:t>
          </a:r>
          <a:br>
            <a:rPr lang="en-US" sz="1200" b="0">
              <a:latin typeface="Quicksand"/>
              <a:ea typeface="Quicksand"/>
              <a:cs typeface="Quicksand"/>
              <a:sym typeface="Quicksand"/>
            </a:rPr>
          </a:br>
          <a:r>
            <a:rPr lang="en-US" sz="1200" b="0">
              <a:latin typeface="Quicksand"/>
              <a:ea typeface="Quicksand"/>
              <a:cs typeface="Quicksand"/>
              <a:sym typeface="Quicksand"/>
            </a:rPr>
            <a:t>         b. Models Applied and Tested</a:t>
          </a:r>
          <a:endParaRPr lang="en-US" sz="1200" b="0"/>
        </a:p>
      </dgm:t>
    </dgm:pt>
    <dgm:pt modelId="{34A6C6BA-B15F-4C08-9597-5728E0BA6D23}" type="parTrans" cxnId="{AF636BFF-35D9-4B93-9725-115474F13228}">
      <dgm:prSet/>
      <dgm:spPr/>
      <dgm:t>
        <a:bodyPr/>
        <a:lstStyle/>
        <a:p>
          <a:endParaRPr lang="en-US"/>
        </a:p>
      </dgm:t>
    </dgm:pt>
    <dgm:pt modelId="{81A3A3E8-5B8B-4910-822B-FF2287CB017F}" type="sibTrans" cxnId="{AF636BFF-35D9-4B93-9725-115474F13228}">
      <dgm:prSet/>
      <dgm:spPr/>
      <dgm:t>
        <a:bodyPr/>
        <a:lstStyle/>
        <a:p>
          <a:pPr>
            <a:lnSpc>
              <a:spcPct val="100000"/>
            </a:lnSpc>
          </a:pPr>
          <a:endParaRPr lang="en-US"/>
        </a:p>
      </dgm:t>
    </dgm:pt>
    <dgm:pt modelId="{D63EBD80-58C5-47F7-989D-9526874FC59E}">
      <dgm:prSet custT="1"/>
      <dgm:spPr/>
      <dgm:t>
        <a:bodyPr/>
        <a:lstStyle/>
        <a:p>
          <a:pPr>
            <a:lnSpc>
              <a:spcPct val="100000"/>
            </a:lnSpc>
          </a:pPr>
          <a:r>
            <a:rPr lang="en-US" sz="1400" b="1">
              <a:latin typeface="Quicksand"/>
              <a:ea typeface="Quicksand"/>
              <a:cs typeface="Quicksand"/>
              <a:sym typeface="Quicksand"/>
            </a:rPr>
            <a:t>Results Description &amp; Process Details</a:t>
          </a:r>
          <a:endParaRPr lang="en-US" sz="1400" b="1"/>
        </a:p>
      </dgm:t>
    </dgm:pt>
    <dgm:pt modelId="{AA916D6C-E0EB-4D19-9032-FAD93BED7558}" type="parTrans" cxnId="{0BA8442A-87BF-4BA5-8CBB-B268CAA0D835}">
      <dgm:prSet/>
      <dgm:spPr/>
      <dgm:t>
        <a:bodyPr/>
        <a:lstStyle/>
        <a:p>
          <a:endParaRPr lang="en-US"/>
        </a:p>
      </dgm:t>
    </dgm:pt>
    <dgm:pt modelId="{A5F5F6CE-B253-4C21-B4E8-993B7E81697F}" type="sibTrans" cxnId="{0BA8442A-87BF-4BA5-8CBB-B268CAA0D835}">
      <dgm:prSet/>
      <dgm:spPr/>
      <dgm:t>
        <a:bodyPr/>
        <a:lstStyle/>
        <a:p>
          <a:pPr>
            <a:lnSpc>
              <a:spcPct val="100000"/>
            </a:lnSpc>
          </a:pPr>
          <a:endParaRPr lang="en-US"/>
        </a:p>
      </dgm:t>
    </dgm:pt>
    <dgm:pt modelId="{0A7996A5-FAEC-4577-B2E8-980456FC1F92}">
      <dgm:prSet custT="1"/>
      <dgm:spPr/>
      <dgm:t>
        <a:bodyPr/>
        <a:lstStyle/>
        <a:p>
          <a:pPr>
            <a:lnSpc>
              <a:spcPct val="100000"/>
            </a:lnSpc>
          </a:pPr>
          <a:r>
            <a:rPr lang="en-US" sz="1400" b="1">
              <a:latin typeface="Quicksand"/>
              <a:ea typeface="Quicksand"/>
              <a:cs typeface="Quicksand"/>
              <a:sym typeface="Quicksand"/>
            </a:rPr>
            <a:t>Conclusion with Recommendations Based on Analysis</a:t>
          </a:r>
          <a:endParaRPr lang="en-US" sz="1400" b="1"/>
        </a:p>
      </dgm:t>
    </dgm:pt>
    <dgm:pt modelId="{32F9C7E9-675E-4995-8CA3-72326F2BB6F4}" type="parTrans" cxnId="{A29995BB-ECBE-46B2-B406-5E86CFBB0103}">
      <dgm:prSet/>
      <dgm:spPr/>
      <dgm:t>
        <a:bodyPr/>
        <a:lstStyle/>
        <a:p>
          <a:endParaRPr lang="en-US"/>
        </a:p>
      </dgm:t>
    </dgm:pt>
    <dgm:pt modelId="{C7F74118-E192-429E-946E-AF6988015E97}" type="sibTrans" cxnId="{A29995BB-ECBE-46B2-B406-5E86CFBB0103}">
      <dgm:prSet/>
      <dgm:spPr/>
      <dgm:t>
        <a:bodyPr/>
        <a:lstStyle/>
        <a:p>
          <a:endParaRPr lang="en-US"/>
        </a:p>
      </dgm:t>
    </dgm:pt>
    <dgm:pt modelId="{3CF1EFE0-4C68-4D59-93F8-9C9DA89B3BA2}">
      <dgm:prSet custT="1"/>
      <dgm:spPr/>
      <dgm:t>
        <a:bodyPr/>
        <a:lstStyle/>
        <a:p>
          <a:pPr>
            <a:lnSpc>
              <a:spcPct val="100000"/>
            </a:lnSpc>
          </a:pPr>
          <a:r>
            <a:rPr lang="en-US" sz="1400" b="1" kern="1200">
              <a:latin typeface="Quicksand"/>
              <a:ea typeface="Quicksand"/>
              <a:cs typeface="Quicksand"/>
              <a:sym typeface="Quicksand"/>
            </a:rPr>
            <a:t>Business Problem &amp; Motivation Overview</a:t>
          </a:r>
          <a:r>
            <a:rPr lang="en-US" sz="1400" b="1" kern="1200">
              <a:solidFill>
                <a:srgbClr val="000000">
                  <a:hueOff val="0"/>
                  <a:satOff val="0"/>
                  <a:lumOff val="0"/>
                  <a:alphaOff val="0"/>
                </a:srgbClr>
              </a:solidFill>
              <a:latin typeface="Quicksand"/>
              <a:ea typeface="Quicksand"/>
              <a:cs typeface="Quicksand"/>
            </a:rPr>
            <a:t> </a:t>
          </a:r>
        </a:p>
      </dgm:t>
    </dgm:pt>
    <dgm:pt modelId="{2E2F0A5E-2187-4687-B279-70F22264CC9F}" type="parTrans" cxnId="{126E969D-5E73-4907-A6B1-13D0A2F7D610}">
      <dgm:prSet/>
      <dgm:spPr/>
      <dgm:t>
        <a:bodyPr/>
        <a:lstStyle/>
        <a:p>
          <a:endParaRPr lang="en-US"/>
        </a:p>
      </dgm:t>
    </dgm:pt>
    <dgm:pt modelId="{FD4D5AC1-EF88-473E-A930-EAFAC53ED684}" type="sibTrans" cxnId="{126E969D-5E73-4907-A6B1-13D0A2F7D610}">
      <dgm:prSet/>
      <dgm:spPr/>
      <dgm:t>
        <a:bodyPr/>
        <a:lstStyle/>
        <a:p>
          <a:pPr>
            <a:lnSpc>
              <a:spcPct val="100000"/>
            </a:lnSpc>
          </a:pPr>
          <a:endParaRPr lang="en-US"/>
        </a:p>
      </dgm:t>
    </dgm:pt>
    <dgm:pt modelId="{7D34A8B2-4267-4509-9E90-5954027BC811}" type="pres">
      <dgm:prSet presAssocID="{EF43026A-7DB0-4AD6-8747-CA2769B3E10F}" presName="root" presStyleCnt="0">
        <dgm:presLayoutVars>
          <dgm:dir/>
          <dgm:resizeHandles val="exact"/>
        </dgm:presLayoutVars>
      </dgm:prSet>
      <dgm:spPr/>
    </dgm:pt>
    <dgm:pt modelId="{CDD8E925-5044-439E-B59F-6B7F33081180}" type="pres">
      <dgm:prSet presAssocID="{EF43026A-7DB0-4AD6-8747-CA2769B3E10F}" presName="container" presStyleCnt="0">
        <dgm:presLayoutVars>
          <dgm:dir/>
          <dgm:resizeHandles val="exact"/>
        </dgm:presLayoutVars>
      </dgm:prSet>
      <dgm:spPr/>
    </dgm:pt>
    <dgm:pt modelId="{8563AB08-BFF5-469E-808D-B6F739F0D7A9}" type="pres">
      <dgm:prSet presAssocID="{AE129201-FB87-4CE2-A1F6-8016A2D56D46}" presName="compNode" presStyleCnt="0"/>
      <dgm:spPr/>
    </dgm:pt>
    <dgm:pt modelId="{BDBACF81-D5EA-4CF2-9904-8FDBBFE45CCC}" type="pres">
      <dgm:prSet presAssocID="{AE129201-FB87-4CE2-A1F6-8016A2D56D46}" presName="iconBgRect" presStyleLbl="bgShp" presStyleIdx="0" presStyleCnt="8"/>
      <dgm:spPr/>
    </dgm:pt>
    <dgm:pt modelId="{5EE7602A-70E4-410F-9B18-196CA422F4B5}" type="pres">
      <dgm:prSet presAssocID="{AE129201-FB87-4CE2-A1F6-8016A2D56D46}" presName="iconRect" presStyleLbl="node1" presStyleIdx="0" presStyleCnt="8"/>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Users"/>
        </a:ext>
      </dgm:extLst>
    </dgm:pt>
    <dgm:pt modelId="{BAEE6CD1-0DF2-40A8-86D1-CBEF1B763124}" type="pres">
      <dgm:prSet presAssocID="{AE129201-FB87-4CE2-A1F6-8016A2D56D46}" presName="spaceRect" presStyleCnt="0"/>
      <dgm:spPr/>
    </dgm:pt>
    <dgm:pt modelId="{01EE7857-26A3-4C40-A392-56AADD82D5E0}" type="pres">
      <dgm:prSet presAssocID="{AE129201-FB87-4CE2-A1F6-8016A2D56D46}" presName="textRect" presStyleLbl="revTx" presStyleIdx="0" presStyleCnt="8">
        <dgm:presLayoutVars>
          <dgm:chMax val="1"/>
          <dgm:chPref val="1"/>
        </dgm:presLayoutVars>
      </dgm:prSet>
      <dgm:spPr/>
    </dgm:pt>
    <dgm:pt modelId="{88CEE46B-38E5-4D04-B904-E48BB1D4EE08}" type="pres">
      <dgm:prSet presAssocID="{5C0A184F-51ED-494A-AB37-240C01ED219A}" presName="sibTrans" presStyleLbl="sibTrans2D1" presStyleIdx="0" presStyleCnt="0"/>
      <dgm:spPr/>
    </dgm:pt>
    <dgm:pt modelId="{A8852F10-0B33-4BE7-BE7F-9735BC871EB6}" type="pres">
      <dgm:prSet presAssocID="{3CF1EFE0-4C68-4D59-93F8-9C9DA89B3BA2}" presName="compNode" presStyleCnt="0"/>
      <dgm:spPr/>
    </dgm:pt>
    <dgm:pt modelId="{6A907303-3754-4AB5-A7A1-B0E86325DACB}" type="pres">
      <dgm:prSet presAssocID="{3CF1EFE0-4C68-4D59-93F8-9C9DA89B3BA2}" presName="iconBgRect" presStyleLbl="bgShp" presStyleIdx="1" presStyleCnt="8"/>
      <dgm:spPr/>
    </dgm:pt>
    <dgm:pt modelId="{A3E4B359-B45D-4111-BF91-01A73A4925FB}" type="pres">
      <dgm:prSet presAssocID="{3CF1EFE0-4C68-4D59-93F8-9C9DA89B3BA2}" presName="iconRect" presStyleLbl="node1" presStyleIdx="1" presStyleCnt="8"/>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Lightbulb"/>
        </a:ext>
      </dgm:extLst>
    </dgm:pt>
    <dgm:pt modelId="{112D0527-BC37-48F9-B81D-211ADB94102D}" type="pres">
      <dgm:prSet presAssocID="{3CF1EFE0-4C68-4D59-93F8-9C9DA89B3BA2}" presName="spaceRect" presStyleCnt="0"/>
      <dgm:spPr/>
    </dgm:pt>
    <dgm:pt modelId="{C33DBCEE-A94C-4F43-B3CA-F0019A7CC294}" type="pres">
      <dgm:prSet presAssocID="{3CF1EFE0-4C68-4D59-93F8-9C9DA89B3BA2}" presName="textRect" presStyleLbl="revTx" presStyleIdx="1" presStyleCnt="8">
        <dgm:presLayoutVars>
          <dgm:chMax val="1"/>
          <dgm:chPref val="1"/>
        </dgm:presLayoutVars>
      </dgm:prSet>
      <dgm:spPr/>
    </dgm:pt>
    <dgm:pt modelId="{1C66070B-03D8-4D86-B054-706DC3821478}" type="pres">
      <dgm:prSet presAssocID="{FD4D5AC1-EF88-473E-A930-EAFAC53ED684}" presName="sibTrans" presStyleLbl="sibTrans2D1" presStyleIdx="0" presStyleCnt="0"/>
      <dgm:spPr/>
    </dgm:pt>
    <dgm:pt modelId="{93AACA86-2226-4F52-AAC7-0D09DE60DD1B}" type="pres">
      <dgm:prSet presAssocID="{16DE5A7B-1EA2-4B43-9A88-3CA6D1EA1F1E}" presName="compNode" presStyleCnt="0"/>
      <dgm:spPr/>
    </dgm:pt>
    <dgm:pt modelId="{1166374E-E37F-4FEB-BFA7-7A621FBCEB1A}" type="pres">
      <dgm:prSet presAssocID="{16DE5A7B-1EA2-4B43-9A88-3CA6D1EA1F1E}" presName="iconBgRect" presStyleLbl="bgShp" presStyleIdx="2" presStyleCnt="8"/>
      <dgm:spPr/>
    </dgm:pt>
    <dgm:pt modelId="{D4EBD29A-35E4-4D21-85CA-006D58B0F7E9}" type="pres">
      <dgm:prSet presAssocID="{16DE5A7B-1EA2-4B43-9A88-3CA6D1EA1F1E}" presName="iconRect" presStyleLbl="node1" presStyleIdx="2" presStyleCnt="8"/>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Database"/>
        </a:ext>
      </dgm:extLst>
    </dgm:pt>
    <dgm:pt modelId="{0853B8EF-26D1-429A-947C-387106C2F2EA}" type="pres">
      <dgm:prSet presAssocID="{16DE5A7B-1EA2-4B43-9A88-3CA6D1EA1F1E}" presName="spaceRect" presStyleCnt="0"/>
      <dgm:spPr/>
    </dgm:pt>
    <dgm:pt modelId="{88200E2C-763F-43B1-A9DA-1A79128C3442}" type="pres">
      <dgm:prSet presAssocID="{16DE5A7B-1EA2-4B43-9A88-3CA6D1EA1F1E}" presName="textRect" presStyleLbl="revTx" presStyleIdx="2" presStyleCnt="8">
        <dgm:presLayoutVars>
          <dgm:chMax val="1"/>
          <dgm:chPref val="1"/>
        </dgm:presLayoutVars>
      </dgm:prSet>
      <dgm:spPr/>
    </dgm:pt>
    <dgm:pt modelId="{E28CAC01-F0F3-45CF-B806-DABBC74C7E1C}" type="pres">
      <dgm:prSet presAssocID="{2A82FD05-A775-4EDF-A727-4DF2461184CD}" presName="sibTrans" presStyleLbl="sibTrans2D1" presStyleIdx="0" presStyleCnt="0"/>
      <dgm:spPr/>
    </dgm:pt>
    <dgm:pt modelId="{BED92FC2-4B5B-42A0-A66F-5997CD35A1C8}" type="pres">
      <dgm:prSet presAssocID="{17C0B5A8-18A1-4C41-A7FB-D893B843A8E5}" presName="compNode" presStyleCnt="0"/>
      <dgm:spPr/>
    </dgm:pt>
    <dgm:pt modelId="{28C4837F-5250-4871-9F7D-8E152AE3A72E}" type="pres">
      <dgm:prSet presAssocID="{17C0B5A8-18A1-4C41-A7FB-D893B843A8E5}" presName="iconBgRect" presStyleLbl="bgShp" presStyleIdx="3" presStyleCnt="8"/>
      <dgm:spPr/>
    </dgm:pt>
    <dgm:pt modelId="{0F1540C0-CC7A-4F7A-9739-D2026B03E6BD}" type="pres">
      <dgm:prSet presAssocID="{17C0B5A8-18A1-4C41-A7FB-D893B843A8E5}" presName="iconRect" presStyleLbl="node1" presStyleIdx="3" presStyleCnt="8"/>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Checkmark"/>
        </a:ext>
      </dgm:extLst>
    </dgm:pt>
    <dgm:pt modelId="{CB6B8A4E-460A-4F6A-A2CC-94C261B1DC22}" type="pres">
      <dgm:prSet presAssocID="{17C0B5A8-18A1-4C41-A7FB-D893B843A8E5}" presName="spaceRect" presStyleCnt="0"/>
      <dgm:spPr/>
    </dgm:pt>
    <dgm:pt modelId="{7EED58FC-C12B-48E6-9560-E960B7137716}" type="pres">
      <dgm:prSet presAssocID="{17C0B5A8-18A1-4C41-A7FB-D893B843A8E5}" presName="textRect" presStyleLbl="revTx" presStyleIdx="3" presStyleCnt="8">
        <dgm:presLayoutVars>
          <dgm:chMax val="1"/>
          <dgm:chPref val="1"/>
        </dgm:presLayoutVars>
      </dgm:prSet>
      <dgm:spPr/>
    </dgm:pt>
    <dgm:pt modelId="{02C3FA7E-BAD6-499A-9D34-127E69498D47}" type="pres">
      <dgm:prSet presAssocID="{16D012F5-B888-4F17-9081-DD7ECFC497CD}" presName="sibTrans" presStyleLbl="sibTrans2D1" presStyleIdx="0" presStyleCnt="0"/>
      <dgm:spPr/>
    </dgm:pt>
    <dgm:pt modelId="{4C536FB8-76B2-4ECA-89D4-1E0F919EFC5F}" type="pres">
      <dgm:prSet presAssocID="{3C6FC5BF-BB2E-4355-B04E-146F8C6EF761}" presName="compNode" presStyleCnt="0"/>
      <dgm:spPr/>
    </dgm:pt>
    <dgm:pt modelId="{4B218E18-2CBF-4601-AC00-7382F81BC29B}" type="pres">
      <dgm:prSet presAssocID="{3C6FC5BF-BB2E-4355-B04E-146F8C6EF761}" presName="iconBgRect" presStyleLbl="bgShp" presStyleIdx="4" presStyleCnt="8"/>
      <dgm:spPr/>
    </dgm:pt>
    <dgm:pt modelId="{CB1B1F15-768C-4D6B-8B13-5A1C9CE80843}" type="pres">
      <dgm:prSet presAssocID="{3C6FC5BF-BB2E-4355-B04E-146F8C6EF761}" presName="iconRect" presStyleLbl="node1" presStyleIdx="4" presStyleCnt="8"/>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a:noFill/>
        </a:ln>
      </dgm:spPr>
      <dgm:extLst>
        <a:ext uri="{E40237B7-FDA0-4F09-8148-C483321AD2D9}">
          <dgm14:cNvPr xmlns:dgm14="http://schemas.microsoft.com/office/drawing/2010/diagram" id="0" name="" descr="Bar chart"/>
        </a:ext>
      </dgm:extLst>
    </dgm:pt>
    <dgm:pt modelId="{78053697-B168-4A9D-B8F4-C3F3A1247496}" type="pres">
      <dgm:prSet presAssocID="{3C6FC5BF-BB2E-4355-B04E-146F8C6EF761}" presName="spaceRect" presStyleCnt="0"/>
      <dgm:spPr/>
    </dgm:pt>
    <dgm:pt modelId="{D80267CD-2C17-4960-9801-FC8C1992E533}" type="pres">
      <dgm:prSet presAssocID="{3C6FC5BF-BB2E-4355-B04E-146F8C6EF761}" presName="textRect" presStyleLbl="revTx" presStyleIdx="4" presStyleCnt="8">
        <dgm:presLayoutVars>
          <dgm:chMax val="1"/>
          <dgm:chPref val="1"/>
        </dgm:presLayoutVars>
      </dgm:prSet>
      <dgm:spPr/>
    </dgm:pt>
    <dgm:pt modelId="{2F43F87D-5737-49EF-BED9-40B0AB87E148}" type="pres">
      <dgm:prSet presAssocID="{FF08BE4D-148A-4E84-BFCF-D0DEE8247CAB}" presName="sibTrans" presStyleLbl="sibTrans2D1" presStyleIdx="0" presStyleCnt="0"/>
      <dgm:spPr/>
    </dgm:pt>
    <dgm:pt modelId="{405FB080-E84E-4201-872B-B1D795E1F7AD}" type="pres">
      <dgm:prSet presAssocID="{2A1483C5-531E-4EEE-9F78-064CFB8DBB80}" presName="compNode" presStyleCnt="0"/>
      <dgm:spPr/>
    </dgm:pt>
    <dgm:pt modelId="{A2D30D27-0E28-44CA-B6A3-5B0DD447DBB7}" type="pres">
      <dgm:prSet presAssocID="{2A1483C5-531E-4EEE-9F78-064CFB8DBB80}" presName="iconBgRect" presStyleLbl="bgShp" presStyleIdx="5" presStyleCnt="8"/>
      <dgm:spPr/>
    </dgm:pt>
    <dgm:pt modelId="{49203555-35E8-410A-8648-6AA21B5A4862}" type="pres">
      <dgm:prSet presAssocID="{2A1483C5-531E-4EEE-9F78-064CFB8DBB80}" presName="iconRect" presStyleLbl="node1" presStyleIdx="5" presStyleCnt="8"/>
      <dgm:spPr>
        <a:blipFill>
          <a:blip xmlns:r="http://schemas.openxmlformats.org/officeDocument/2006/relationships"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a:blipFill>
        <a:ln>
          <a:noFill/>
        </a:ln>
      </dgm:spPr>
      <dgm:extLst>
        <a:ext uri="{E40237B7-FDA0-4F09-8148-C483321AD2D9}">
          <dgm14:cNvPr xmlns:dgm14="http://schemas.microsoft.com/office/drawing/2010/diagram" id="0" name="" descr="Flowchart"/>
        </a:ext>
      </dgm:extLst>
    </dgm:pt>
    <dgm:pt modelId="{BED88FD2-C8E4-4D60-B576-AD8332B1DDE1}" type="pres">
      <dgm:prSet presAssocID="{2A1483C5-531E-4EEE-9F78-064CFB8DBB80}" presName="spaceRect" presStyleCnt="0"/>
      <dgm:spPr/>
    </dgm:pt>
    <dgm:pt modelId="{47CA7B4D-69D3-421E-BDFD-19ACF6AC56E3}" type="pres">
      <dgm:prSet presAssocID="{2A1483C5-531E-4EEE-9F78-064CFB8DBB80}" presName="textRect" presStyleLbl="revTx" presStyleIdx="5" presStyleCnt="8" custScaleX="111690" custLinFactNeighborX="849" custLinFactNeighborY="5005">
        <dgm:presLayoutVars>
          <dgm:chMax val="1"/>
          <dgm:chPref val="1"/>
        </dgm:presLayoutVars>
      </dgm:prSet>
      <dgm:spPr/>
    </dgm:pt>
    <dgm:pt modelId="{708F1259-9A96-48F8-AD06-F0A43B63EFBD}" type="pres">
      <dgm:prSet presAssocID="{81A3A3E8-5B8B-4910-822B-FF2287CB017F}" presName="sibTrans" presStyleLbl="sibTrans2D1" presStyleIdx="0" presStyleCnt="0"/>
      <dgm:spPr/>
    </dgm:pt>
    <dgm:pt modelId="{808E2155-4006-475D-89A9-62D6F122206B}" type="pres">
      <dgm:prSet presAssocID="{D63EBD80-58C5-47F7-989D-9526874FC59E}" presName="compNode" presStyleCnt="0"/>
      <dgm:spPr/>
    </dgm:pt>
    <dgm:pt modelId="{5199128D-D151-445E-9B2F-EBE9DD9E6870}" type="pres">
      <dgm:prSet presAssocID="{D63EBD80-58C5-47F7-989D-9526874FC59E}" presName="iconBgRect" presStyleLbl="bgShp" presStyleIdx="6" presStyleCnt="8"/>
      <dgm:spPr/>
    </dgm:pt>
    <dgm:pt modelId="{70938453-52BE-4DE4-8C6C-F11ED2936900}" type="pres">
      <dgm:prSet presAssocID="{D63EBD80-58C5-47F7-989D-9526874FC59E}" presName="iconRect" presStyleLbl="node1" presStyleIdx="6" presStyleCnt="8"/>
      <dgm:spPr>
        <a:blipFill>
          <a:blip xmlns:r="http://schemas.openxmlformats.org/officeDocument/2006/relationships"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a:blipFill>
        <a:ln>
          <a:noFill/>
        </a:ln>
      </dgm:spPr>
      <dgm:extLst>
        <a:ext uri="{E40237B7-FDA0-4F09-8148-C483321AD2D9}">
          <dgm14:cNvPr xmlns:dgm14="http://schemas.microsoft.com/office/drawing/2010/diagram" id="0" name="" descr="Check List"/>
        </a:ext>
      </dgm:extLst>
    </dgm:pt>
    <dgm:pt modelId="{1FEAE5C4-FC58-4ACF-8D2E-0AFE4C5B737D}" type="pres">
      <dgm:prSet presAssocID="{D63EBD80-58C5-47F7-989D-9526874FC59E}" presName="spaceRect" presStyleCnt="0"/>
      <dgm:spPr/>
    </dgm:pt>
    <dgm:pt modelId="{A2AA462D-E301-4171-8164-27F1A338E8B8}" type="pres">
      <dgm:prSet presAssocID="{D63EBD80-58C5-47F7-989D-9526874FC59E}" presName="textRect" presStyleLbl="revTx" presStyleIdx="6" presStyleCnt="8">
        <dgm:presLayoutVars>
          <dgm:chMax val="1"/>
          <dgm:chPref val="1"/>
        </dgm:presLayoutVars>
      </dgm:prSet>
      <dgm:spPr/>
    </dgm:pt>
    <dgm:pt modelId="{432E35CF-F59E-429C-A740-E42B2BFA71C7}" type="pres">
      <dgm:prSet presAssocID="{A5F5F6CE-B253-4C21-B4E8-993B7E81697F}" presName="sibTrans" presStyleLbl="sibTrans2D1" presStyleIdx="0" presStyleCnt="0"/>
      <dgm:spPr/>
    </dgm:pt>
    <dgm:pt modelId="{B847E644-6134-4137-904A-185477BA8F55}" type="pres">
      <dgm:prSet presAssocID="{0A7996A5-FAEC-4577-B2E8-980456FC1F92}" presName="compNode" presStyleCnt="0"/>
      <dgm:spPr/>
    </dgm:pt>
    <dgm:pt modelId="{4A82771A-0933-4C66-AFED-180436B99A2F}" type="pres">
      <dgm:prSet presAssocID="{0A7996A5-FAEC-4577-B2E8-980456FC1F92}" presName="iconBgRect" presStyleLbl="bgShp" presStyleIdx="7" presStyleCnt="8"/>
      <dgm:spPr/>
    </dgm:pt>
    <dgm:pt modelId="{C0367AE6-027F-4153-BE6D-C5089733D4A1}" type="pres">
      <dgm:prSet presAssocID="{0A7996A5-FAEC-4577-B2E8-980456FC1F92}" presName="iconRect" presStyleLbl="node1" presStyleIdx="7" presStyleCnt="8"/>
      <dgm:spPr>
        <a:blipFill>
          <a:blip xmlns:r="http://schemas.openxmlformats.org/officeDocument/2006/relationships" r:embed="rId15">
            <a:extLst>
              <a:ext uri="{28A0092B-C50C-407E-A947-70E740481C1C}">
                <a14:useLocalDpi xmlns:a14="http://schemas.microsoft.com/office/drawing/2010/main" val="0"/>
              </a:ext>
              <a:ext uri="{96DAC541-7B7A-43D3-8B79-37D633B846F1}">
                <asvg:svgBlip xmlns:asvg="http://schemas.microsoft.com/office/drawing/2016/SVG/main" r:embed="rId16"/>
              </a:ext>
            </a:extLst>
          </a:blip>
          <a:stretch>
            <a:fillRect/>
          </a:stretch>
        </a:blipFill>
        <a:ln>
          <a:noFill/>
        </a:ln>
      </dgm:spPr>
      <dgm:extLst>
        <a:ext uri="{E40237B7-FDA0-4F09-8148-C483321AD2D9}">
          <dgm14:cNvPr xmlns:dgm14="http://schemas.microsoft.com/office/drawing/2010/diagram" id="0" name="" descr="Head with Gears"/>
        </a:ext>
      </dgm:extLst>
    </dgm:pt>
    <dgm:pt modelId="{F4614942-E784-4E25-95E5-11DCE175E87B}" type="pres">
      <dgm:prSet presAssocID="{0A7996A5-FAEC-4577-B2E8-980456FC1F92}" presName="spaceRect" presStyleCnt="0"/>
      <dgm:spPr/>
    </dgm:pt>
    <dgm:pt modelId="{A8C58C4C-84A5-4F23-9557-6DDE3A24A220}" type="pres">
      <dgm:prSet presAssocID="{0A7996A5-FAEC-4577-B2E8-980456FC1F92}" presName="textRect" presStyleLbl="revTx" presStyleIdx="7" presStyleCnt="8">
        <dgm:presLayoutVars>
          <dgm:chMax val="1"/>
          <dgm:chPref val="1"/>
        </dgm:presLayoutVars>
      </dgm:prSet>
      <dgm:spPr/>
    </dgm:pt>
  </dgm:ptLst>
  <dgm:cxnLst>
    <dgm:cxn modelId="{C77F050F-6498-484C-B9CE-67AB326424B0}" type="presOf" srcId="{17C0B5A8-18A1-4C41-A7FB-D893B843A8E5}" destId="{7EED58FC-C12B-48E6-9560-E960B7137716}" srcOrd="0" destOrd="0" presId="urn:microsoft.com/office/officeart/2018/2/layout/IconCircleList"/>
    <dgm:cxn modelId="{D09F9D0F-04E2-415E-8C55-F372A64D6CCE}" srcId="{EF43026A-7DB0-4AD6-8747-CA2769B3E10F}" destId="{17C0B5A8-18A1-4C41-A7FB-D893B843A8E5}" srcOrd="3" destOrd="0" parTransId="{39BB04BD-E8B0-4590-A20D-D342D57E25BE}" sibTransId="{16D012F5-B888-4F17-9081-DD7ECFC497CD}"/>
    <dgm:cxn modelId="{3228071B-3577-42BB-9203-99F287722233}" srcId="{EF43026A-7DB0-4AD6-8747-CA2769B3E10F}" destId="{AE129201-FB87-4CE2-A1F6-8016A2D56D46}" srcOrd="0" destOrd="0" parTransId="{7A6AE90A-890A-4CB1-9A08-834127B4EC8F}" sibTransId="{5C0A184F-51ED-494A-AB37-240C01ED219A}"/>
    <dgm:cxn modelId="{0BA8442A-87BF-4BA5-8CBB-B268CAA0D835}" srcId="{EF43026A-7DB0-4AD6-8747-CA2769B3E10F}" destId="{D63EBD80-58C5-47F7-989D-9526874FC59E}" srcOrd="6" destOrd="0" parTransId="{AA916D6C-E0EB-4D19-9032-FAD93BED7558}" sibTransId="{A5F5F6CE-B253-4C21-B4E8-993B7E81697F}"/>
    <dgm:cxn modelId="{62BE1037-47EB-4A8D-AA22-1B571C3D302F}" type="presOf" srcId="{FD4D5AC1-EF88-473E-A930-EAFAC53ED684}" destId="{1C66070B-03D8-4D86-B054-706DC3821478}" srcOrd="0" destOrd="0" presId="urn:microsoft.com/office/officeart/2018/2/layout/IconCircleList"/>
    <dgm:cxn modelId="{6D75B260-AF80-40A2-A117-67718C4C4E72}" type="presOf" srcId="{3C6FC5BF-BB2E-4355-B04E-146F8C6EF761}" destId="{D80267CD-2C17-4960-9801-FC8C1992E533}" srcOrd="0" destOrd="0" presId="urn:microsoft.com/office/officeart/2018/2/layout/IconCircleList"/>
    <dgm:cxn modelId="{32157061-D252-46A1-B660-F9951F821E24}" type="presOf" srcId="{16DE5A7B-1EA2-4B43-9A88-3CA6D1EA1F1E}" destId="{88200E2C-763F-43B1-A9DA-1A79128C3442}" srcOrd="0" destOrd="0" presId="urn:microsoft.com/office/officeart/2018/2/layout/IconCircleList"/>
    <dgm:cxn modelId="{38376D4E-5FF1-46C0-B19F-1EC832D67CDE}" type="presOf" srcId="{0A7996A5-FAEC-4577-B2E8-980456FC1F92}" destId="{A8C58C4C-84A5-4F23-9557-6DDE3A24A220}" srcOrd="0" destOrd="0" presId="urn:microsoft.com/office/officeart/2018/2/layout/IconCircleList"/>
    <dgm:cxn modelId="{59D57175-60EF-4043-9733-FA9ACF9CBBAC}" type="presOf" srcId="{EF43026A-7DB0-4AD6-8747-CA2769B3E10F}" destId="{7D34A8B2-4267-4509-9E90-5954027BC811}" srcOrd="0" destOrd="0" presId="urn:microsoft.com/office/officeart/2018/2/layout/IconCircleList"/>
    <dgm:cxn modelId="{1785CD57-D5AB-4D5F-B3FF-3C2A682345F8}" srcId="{EF43026A-7DB0-4AD6-8747-CA2769B3E10F}" destId="{16DE5A7B-1EA2-4B43-9A88-3CA6D1EA1F1E}" srcOrd="2" destOrd="0" parTransId="{68F6550D-88C7-4C3D-8CCD-401441CC4326}" sibTransId="{2A82FD05-A775-4EDF-A727-4DF2461184CD}"/>
    <dgm:cxn modelId="{E680DF57-366B-481C-BAD1-E9C48CBCCEF4}" type="presOf" srcId="{2A82FD05-A775-4EDF-A727-4DF2461184CD}" destId="{E28CAC01-F0F3-45CF-B806-DABBC74C7E1C}" srcOrd="0" destOrd="0" presId="urn:microsoft.com/office/officeart/2018/2/layout/IconCircleList"/>
    <dgm:cxn modelId="{39E1957A-F9E6-4CDA-A9F9-576436B794C6}" type="presOf" srcId="{16D012F5-B888-4F17-9081-DD7ECFC497CD}" destId="{02C3FA7E-BAD6-499A-9D34-127E69498D47}" srcOrd="0" destOrd="0" presId="urn:microsoft.com/office/officeart/2018/2/layout/IconCircleList"/>
    <dgm:cxn modelId="{E81AFD97-0CC2-4711-8B6B-13A0D2D76CE2}" type="presOf" srcId="{A5F5F6CE-B253-4C21-B4E8-993B7E81697F}" destId="{432E35CF-F59E-429C-A740-E42B2BFA71C7}" srcOrd="0" destOrd="0" presId="urn:microsoft.com/office/officeart/2018/2/layout/IconCircleList"/>
    <dgm:cxn modelId="{126E969D-5E73-4907-A6B1-13D0A2F7D610}" srcId="{EF43026A-7DB0-4AD6-8747-CA2769B3E10F}" destId="{3CF1EFE0-4C68-4D59-93F8-9C9DA89B3BA2}" srcOrd="1" destOrd="0" parTransId="{2E2F0A5E-2187-4687-B279-70F22264CC9F}" sibTransId="{FD4D5AC1-EF88-473E-A930-EAFAC53ED684}"/>
    <dgm:cxn modelId="{619603AC-DEC6-4C7F-BA2F-D6C2B3452A03}" type="presOf" srcId="{5C0A184F-51ED-494A-AB37-240C01ED219A}" destId="{88CEE46B-38E5-4D04-B904-E48BB1D4EE08}" srcOrd="0" destOrd="0" presId="urn:microsoft.com/office/officeart/2018/2/layout/IconCircleList"/>
    <dgm:cxn modelId="{143E67B1-2AC4-4B21-BC4B-684BFA6D013D}" type="presOf" srcId="{FF08BE4D-148A-4E84-BFCF-D0DEE8247CAB}" destId="{2F43F87D-5737-49EF-BED9-40B0AB87E148}" srcOrd="0" destOrd="0" presId="urn:microsoft.com/office/officeart/2018/2/layout/IconCircleList"/>
    <dgm:cxn modelId="{B4B64AB3-99A7-4D1B-827F-15780304AF81}" srcId="{EF43026A-7DB0-4AD6-8747-CA2769B3E10F}" destId="{3C6FC5BF-BB2E-4355-B04E-146F8C6EF761}" srcOrd="4" destOrd="0" parTransId="{AF00F674-97FD-488E-91A3-5E7AFB7D464C}" sibTransId="{FF08BE4D-148A-4E84-BFCF-D0DEE8247CAB}"/>
    <dgm:cxn modelId="{A29995BB-ECBE-46B2-B406-5E86CFBB0103}" srcId="{EF43026A-7DB0-4AD6-8747-CA2769B3E10F}" destId="{0A7996A5-FAEC-4577-B2E8-980456FC1F92}" srcOrd="7" destOrd="0" parTransId="{32F9C7E9-675E-4995-8CA3-72326F2BB6F4}" sibTransId="{C7F74118-E192-429E-946E-AF6988015E97}"/>
    <dgm:cxn modelId="{501AAFC9-1703-4A77-8CD6-1DAF0A36CB8A}" type="presOf" srcId="{D63EBD80-58C5-47F7-989D-9526874FC59E}" destId="{A2AA462D-E301-4171-8164-27F1A338E8B8}" srcOrd="0" destOrd="0" presId="urn:microsoft.com/office/officeart/2018/2/layout/IconCircleList"/>
    <dgm:cxn modelId="{CACEEDE7-2B9E-4CC0-AED9-E7F3E733D197}" type="presOf" srcId="{81A3A3E8-5B8B-4910-822B-FF2287CB017F}" destId="{708F1259-9A96-48F8-AD06-F0A43B63EFBD}" srcOrd="0" destOrd="0" presId="urn:microsoft.com/office/officeart/2018/2/layout/IconCircleList"/>
    <dgm:cxn modelId="{A33D60E8-B5B4-4FBA-90CC-C088990E82CD}" type="presOf" srcId="{AE129201-FB87-4CE2-A1F6-8016A2D56D46}" destId="{01EE7857-26A3-4C40-A392-56AADD82D5E0}" srcOrd="0" destOrd="0" presId="urn:microsoft.com/office/officeart/2018/2/layout/IconCircleList"/>
    <dgm:cxn modelId="{31A14FE8-651F-4F39-A52E-60887B26B7FB}" type="presOf" srcId="{3CF1EFE0-4C68-4D59-93F8-9C9DA89B3BA2}" destId="{C33DBCEE-A94C-4F43-B3CA-F0019A7CC294}" srcOrd="0" destOrd="0" presId="urn:microsoft.com/office/officeart/2018/2/layout/IconCircleList"/>
    <dgm:cxn modelId="{059F9EEC-D499-41E6-BC7F-B9CAEE4E1C68}" type="presOf" srcId="{2A1483C5-531E-4EEE-9F78-064CFB8DBB80}" destId="{47CA7B4D-69D3-421E-BDFD-19ACF6AC56E3}" srcOrd="0" destOrd="0" presId="urn:microsoft.com/office/officeart/2018/2/layout/IconCircleList"/>
    <dgm:cxn modelId="{AF636BFF-35D9-4B93-9725-115474F13228}" srcId="{EF43026A-7DB0-4AD6-8747-CA2769B3E10F}" destId="{2A1483C5-531E-4EEE-9F78-064CFB8DBB80}" srcOrd="5" destOrd="0" parTransId="{34A6C6BA-B15F-4C08-9597-5728E0BA6D23}" sibTransId="{81A3A3E8-5B8B-4910-822B-FF2287CB017F}"/>
    <dgm:cxn modelId="{332334DC-EF0C-4901-9728-9182181C7311}" type="presParOf" srcId="{7D34A8B2-4267-4509-9E90-5954027BC811}" destId="{CDD8E925-5044-439E-B59F-6B7F33081180}" srcOrd="0" destOrd="0" presId="urn:microsoft.com/office/officeart/2018/2/layout/IconCircleList"/>
    <dgm:cxn modelId="{A50BEC44-C657-4C83-AEDB-2F1CB48BBBB8}" type="presParOf" srcId="{CDD8E925-5044-439E-B59F-6B7F33081180}" destId="{8563AB08-BFF5-469E-808D-B6F739F0D7A9}" srcOrd="0" destOrd="0" presId="urn:microsoft.com/office/officeart/2018/2/layout/IconCircleList"/>
    <dgm:cxn modelId="{3AE64E53-A571-4635-A9A3-846F1777C301}" type="presParOf" srcId="{8563AB08-BFF5-469E-808D-B6F739F0D7A9}" destId="{BDBACF81-D5EA-4CF2-9904-8FDBBFE45CCC}" srcOrd="0" destOrd="0" presId="urn:microsoft.com/office/officeart/2018/2/layout/IconCircleList"/>
    <dgm:cxn modelId="{66415F73-BF57-4250-A2D8-6ECDC43F7273}" type="presParOf" srcId="{8563AB08-BFF5-469E-808D-B6F739F0D7A9}" destId="{5EE7602A-70E4-410F-9B18-196CA422F4B5}" srcOrd="1" destOrd="0" presId="urn:microsoft.com/office/officeart/2018/2/layout/IconCircleList"/>
    <dgm:cxn modelId="{60CCE7AD-B985-49AA-A6C8-948E8D21DEC0}" type="presParOf" srcId="{8563AB08-BFF5-469E-808D-B6F739F0D7A9}" destId="{BAEE6CD1-0DF2-40A8-86D1-CBEF1B763124}" srcOrd="2" destOrd="0" presId="urn:microsoft.com/office/officeart/2018/2/layout/IconCircleList"/>
    <dgm:cxn modelId="{223E2FA4-305B-4A6D-B003-EBA4902B584A}" type="presParOf" srcId="{8563AB08-BFF5-469E-808D-B6F739F0D7A9}" destId="{01EE7857-26A3-4C40-A392-56AADD82D5E0}" srcOrd="3" destOrd="0" presId="urn:microsoft.com/office/officeart/2018/2/layout/IconCircleList"/>
    <dgm:cxn modelId="{C18ADAA9-95FA-4AEE-9F0F-34D9A12C094C}" type="presParOf" srcId="{CDD8E925-5044-439E-B59F-6B7F33081180}" destId="{88CEE46B-38E5-4D04-B904-E48BB1D4EE08}" srcOrd="1" destOrd="0" presId="urn:microsoft.com/office/officeart/2018/2/layout/IconCircleList"/>
    <dgm:cxn modelId="{DD5ED59D-5B1B-48D1-B642-ACD5D9A7201A}" type="presParOf" srcId="{CDD8E925-5044-439E-B59F-6B7F33081180}" destId="{A8852F10-0B33-4BE7-BE7F-9735BC871EB6}" srcOrd="2" destOrd="0" presId="urn:microsoft.com/office/officeart/2018/2/layout/IconCircleList"/>
    <dgm:cxn modelId="{E39C2BE0-966D-4D76-87B8-680C37971F8A}" type="presParOf" srcId="{A8852F10-0B33-4BE7-BE7F-9735BC871EB6}" destId="{6A907303-3754-4AB5-A7A1-B0E86325DACB}" srcOrd="0" destOrd="0" presId="urn:microsoft.com/office/officeart/2018/2/layout/IconCircleList"/>
    <dgm:cxn modelId="{2161663A-9C2D-47EF-8502-CFA9A3B565B0}" type="presParOf" srcId="{A8852F10-0B33-4BE7-BE7F-9735BC871EB6}" destId="{A3E4B359-B45D-4111-BF91-01A73A4925FB}" srcOrd="1" destOrd="0" presId="urn:microsoft.com/office/officeart/2018/2/layout/IconCircleList"/>
    <dgm:cxn modelId="{7D5A3BDD-D009-463F-B4F5-E5BAEB3AFDDE}" type="presParOf" srcId="{A8852F10-0B33-4BE7-BE7F-9735BC871EB6}" destId="{112D0527-BC37-48F9-B81D-211ADB94102D}" srcOrd="2" destOrd="0" presId="urn:microsoft.com/office/officeart/2018/2/layout/IconCircleList"/>
    <dgm:cxn modelId="{8C4B51CD-D849-4F34-AAA1-C9A958A39771}" type="presParOf" srcId="{A8852F10-0B33-4BE7-BE7F-9735BC871EB6}" destId="{C33DBCEE-A94C-4F43-B3CA-F0019A7CC294}" srcOrd="3" destOrd="0" presId="urn:microsoft.com/office/officeart/2018/2/layout/IconCircleList"/>
    <dgm:cxn modelId="{4C48763A-D1C1-47BE-B446-FB0C637E5435}" type="presParOf" srcId="{CDD8E925-5044-439E-B59F-6B7F33081180}" destId="{1C66070B-03D8-4D86-B054-706DC3821478}" srcOrd="3" destOrd="0" presId="urn:microsoft.com/office/officeart/2018/2/layout/IconCircleList"/>
    <dgm:cxn modelId="{2E125FC7-A8DE-4A41-9EF2-94823DD2EA80}" type="presParOf" srcId="{CDD8E925-5044-439E-B59F-6B7F33081180}" destId="{93AACA86-2226-4F52-AAC7-0D09DE60DD1B}" srcOrd="4" destOrd="0" presId="urn:microsoft.com/office/officeart/2018/2/layout/IconCircleList"/>
    <dgm:cxn modelId="{AC5C3192-0548-49B9-85CD-874F7862CE36}" type="presParOf" srcId="{93AACA86-2226-4F52-AAC7-0D09DE60DD1B}" destId="{1166374E-E37F-4FEB-BFA7-7A621FBCEB1A}" srcOrd="0" destOrd="0" presId="urn:microsoft.com/office/officeart/2018/2/layout/IconCircleList"/>
    <dgm:cxn modelId="{87B87917-BE74-4ACB-8FE1-011E958A9149}" type="presParOf" srcId="{93AACA86-2226-4F52-AAC7-0D09DE60DD1B}" destId="{D4EBD29A-35E4-4D21-85CA-006D58B0F7E9}" srcOrd="1" destOrd="0" presId="urn:microsoft.com/office/officeart/2018/2/layout/IconCircleList"/>
    <dgm:cxn modelId="{E6AB94A8-1265-485A-BBD6-BB5E598A68DB}" type="presParOf" srcId="{93AACA86-2226-4F52-AAC7-0D09DE60DD1B}" destId="{0853B8EF-26D1-429A-947C-387106C2F2EA}" srcOrd="2" destOrd="0" presId="urn:microsoft.com/office/officeart/2018/2/layout/IconCircleList"/>
    <dgm:cxn modelId="{E1320F9E-F2F9-495B-9700-0BACAB7E9C2B}" type="presParOf" srcId="{93AACA86-2226-4F52-AAC7-0D09DE60DD1B}" destId="{88200E2C-763F-43B1-A9DA-1A79128C3442}" srcOrd="3" destOrd="0" presId="urn:microsoft.com/office/officeart/2018/2/layout/IconCircleList"/>
    <dgm:cxn modelId="{C3D3363B-69C3-4087-9842-C9FA6D4E6DD4}" type="presParOf" srcId="{CDD8E925-5044-439E-B59F-6B7F33081180}" destId="{E28CAC01-F0F3-45CF-B806-DABBC74C7E1C}" srcOrd="5" destOrd="0" presId="urn:microsoft.com/office/officeart/2018/2/layout/IconCircleList"/>
    <dgm:cxn modelId="{392F4EE0-6160-4994-923E-5D1AAB6673FA}" type="presParOf" srcId="{CDD8E925-5044-439E-B59F-6B7F33081180}" destId="{BED92FC2-4B5B-42A0-A66F-5997CD35A1C8}" srcOrd="6" destOrd="0" presId="urn:microsoft.com/office/officeart/2018/2/layout/IconCircleList"/>
    <dgm:cxn modelId="{FE6782BA-2ABA-4CD7-851C-6AA2EAE24DD5}" type="presParOf" srcId="{BED92FC2-4B5B-42A0-A66F-5997CD35A1C8}" destId="{28C4837F-5250-4871-9F7D-8E152AE3A72E}" srcOrd="0" destOrd="0" presId="urn:microsoft.com/office/officeart/2018/2/layout/IconCircleList"/>
    <dgm:cxn modelId="{64C6DF2A-EB08-4B94-9B60-D454EE978670}" type="presParOf" srcId="{BED92FC2-4B5B-42A0-A66F-5997CD35A1C8}" destId="{0F1540C0-CC7A-4F7A-9739-D2026B03E6BD}" srcOrd="1" destOrd="0" presId="urn:microsoft.com/office/officeart/2018/2/layout/IconCircleList"/>
    <dgm:cxn modelId="{C12EFC8A-E045-427E-83BA-9473C51A3486}" type="presParOf" srcId="{BED92FC2-4B5B-42A0-A66F-5997CD35A1C8}" destId="{CB6B8A4E-460A-4F6A-A2CC-94C261B1DC22}" srcOrd="2" destOrd="0" presId="urn:microsoft.com/office/officeart/2018/2/layout/IconCircleList"/>
    <dgm:cxn modelId="{BC872556-7D54-490F-8D70-BAA4D0DC6920}" type="presParOf" srcId="{BED92FC2-4B5B-42A0-A66F-5997CD35A1C8}" destId="{7EED58FC-C12B-48E6-9560-E960B7137716}" srcOrd="3" destOrd="0" presId="urn:microsoft.com/office/officeart/2018/2/layout/IconCircleList"/>
    <dgm:cxn modelId="{5503F368-CDA9-4D7F-A04A-C916069AE854}" type="presParOf" srcId="{CDD8E925-5044-439E-B59F-6B7F33081180}" destId="{02C3FA7E-BAD6-499A-9D34-127E69498D47}" srcOrd="7" destOrd="0" presId="urn:microsoft.com/office/officeart/2018/2/layout/IconCircleList"/>
    <dgm:cxn modelId="{4691F578-9B41-41C9-9D2E-ABC10E867D76}" type="presParOf" srcId="{CDD8E925-5044-439E-B59F-6B7F33081180}" destId="{4C536FB8-76B2-4ECA-89D4-1E0F919EFC5F}" srcOrd="8" destOrd="0" presId="urn:microsoft.com/office/officeart/2018/2/layout/IconCircleList"/>
    <dgm:cxn modelId="{115D43C4-E8B7-4B45-BE48-4BF75528CCBC}" type="presParOf" srcId="{4C536FB8-76B2-4ECA-89D4-1E0F919EFC5F}" destId="{4B218E18-2CBF-4601-AC00-7382F81BC29B}" srcOrd="0" destOrd="0" presId="urn:microsoft.com/office/officeart/2018/2/layout/IconCircleList"/>
    <dgm:cxn modelId="{9F505B8E-59FB-4925-A098-705C69AD0A52}" type="presParOf" srcId="{4C536FB8-76B2-4ECA-89D4-1E0F919EFC5F}" destId="{CB1B1F15-768C-4D6B-8B13-5A1C9CE80843}" srcOrd="1" destOrd="0" presId="urn:microsoft.com/office/officeart/2018/2/layout/IconCircleList"/>
    <dgm:cxn modelId="{03E466EF-EF9F-46AF-8D8A-44983EE16207}" type="presParOf" srcId="{4C536FB8-76B2-4ECA-89D4-1E0F919EFC5F}" destId="{78053697-B168-4A9D-B8F4-C3F3A1247496}" srcOrd="2" destOrd="0" presId="urn:microsoft.com/office/officeart/2018/2/layout/IconCircleList"/>
    <dgm:cxn modelId="{434A278F-9E4B-4294-8AF7-A995C1CB45AC}" type="presParOf" srcId="{4C536FB8-76B2-4ECA-89D4-1E0F919EFC5F}" destId="{D80267CD-2C17-4960-9801-FC8C1992E533}" srcOrd="3" destOrd="0" presId="urn:microsoft.com/office/officeart/2018/2/layout/IconCircleList"/>
    <dgm:cxn modelId="{82012B7C-D0E4-4AC4-8C42-40FA44EAB4C9}" type="presParOf" srcId="{CDD8E925-5044-439E-B59F-6B7F33081180}" destId="{2F43F87D-5737-49EF-BED9-40B0AB87E148}" srcOrd="9" destOrd="0" presId="urn:microsoft.com/office/officeart/2018/2/layout/IconCircleList"/>
    <dgm:cxn modelId="{A266CED4-C4D3-42ED-BB70-59D74A32A469}" type="presParOf" srcId="{CDD8E925-5044-439E-B59F-6B7F33081180}" destId="{405FB080-E84E-4201-872B-B1D795E1F7AD}" srcOrd="10" destOrd="0" presId="urn:microsoft.com/office/officeart/2018/2/layout/IconCircleList"/>
    <dgm:cxn modelId="{AD45FE8A-9C33-48CB-8E05-C3A4CE242687}" type="presParOf" srcId="{405FB080-E84E-4201-872B-B1D795E1F7AD}" destId="{A2D30D27-0E28-44CA-B6A3-5B0DD447DBB7}" srcOrd="0" destOrd="0" presId="urn:microsoft.com/office/officeart/2018/2/layout/IconCircleList"/>
    <dgm:cxn modelId="{771C6461-0000-4139-914D-58B8071976EC}" type="presParOf" srcId="{405FB080-E84E-4201-872B-B1D795E1F7AD}" destId="{49203555-35E8-410A-8648-6AA21B5A4862}" srcOrd="1" destOrd="0" presId="urn:microsoft.com/office/officeart/2018/2/layout/IconCircleList"/>
    <dgm:cxn modelId="{A3F3AB2C-6D36-44B9-A10D-6812441D3BB5}" type="presParOf" srcId="{405FB080-E84E-4201-872B-B1D795E1F7AD}" destId="{BED88FD2-C8E4-4D60-B576-AD8332B1DDE1}" srcOrd="2" destOrd="0" presId="urn:microsoft.com/office/officeart/2018/2/layout/IconCircleList"/>
    <dgm:cxn modelId="{839F500E-7629-4199-9B30-F2825E9C8783}" type="presParOf" srcId="{405FB080-E84E-4201-872B-B1D795E1F7AD}" destId="{47CA7B4D-69D3-421E-BDFD-19ACF6AC56E3}" srcOrd="3" destOrd="0" presId="urn:microsoft.com/office/officeart/2018/2/layout/IconCircleList"/>
    <dgm:cxn modelId="{88A90268-E654-4859-B8D4-B1F5539AE4DB}" type="presParOf" srcId="{CDD8E925-5044-439E-B59F-6B7F33081180}" destId="{708F1259-9A96-48F8-AD06-F0A43B63EFBD}" srcOrd="11" destOrd="0" presId="urn:microsoft.com/office/officeart/2018/2/layout/IconCircleList"/>
    <dgm:cxn modelId="{991A4FA1-19FA-484D-B955-E9C003F2748C}" type="presParOf" srcId="{CDD8E925-5044-439E-B59F-6B7F33081180}" destId="{808E2155-4006-475D-89A9-62D6F122206B}" srcOrd="12" destOrd="0" presId="urn:microsoft.com/office/officeart/2018/2/layout/IconCircleList"/>
    <dgm:cxn modelId="{FA6EE596-6BD0-4B2E-AB77-BBDA672FD7FE}" type="presParOf" srcId="{808E2155-4006-475D-89A9-62D6F122206B}" destId="{5199128D-D151-445E-9B2F-EBE9DD9E6870}" srcOrd="0" destOrd="0" presId="urn:microsoft.com/office/officeart/2018/2/layout/IconCircleList"/>
    <dgm:cxn modelId="{88413DFF-4B1A-40DE-AFA2-161FA8A0EE42}" type="presParOf" srcId="{808E2155-4006-475D-89A9-62D6F122206B}" destId="{70938453-52BE-4DE4-8C6C-F11ED2936900}" srcOrd="1" destOrd="0" presId="urn:microsoft.com/office/officeart/2018/2/layout/IconCircleList"/>
    <dgm:cxn modelId="{88F1F0F2-EC4D-4BDA-A233-DCA95CBA66B5}" type="presParOf" srcId="{808E2155-4006-475D-89A9-62D6F122206B}" destId="{1FEAE5C4-FC58-4ACF-8D2E-0AFE4C5B737D}" srcOrd="2" destOrd="0" presId="urn:microsoft.com/office/officeart/2018/2/layout/IconCircleList"/>
    <dgm:cxn modelId="{AF2E6E37-8223-4FAC-9FFB-783637962C5C}" type="presParOf" srcId="{808E2155-4006-475D-89A9-62D6F122206B}" destId="{A2AA462D-E301-4171-8164-27F1A338E8B8}" srcOrd="3" destOrd="0" presId="urn:microsoft.com/office/officeart/2018/2/layout/IconCircleList"/>
    <dgm:cxn modelId="{A182D9C5-81AB-4572-9A3B-B72A847B23E2}" type="presParOf" srcId="{CDD8E925-5044-439E-B59F-6B7F33081180}" destId="{432E35CF-F59E-429C-A740-E42B2BFA71C7}" srcOrd="13" destOrd="0" presId="urn:microsoft.com/office/officeart/2018/2/layout/IconCircleList"/>
    <dgm:cxn modelId="{0D90BA5A-5865-482C-BBBB-204C57E1038D}" type="presParOf" srcId="{CDD8E925-5044-439E-B59F-6B7F33081180}" destId="{B847E644-6134-4137-904A-185477BA8F55}" srcOrd="14" destOrd="0" presId="urn:microsoft.com/office/officeart/2018/2/layout/IconCircleList"/>
    <dgm:cxn modelId="{35533981-6EBA-4BB0-AD21-6B2AA9F01236}" type="presParOf" srcId="{B847E644-6134-4137-904A-185477BA8F55}" destId="{4A82771A-0933-4C66-AFED-180436B99A2F}" srcOrd="0" destOrd="0" presId="urn:microsoft.com/office/officeart/2018/2/layout/IconCircleList"/>
    <dgm:cxn modelId="{EA0A6971-3FDA-4170-B6A3-1E1CD8AF6B06}" type="presParOf" srcId="{B847E644-6134-4137-904A-185477BA8F55}" destId="{C0367AE6-027F-4153-BE6D-C5089733D4A1}" srcOrd="1" destOrd="0" presId="urn:microsoft.com/office/officeart/2018/2/layout/IconCircleList"/>
    <dgm:cxn modelId="{AF0A2C92-E569-449E-BC87-CC7804F85BDC}" type="presParOf" srcId="{B847E644-6134-4137-904A-185477BA8F55}" destId="{F4614942-E784-4E25-95E5-11DCE175E87B}" srcOrd="2" destOrd="0" presId="urn:microsoft.com/office/officeart/2018/2/layout/IconCircleList"/>
    <dgm:cxn modelId="{3157D049-3F3E-406B-90D4-182F9DB2340D}" type="presParOf" srcId="{B847E644-6134-4137-904A-185477BA8F55}" destId="{A8C58C4C-84A5-4F23-9557-6DDE3A24A220}" srcOrd="3" destOrd="0" presId="urn:microsoft.com/office/officeart/2018/2/layout/IconCircle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71739A53-D9E1-4E07-8566-07137A64CC43}" type="doc">
      <dgm:prSet loTypeId="urn:microsoft.com/office/officeart/2018/2/layout/IconCircleList" loCatId="icon" qsTypeId="urn:microsoft.com/office/officeart/2005/8/quickstyle/simple1" qsCatId="simple" csTypeId="urn:microsoft.com/office/officeart/2018/5/colors/Iconchunking_neutralicon_colorful1" csCatId="colorful" phldr="1"/>
      <dgm:spPr/>
      <dgm:t>
        <a:bodyPr/>
        <a:lstStyle/>
        <a:p>
          <a:endParaRPr lang="en-US"/>
        </a:p>
      </dgm:t>
    </dgm:pt>
    <dgm:pt modelId="{7FB90C7C-E320-43B2-9CF7-27695A2EAF75}">
      <dgm:prSet custT="1"/>
      <dgm:spPr/>
      <dgm:t>
        <a:bodyPr/>
        <a:lstStyle/>
        <a:p>
          <a:pPr>
            <a:lnSpc>
              <a:spcPct val="100000"/>
            </a:lnSpc>
          </a:pPr>
          <a:r>
            <a:rPr lang="en-IN" sz="1400" b="1"/>
            <a:t>Proactive Interventions: </a:t>
          </a:r>
          <a:r>
            <a:rPr lang="en-IN" sz="1400"/>
            <a:t>By predicting obesity risks, businesses and healthcare providers can intervene early, reducing long-term health complications.</a:t>
          </a:r>
          <a:endParaRPr lang="en-US" sz="1400"/>
        </a:p>
      </dgm:t>
    </dgm:pt>
    <dgm:pt modelId="{C78C8EC7-9B5F-4537-83F7-ECFABEB77BB3}" type="parTrans" cxnId="{DE19153C-F2B8-4C36-8398-C0193218D11B}">
      <dgm:prSet/>
      <dgm:spPr/>
      <dgm:t>
        <a:bodyPr/>
        <a:lstStyle/>
        <a:p>
          <a:endParaRPr lang="en-US"/>
        </a:p>
      </dgm:t>
    </dgm:pt>
    <dgm:pt modelId="{BE54FF98-BB54-46C6-99A9-AA3FCF553DD3}" type="sibTrans" cxnId="{DE19153C-F2B8-4C36-8398-C0193218D11B}">
      <dgm:prSet/>
      <dgm:spPr/>
      <dgm:t>
        <a:bodyPr/>
        <a:lstStyle/>
        <a:p>
          <a:pPr>
            <a:lnSpc>
              <a:spcPct val="100000"/>
            </a:lnSpc>
          </a:pPr>
          <a:endParaRPr lang="en-US"/>
        </a:p>
      </dgm:t>
    </dgm:pt>
    <dgm:pt modelId="{79ABB04C-4D3F-44C7-895D-A41E335A6C6B}">
      <dgm:prSet/>
      <dgm:spPr/>
      <dgm:t>
        <a:bodyPr/>
        <a:lstStyle/>
        <a:p>
          <a:pPr>
            <a:lnSpc>
              <a:spcPct val="100000"/>
            </a:lnSpc>
          </a:pPr>
          <a:r>
            <a:rPr lang="en-IN" b="1"/>
            <a:t>Efficient Resource Allocation: </a:t>
          </a:r>
          <a:r>
            <a:rPr lang="en-IN"/>
            <a:t>Insights from data analysis can help organizations and policymakers focus resources where they are most needed, such as high-risk demographics.</a:t>
          </a:r>
          <a:endParaRPr lang="en-US"/>
        </a:p>
      </dgm:t>
    </dgm:pt>
    <dgm:pt modelId="{FDAD1CDA-7991-413E-A645-2D20BFF876E7}" type="parTrans" cxnId="{42A41134-BE8D-4956-872B-6E9117FE642A}">
      <dgm:prSet/>
      <dgm:spPr/>
      <dgm:t>
        <a:bodyPr/>
        <a:lstStyle/>
        <a:p>
          <a:endParaRPr lang="en-US"/>
        </a:p>
      </dgm:t>
    </dgm:pt>
    <dgm:pt modelId="{090E52DE-2FD6-41E5-8914-243C9B1F3FC5}" type="sibTrans" cxnId="{42A41134-BE8D-4956-872B-6E9117FE642A}">
      <dgm:prSet/>
      <dgm:spPr/>
      <dgm:t>
        <a:bodyPr/>
        <a:lstStyle/>
        <a:p>
          <a:pPr>
            <a:lnSpc>
              <a:spcPct val="100000"/>
            </a:lnSpc>
          </a:pPr>
          <a:endParaRPr lang="en-US"/>
        </a:p>
      </dgm:t>
    </dgm:pt>
    <dgm:pt modelId="{23F51A77-690B-4C55-B9D7-4986873F3391}">
      <dgm:prSet/>
      <dgm:spPr/>
      <dgm:t>
        <a:bodyPr/>
        <a:lstStyle/>
        <a:p>
          <a:pPr>
            <a:lnSpc>
              <a:spcPct val="100000"/>
            </a:lnSpc>
          </a:pPr>
          <a:r>
            <a:rPr lang="en-IN" b="1"/>
            <a:t>Personalized Strategies: </a:t>
          </a:r>
          <a:r>
            <a:rPr lang="en-IN"/>
            <a:t>Data-driven insights can tailor wellness programs and dietary recommendations, increasing their effectiveness.</a:t>
          </a:r>
          <a:endParaRPr lang="en-US"/>
        </a:p>
      </dgm:t>
    </dgm:pt>
    <dgm:pt modelId="{100F1C71-07D8-4E82-B105-331965CC6CF6}" type="parTrans" cxnId="{8267FF11-463A-4E83-A94B-26DC83761D5A}">
      <dgm:prSet/>
      <dgm:spPr/>
      <dgm:t>
        <a:bodyPr/>
        <a:lstStyle/>
        <a:p>
          <a:endParaRPr lang="en-US"/>
        </a:p>
      </dgm:t>
    </dgm:pt>
    <dgm:pt modelId="{62427381-C3FF-4F68-B356-1BAA9EEC1B6D}" type="sibTrans" cxnId="{8267FF11-463A-4E83-A94B-26DC83761D5A}">
      <dgm:prSet/>
      <dgm:spPr/>
      <dgm:t>
        <a:bodyPr/>
        <a:lstStyle/>
        <a:p>
          <a:pPr>
            <a:lnSpc>
              <a:spcPct val="100000"/>
            </a:lnSpc>
          </a:pPr>
          <a:endParaRPr lang="en-US"/>
        </a:p>
      </dgm:t>
    </dgm:pt>
    <dgm:pt modelId="{F7E13698-496F-4FC6-8A17-52158D0789DD}">
      <dgm:prSet/>
      <dgm:spPr/>
      <dgm:t>
        <a:bodyPr/>
        <a:lstStyle/>
        <a:p>
          <a:pPr>
            <a:lnSpc>
              <a:spcPct val="100000"/>
            </a:lnSpc>
          </a:pPr>
          <a:r>
            <a:rPr lang="en-IN" b="1"/>
            <a:t>Trend Analysis: </a:t>
          </a:r>
          <a:r>
            <a:rPr lang="en-IN"/>
            <a:t>Organizations can monitor obesity trends across various regions, demographics, and age groups, enabling better decision-making for product or service delivery.</a:t>
          </a:r>
          <a:endParaRPr lang="en-US"/>
        </a:p>
      </dgm:t>
    </dgm:pt>
    <dgm:pt modelId="{91729A40-CE0F-4FBF-BE00-2F3B963B661E}" type="parTrans" cxnId="{A1EE998E-B1C9-4EED-8AE7-5F2B97CD76B5}">
      <dgm:prSet/>
      <dgm:spPr/>
      <dgm:t>
        <a:bodyPr/>
        <a:lstStyle/>
        <a:p>
          <a:endParaRPr lang="en-US"/>
        </a:p>
      </dgm:t>
    </dgm:pt>
    <dgm:pt modelId="{512F39C8-BE56-4C3B-A1AD-994BD6ECB991}" type="sibTrans" cxnId="{A1EE998E-B1C9-4EED-8AE7-5F2B97CD76B5}">
      <dgm:prSet/>
      <dgm:spPr/>
      <dgm:t>
        <a:bodyPr/>
        <a:lstStyle/>
        <a:p>
          <a:endParaRPr lang="en-US"/>
        </a:p>
      </dgm:t>
    </dgm:pt>
    <dgm:pt modelId="{5EB8D988-6E18-4734-A330-77BC358555D6}" type="pres">
      <dgm:prSet presAssocID="{71739A53-D9E1-4E07-8566-07137A64CC43}" presName="root" presStyleCnt="0">
        <dgm:presLayoutVars>
          <dgm:dir/>
          <dgm:resizeHandles val="exact"/>
        </dgm:presLayoutVars>
      </dgm:prSet>
      <dgm:spPr/>
    </dgm:pt>
    <dgm:pt modelId="{D6B1D515-1141-4DA3-8736-1BD6B62B358B}" type="pres">
      <dgm:prSet presAssocID="{71739A53-D9E1-4E07-8566-07137A64CC43}" presName="container" presStyleCnt="0">
        <dgm:presLayoutVars>
          <dgm:dir/>
          <dgm:resizeHandles val="exact"/>
        </dgm:presLayoutVars>
      </dgm:prSet>
      <dgm:spPr/>
    </dgm:pt>
    <dgm:pt modelId="{C1C2E617-A219-4F82-8197-75C5EC20EB11}" type="pres">
      <dgm:prSet presAssocID="{7FB90C7C-E320-43B2-9CF7-27695A2EAF75}" presName="compNode" presStyleCnt="0"/>
      <dgm:spPr/>
    </dgm:pt>
    <dgm:pt modelId="{B7560745-324A-452B-B5D4-3D3BB038291A}" type="pres">
      <dgm:prSet presAssocID="{7FB90C7C-E320-43B2-9CF7-27695A2EAF75}" presName="iconBgRect" presStyleLbl="bgShp" presStyleIdx="0" presStyleCnt="4"/>
      <dgm:spPr/>
    </dgm:pt>
    <dgm:pt modelId="{F8AB947C-8E9D-471C-A365-CC8280EAE76E}" type="pres">
      <dgm:prSet presAssocID="{7FB90C7C-E320-43B2-9CF7-27695A2EAF75}"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Fruit Bowl"/>
        </a:ext>
      </dgm:extLst>
    </dgm:pt>
    <dgm:pt modelId="{BA65F722-78C6-468F-A032-1CF33CFDD9FF}" type="pres">
      <dgm:prSet presAssocID="{7FB90C7C-E320-43B2-9CF7-27695A2EAF75}" presName="spaceRect" presStyleCnt="0"/>
      <dgm:spPr/>
    </dgm:pt>
    <dgm:pt modelId="{208B7C62-7230-4B27-8D3E-7D37FCF963D6}" type="pres">
      <dgm:prSet presAssocID="{7FB90C7C-E320-43B2-9CF7-27695A2EAF75}" presName="textRect" presStyleLbl="revTx" presStyleIdx="0" presStyleCnt="4">
        <dgm:presLayoutVars>
          <dgm:chMax val="1"/>
          <dgm:chPref val="1"/>
        </dgm:presLayoutVars>
      </dgm:prSet>
      <dgm:spPr/>
    </dgm:pt>
    <dgm:pt modelId="{D9DFFBF1-39F3-4474-8BCB-B3C4DEF0939E}" type="pres">
      <dgm:prSet presAssocID="{BE54FF98-BB54-46C6-99A9-AA3FCF553DD3}" presName="sibTrans" presStyleLbl="sibTrans2D1" presStyleIdx="0" presStyleCnt="0"/>
      <dgm:spPr/>
    </dgm:pt>
    <dgm:pt modelId="{58F5C6CE-75AA-44C0-A1EF-4A6F0F35B918}" type="pres">
      <dgm:prSet presAssocID="{79ABB04C-4D3F-44C7-895D-A41E335A6C6B}" presName="compNode" presStyleCnt="0"/>
      <dgm:spPr/>
    </dgm:pt>
    <dgm:pt modelId="{2919FFE9-4553-409F-B168-05AA9C3CFF07}" type="pres">
      <dgm:prSet presAssocID="{79ABB04C-4D3F-44C7-895D-A41E335A6C6B}" presName="iconBgRect" presStyleLbl="bgShp" presStyleIdx="1" presStyleCnt="4"/>
      <dgm:spPr/>
    </dgm:pt>
    <dgm:pt modelId="{0F7A7F25-DC41-41D5-8946-D6C2AD8833DB}" type="pres">
      <dgm:prSet presAssocID="{79ABB04C-4D3F-44C7-895D-A41E335A6C6B}"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Statistics"/>
        </a:ext>
      </dgm:extLst>
    </dgm:pt>
    <dgm:pt modelId="{2D191BBE-C52C-4C84-80FA-5D3009F02A1D}" type="pres">
      <dgm:prSet presAssocID="{79ABB04C-4D3F-44C7-895D-A41E335A6C6B}" presName="spaceRect" presStyleCnt="0"/>
      <dgm:spPr/>
    </dgm:pt>
    <dgm:pt modelId="{FA6DDEAC-25C1-49EA-83DD-8C395BA4709D}" type="pres">
      <dgm:prSet presAssocID="{79ABB04C-4D3F-44C7-895D-A41E335A6C6B}" presName="textRect" presStyleLbl="revTx" presStyleIdx="1" presStyleCnt="4">
        <dgm:presLayoutVars>
          <dgm:chMax val="1"/>
          <dgm:chPref val="1"/>
        </dgm:presLayoutVars>
      </dgm:prSet>
      <dgm:spPr/>
    </dgm:pt>
    <dgm:pt modelId="{46165DB5-BB25-4FE1-9E04-A0A277ECF4F8}" type="pres">
      <dgm:prSet presAssocID="{090E52DE-2FD6-41E5-8914-243C9B1F3FC5}" presName="sibTrans" presStyleLbl="sibTrans2D1" presStyleIdx="0" presStyleCnt="0"/>
      <dgm:spPr/>
    </dgm:pt>
    <dgm:pt modelId="{63E9E442-7925-4AC5-954B-41A398D2822E}" type="pres">
      <dgm:prSet presAssocID="{23F51A77-690B-4C55-B9D7-4986873F3391}" presName="compNode" presStyleCnt="0"/>
      <dgm:spPr/>
    </dgm:pt>
    <dgm:pt modelId="{C14B21B5-4BAF-48DC-B70D-3ADBCE6E44B8}" type="pres">
      <dgm:prSet presAssocID="{23F51A77-690B-4C55-B9D7-4986873F3391}" presName="iconBgRect" presStyleLbl="bgShp" presStyleIdx="2" presStyleCnt="4"/>
      <dgm:spPr/>
    </dgm:pt>
    <dgm:pt modelId="{CDC1B277-A3D8-4849-A430-14D14C7DFCE4}" type="pres">
      <dgm:prSet presAssocID="{23F51A77-690B-4C55-B9D7-4986873F3391}"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Avocado"/>
        </a:ext>
      </dgm:extLst>
    </dgm:pt>
    <dgm:pt modelId="{5DC9EF83-FC25-4831-90B0-CFCCEBC91859}" type="pres">
      <dgm:prSet presAssocID="{23F51A77-690B-4C55-B9D7-4986873F3391}" presName="spaceRect" presStyleCnt="0"/>
      <dgm:spPr/>
    </dgm:pt>
    <dgm:pt modelId="{5F7D1B2B-D32A-4690-8E4F-D8C3784F0726}" type="pres">
      <dgm:prSet presAssocID="{23F51A77-690B-4C55-B9D7-4986873F3391}" presName="textRect" presStyleLbl="revTx" presStyleIdx="2" presStyleCnt="4">
        <dgm:presLayoutVars>
          <dgm:chMax val="1"/>
          <dgm:chPref val="1"/>
        </dgm:presLayoutVars>
      </dgm:prSet>
      <dgm:spPr/>
    </dgm:pt>
    <dgm:pt modelId="{3923FECD-78EF-4522-91C2-EF28C758F118}" type="pres">
      <dgm:prSet presAssocID="{62427381-C3FF-4F68-B356-1BAA9EEC1B6D}" presName="sibTrans" presStyleLbl="sibTrans2D1" presStyleIdx="0" presStyleCnt="0"/>
      <dgm:spPr/>
    </dgm:pt>
    <dgm:pt modelId="{2D94A56B-F742-4687-A399-7E091F844F6F}" type="pres">
      <dgm:prSet presAssocID="{F7E13698-496F-4FC6-8A17-52158D0789DD}" presName="compNode" presStyleCnt="0"/>
      <dgm:spPr/>
    </dgm:pt>
    <dgm:pt modelId="{1A4229CA-71B1-46B0-BEF6-137016BC6AA4}" type="pres">
      <dgm:prSet presAssocID="{F7E13698-496F-4FC6-8A17-52158D0789DD}" presName="iconBgRect" presStyleLbl="bgShp" presStyleIdx="3" presStyleCnt="4"/>
      <dgm:spPr/>
    </dgm:pt>
    <dgm:pt modelId="{2343452F-53E8-4922-9C00-30999DEC2603}" type="pres">
      <dgm:prSet presAssocID="{F7E13698-496F-4FC6-8A17-52158D0789DD}"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Business Growth"/>
        </a:ext>
      </dgm:extLst>
    </dgm:pt>
    <dgm:pt modelId="{19F9175C-8DF1-4427-B0C0-D445565FC2C3}" type="pres">
      <dgm:prSet presAssocID="{F7E13698-496F-4FC6-8A17-52158D0789DD}" presName="spaceRect" presStyleCnt="0"/>
      <dgm:spPr/>
    </dgm:pt>
    <dgm:pt modelId="{2E1B9018-D04F-49A1-A35B-75F85FA92974}" type="pres">
      <dgm:prSet presAssocID="{F7E13698-496F-4FC6-8A17-52158D0789DD}" presName="textRect" presStyleLbl="revTx" presStyleIdx="3" presStyleCnt="4">
        <dgm:presLayoutVars>
          <dgm:chMax val="1"/>
          <dgm:chPref val="1"/>
        </dgm:presLayoutVars>
      </dgm:prSet>
      <dgm:spPr/>
    </dgm:pt>
  </dgm:ptLst>
  <dgm:cxnLst>
    <dgm:cxn modelId="{8267FF11-463A-4E83-A94B-26DC83761D5A}" srcId="{71739A53-D9E1-4E07-8566-07137A64CC43}" destId="{23F51A77-690B-4C55-B9D7-4986873F3391}" srcOrd="2" destOrd="0" parTransId="{100F1C71-07D8-4E82-B105-331965CC6CF6}" sibTransId="{62427381-C3FF-4F68-B356-1BAA9EEC1B6D}"/>
    <dgm:cxn modelId="{D730061C-7BC8-4103-BDBF-BF27AB8A60CB}" type="presOf" srcId="{BE54FF98-BB54-46C6-99A9-AA3FCF553DD3}" destId="{D9DFFBF1-39F3-4474-8BCB-B3C4DEF0939E}" srcOrd="0" destOrd="0" presId="urn:microsoft.com/office/officeart/2018/2/layout/IconCircleList"/>
    <dgm:cxn modelId="{04308328-2AE6-4DB6-B101-0593EABBAE8D}" type="presOf" srcId="{79ABB04C-4D3F-44C7-895D-A41E335A6C6B}" destId="{FA6DDEAC-25C1-49EA-83DD-8C395BA4709D}" srcOrd="0" destOrd="0" presId="urn:microsoft.com/office/officeart/2018/2/layout/IconCircleList"/>
    <dgm:cxn modelId="{42A41134-BE8D-4956-872B-6E9117FE642A}" srcId="{71739A53-D9E1-4E07-8566-07137A64CC43}" destId="{79ABB04C-4D3F-44C7-895D-A41E335A6C6B}" srcOrd="1" destOrd="0" parTransId="{FDAD1CDA-7991-413E-A645-2D20BFF876E7}" sibTransId="{090E52DE-2FD6-41E5-8914-243C9B1F3FC5}"/>
    <dgm:cxn modelId="{DE19153C-F2B8-4C36-8398-C0193218D11B}" srcId="{71739A53-D9E1-4E07-8566-07137A64CC43}" destId="{7FB90C7C-E320-43B2-9CF7-27695A2EAF75}" srcOrd="0" destOrd="0" parTransId="{C78C8EC7-9B5F-4537-83F7-ECFABEB77BB3}" sibTransId="{BE54FF98-BB54-46C6-99A9-AA3FCF553DD3}"/>
    <dgm:cxn modelId="{23BA294D-A28C-49BD-A07D-959A74572A5C}" type="presOf" srcId="{62427381-C3FF-4F68-B356-1BAA9EEC1B6D}" destId="{3923FECD-78EF-4522-91C2-EF28C758F118}" srcOrd="0" destOrd="0" presId="urn:microsoft.com/office/officeart/2018/2/layout/IconCircleList"/>
    <dgm:cxn modelId="{4C961170-FA64-461B-812E-EDBE86D8FE48}" type="presOf" srcId="{23F51A77-690B-4C55-B9D7-4986873F3391}" destId="{5F7D1B2B-D32A-4690-8E4F-D8C3784F0726}" srcOrd="0" destOrd="0" presId="urn:microsoft.com/office/officeart/2018/2/layout/IconCircleList"/>
    <dgm:cxn modelId="{A1EE998E-B1C9-4EED-8AE7-5F2B97CD76B5}" srcId="{71739A53-D9E1-4E07-8566-07137A64CC43}" destId="{F7E13698-496F-4FC6-8A17-52158D0789DD}" srcOrd="3" destOrd="0" parTransId="{91729A40-CE0F-4FBF-BE00-2F3B963B661E}" sibTransId="{512F39C8-BE56-4C3B-A1AD-994BD6ECB991}"/>
    <dgm:cxn modelId="{8774ABA2-E6DD-4AEF-B41A-8F80EA579641}" type="presOf" srcId="{71739A53-D9E1-4E07-8566-07137A64CC43}" destId="{5EB8D988-6E18-4734-A330-77BC358555D6}" srcOrd="0" destOrd="0" presId="urn:microsoft.com/office/officeart/2018/2/layout/IconCircleList"/>
    <dgm:cxn modelId="{F6C369B7-AD65-4F15-ACA5-BF6F120B9E6B}" type="presOf" srcId="{7FB90C7C-E320-43B2-9CF7-27695A2EAF75}" destId="{208B7C62-7230-4B27-8D3E-7D37FCF963D6}" srcOrd="0" destOrd="0" presId="urn:microsoft.com/office/officeart/2018/2/layout/IconCircleList"/>
    <dgm:cxn modelId="{FE763FB9-F0BA-48BB-B1D0-5DA9C179C5EB}" type="presOf" srcId="{090E52DE-2FD6-41E5-8914-243C9B1F3FC5}" destId="{46165DB5-BB25-4FE1-9E04-A0A277ECF4F8}" srcOrd="0" destOrd="0" presId="urn:microsoft.com/office/officeart/2018/2/layout/IconCircleList"/>
    <dgm:cxn modelId="{ACC1D2C4-F556-4790-8A5C-8BCCDF8EFC0B}" type="presOf" srcId="{F7E13698-496F-4FC6-8A17-52158D0789DD}" destId="{2E1B9018-D04F-49A1-A35B-75F85FA92974}" srcOrd="0" destOrd="0" presId="urn:microsoft.com/office/officeart/2018/2/layout/IconCircleList"/>
    <dgm:cxn modelId="{E068B45C-04C8-4AE5-A5C9-40A13E89F576}" type="presParOf" srcId="{5EB8D988-6E18-4734-A330-77BC358555D6}" destId="{D6B1D515-1141-4DA3-8736-1BD6B62B358B}" srcOrd="0" destOrd="0" presId="urn:microsoft.com/office/officeart/2018/2/layout/IconCircleList"/>
    <dgm:cxn modelId="{10C98751-6176-48A7-94A5-002A988DDA52}" type="presParOf" srcId="{D6B1D515-1141-4DA3-8736-1BD6B62B358B}" destId="{C1C2E617-A219-4F82-8197-75C5EC20EB11}" srcOrd="0" destOrd="0" presId="urn:microsoft.com/office/officeart/2018/2/layout/IconCircleList"/>
    <dgm:cxn modelId="{1DEB0EF9-5333-4C47-AB0E-366CB982CF42}" type="presParOf" srcId="{C1C2E617-A219-4F82-8197-75C5EC20EB11}" destId="{B7560745-324A-452B-B5D4-3D3BB038291A}" srcOrd="0" destOrd="0" presId="urn:microsoft.com/office/officeart/2018/2/layout/IconCircleList"/>
    <dgm:cxn modelId="{EBC30279-4517-42CC-8D74-1EBFEA9CE015}" type="presParOf" srcId="{C1C2E617-A219-4F82-8197-75C5EC20EB11}" destId="{F8AB947C-8E9D-471C-A365-CC8280EAE76E}" srcOrd="1" destOrd="0" presId="urn:microsoft.com/office/officeart/2018/2/layout/IconCircleList"/>
    <dgm:cxn modelId="{482F0CB2-FC7F-4B33-AA29-286EA3F161AA}" type="presParOf" srcId="{C1C2E617-A219-4F82-8197-75C5EC20EB11}" destId="{BA65F722-78C6-468F-A032-1CF33CFDD9FF}" srcOrd="2" destOrd="0" presId="urn:microsoft.com/office/officeart/2018/2/layout/IconCircleList"/>
    <dgm:cxn modelId="{42DECEF0-94D9-485C-8E79-2824364D929B}" type="presParOf" srcId="{C1C2E617-A219-4F82-8197-75C5EC20EB11}" destId="{208B7C62-7230-4B27-8D3E-7D37FCF963D6}" srcOrd="3" destOrd="0" presId="urn:microsoft.com/office/officeart/2018/2/layout/IconCircleList"/>
    <dgm:cxn modelId="{08BAE006-4054-4F1C-A535-70405A8478FB}" type="presParOf" srcId="{D6B1D515-1141-4DA3-8736-1BD6B62B358B}" destId="{D9DFFBF1-39F3-4474-8BCB-B3C4DEF0939E}" srcOrd="1" destOrd="0" presId="urn:microsoft.com/office/officeart/2018/2/layout/IconCircleList"/>
    <dgm:cxn modelId="{9AA9BFC1-F8E8-4342-A20D-E2694908A97C}" type="presParOf" srcId="{D6B1D515-1141-4DA3-8736-1BD6B62B358B}" destId="{58F5C6CE-75AA-44C0-A1EF-4A6F0F35B918}" srcOrd="2" destOrd="0" presId="urn:microsoft.com/office/officeart/2018/2/layout/IconCircleList"/>
    <dgm:cxn modelId="{2DD545EE-AB7F-4BBF-929D-CFE8F82BDA71}" type="presParOf" srcId="{58F5C6CE-75AA-44C0-A1EF-4A6F0F35B918}" destId="{2919FFE9-4553-409F-B168-05AA9C3CFF07}" srcOrd="0" destOrd="0" presId="urn:microsoft.com/office/officeart/2018/2/layout/IconCircleList"/>
    <dgm:cxn modelId="{F92712E2-D6E6-4153-A94F-98F2A2FE17BE}" type="presParOf" srcId="{58F5C6CE-75AA-44C0-A1EF-4A6F0F35B918}" destId="{0F7A7F25-DC41-41D5-8946-D6C2AD8833DB}" srcOrd="1" destOrd="0" presId="urn:microsoft.com/office/officeart/2018/2/layout/IconCircleList"/>
    <dgm:cxn modelId="{E9364A53-4F25-4BAA-98F3-C273654631CD}" type="presParOf" srcId="{58F5C6CE-75AA-44C0-A1EF-4A6F0F35B918}" destId="{2D191BBE-C52C-4C84-80FA-5D3009F02A1D}" srcOrd="2" destOrd="0" presId="urn:microsoft.com/office/officeart/2018/2/layout/IconCircleList"/>
    <dgm:cxn modelId="{5C191FCB-7B31-4188-AF80-5D982C9D4E85}" type="presParOf" srcId="{58F5C6CE-75AA-44C0-A1EF-4A6F0F35B918}" destId="{FA6DDEAC-25C1-49EA-83DD-8C395BA4709D}" srcOrd="3" destOrd="0" presId="urn:microsoft.com/office/officeart/2018/2/layout/IconCircleList"/>
    <dgm:cxn modelId="{0EAE9BDA-909A-48D7-8C62-8C1B14E38647}" type="presParOf" srcId="{D6B1D515-1141-4DA3-8736-1BD6B62B358B}" destId="{46165DB5-BB25-4FE1-9E04-A0A277ECF4F8}" srcOrd="3" destOrd="0" presId="urn:microsoft.com/office/officeart/2018/2/layout/IconCircleList"/>
    <dgm:cxn modelId="{F5BFB368-95E7-45D1-9585-4B999AEC4A1A}" type="presParOf" srcId="{D6B1D515-1141-4DA3-8736-1BD6B62B358B}" destId="{63E9E442-7925-4AC5-954B-41A398D2822E}" srcOrd="4" destOrd="0" presId="urn:microsoft.com/office/officeart/2018/2/layout/IconCircleList"/>
    <dgm:cxn modelId="{4AC3D494-7957-4AEF-899C-35F223C1FF14}" type="presParOf" srcId="{63E9E442-7925-4AC5-954B-41A398D2822E}" destId="{C14B21B5-4BAF-48DC-B70D-3ADBCE6E44B8}" srcOrd="0" destOrd="0" presId="urn:microsoft.com/office/officeart/2018/2/layout/IconCircleList"/>
    <dgm:cxn modelId="{7EF6CC30-F6E8-470A-A738-16C03F31CF78}" type="presParOf" srcId="{63E9E442-7925-4AC5-954B-41A398D2822E}" destId="{CDC1B277-A3D8-4849-A430-14D14C7DFCE4}" srcOrd="1" destOrd="0" presId="urn:microsoft.com/office/officeart/2018/2/layout/IconCircleList"/>
    <dgm:cxn modelId="{588C9657-1199-4C9E-A0A7-1BA5154CA15D}" type="presParOf" srcId="{63E9E442-7925-4AC5-954B-41A398D2822E}" destId="{5DC9EF83-FC25-4831-90B0-CFCCEBC91859}" srcOrd="2" destOrd="0" presId="urn:microsoft.com/office/officeart/2018/2/layout/IconCircleList"/>
    <dgm:cxn modelId="{E61B8BC0-D784-451F-A492-2A9560F76721}" type="presParOf" srcId="{63E9E442-7925-4AC5-954B-41A398D2822E}" destId="{5F7D1B2B-D32A-4690-8E4F-D8C3784F0726}" srcOrd="3" destOrd="0" presId="urn:microsoft.com/office/officeart/2018/2/layout/IconCircleList"/>
    <dgm:cxn modelId="{D224CC0B-E84B-4047-9E55-0BA3A2AEE384}" type="presParOf" srcId="{D6B1D515-1141-4DA3-8736-1BD6B62B358B}" destId="{3923FECD-78EF-4522-91C2-EF28C758F118}" srcOrd="5" destOrd="0" presId="urn:microsoft.com/office/officeart/2018/2/layout/IconCircleList"/>
    <dgm:cxn modelId="{8D250F57-C63B-47FD-A9AF-5798967B3301}" type="presParOf" srcId="{D6B1D515-1141-4DA3-8736-1BD6B62B358B}" destId="{2D94A56B-F742-4687-A399-7E091F844F6F}" srcOrd="6" destOrd="0" presId="urn:microsoft.com/office/officeart/2018/2/layout/IconCircleList"/>
    <dgm:cxn modelId="{2778D1AE-ED21-420F-B947-7CFF860E6AFF}" type="presParOf" srcId="{2D94A56B-F742-4687-A399-7E091F844F6F}" destId="{1A4229CA-71B1-46B0-BEF6-137016BC6AA4}" srcOrd="0" destOrd="0" presId="urn:microsoft.com/office/officeart/2018/2/layout/IconCircleList"/>
    <dgm:cxn modelId="{2CA7A1F4-3EC1-47A1-98F3-00042DD22165}" type="presParOf" srcId="{2D94A56B-F742-4687-A399-7E091F844F6F}" destId="{2343452F-53E8-4922-9C00-30999DEC2603}" srcOrd="1" destOrd="0" presId="urn:microsoft.com/office/officeart/2018/2/layout/IconCircleList"/>
    <dgm:cxn modelId="{2FEE7D1C-9931-4C05-90AC-B1ACA402E865}" type="presParOf" srcId="{2D94A56B-F742-4687-A399-7E091F844F6F}" destId="{19F9175C-8DF1-4427-B0C0-D445565FC2C3}" srcOrd="2" destOrd="0" presId="urn:microsoft.com/office/officeart/2018/2/layout/IconCircleList"/>
    <dgm:cxn modelId="{858B2923-6AB0-46C7-9B4F-993C21513DB8}" type="presParOf" srcId="{2D94A56B-F742-4687-A399-7E091F844F6F}" destId="{2E1B9018-D04F-49A1-A35B-75F85FA92974}" srcOrd="3" destOrd="0" presId="urn:microsoft.com/office/officeart/2018/2/layout/IconCircle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FA5249B2-C948-4F46-B5E5-A13703336AF2}" type="doc">
      <dgm:prSet loTypeId="urn:microsoft.com/office/officeart/2016/7/layout/BasicLinearProcessNumbered" loCatId="process" qsTypeId="urn:microsoft.com/office/officeart/2005/8/quickstyle/simple1" qsCatId="simple" csTypeId="urn:microsoft.com/office/officeart/2005/8/colors/accent2_2" csCatId="accent2" phldr="1"/>
      <dgm:spPr/>
      <dgm:t>
        <a:bodyPr/>
        <a:lstStyle/>
        <a:p>
          <a:endParaRPr lang="en-US"/>
        </a:p>
      </dgm:t>
    </dgm:pt>
    <dgm:pt modelId="{52EBE5AF-65BA-48DF-99EF-795FAD2FCAC5}">
      <dgm:prSet custT="1"/>
      <dgm:spPr/>
      <dgm:t>
        <a:bodyPr/>
        <a:lstStyle/>
        <a:p>
          <a:pPr algn="ctr"/>
          <a:r>
            <a:rPr lang="en-IN" sz="1600"/>
            <a:t>Conduct exploratory data analysis and Data preprocessing to handle outliers, missing and duplicate data. </a:t>
          </a:r>
          <a:endParaRPr lang="en-US" sz="1600"/>
        </a:p>
      </dgm:t>
    </dgm:pt>
    <dgm:pt modelId="{5082B42D-8D9D-4ACD-8D22-CB779C8C2413}" type="parTrans" cxnId="{DEFCAEC4-5C19-402B-8F99-AD5893D01648}">
      <dgm:prSet/>
      <dgm:spPr/>
      <dgm:t>
        <a:bodyPr/>
        <a:lstStyle/>
        <a:p>
          <a:endParaRPr lang="en-US"/>
        </a:p>
      </dgm:t>
    </dgm:pt>
    <dgm:pt modelId="{7C11908C-B657-4EE5-969F-B35A06413BC1}" type="sibTrans" cxnId="{DEFCAEC4-5C19-402B-8F99-AD5893D01648}">
      <dgm:prSet phldrT="1" phldr="0"/>
      <dgm:spPr/>
      <dgm:t>
        <a:bodyPr/>
        <a:lstStyle/>
        <a:p>
          <a:r>
            <a:rPr lang="en-US"/>
            <a:t>1</a:t>
          </a:r>
        </a:p>
      </dgm:t>
    </dgm:pt>
    <dgm:pt modelId="{6DBA5607-CF9B-4536-864B-5F3ABCD11D64}">
      <dgm:prSet custT="1"/>
      <dgm:spPr/>
      <dgm:t>
        <a:bodyPr/>
        <a:lstStyle/>
        <a:p>
          <a:pPr algn="ctr"/>
          <a:r>
            <a:rPr lang="en-IN" sz="1600"/>
            <a:t>Feature selection to uncover the most influential factors driving obesity levels.</a:t>
          </a:r>
          <a:endParaRPr lang="en-US" sz="1600"/>
        </a:p>
      </dgm:t>
    </dgm:pt>
    <dgm:pt modelId="{13490188-1905-4506-9364-2D03C2E45213}" type="parTrans" cxnId="{DA8E4DAB-7519-4DF7-9CFA-16CB6B966B00}">
      <dgm:prSet/>
      <dgm:spPr/>
      <dgm:t>
        <a:bodyPr/>
        <a:lstStyle/>
        <a:p>
          <a:endParaRPr lang="en-US"/>
        </a:p>
      </dgm:t>
    </dgm:pt>
    <dgm:pt modelId="{928BFE76-E0F3-44BE-B687-BAC6E74DDAA4}" type="sibTrans" cxnId="{DA8E4DAB-7519-4DF7-9CFA-16CB6B966B00}">
      <dgm:prSet phldrT="2" phldr="0"/>
      <dgm:spPr/>
      <dgm:t>
        <a:bodyPr/>
        <a:lstStyle/>
        <a:p>
          <a:r>
            <a:rPr lang="en-US"/>
            <a:t>2</a:t>
          </a:r>
        </a:p>
      </dgm:t>
    </dgm:pt>
    <dgm:pt modelId="{42D90B5A-E98B-4105-8120-7D7C2D2432BD}">
      <dgm:prSet custT="1"/>
      <dgm:spPr/>
      <dgm:t>
        <a:bodyPr/>
        <a:lstStyle/>
        <a:p>
          <a:pPr algn="ctr"/>
          <a:r>
            <a:rPr lang="en-IN" sz="1600"/>
            <a:t>Apply machine learning algorithms to classify obesity levels.</a:t>
          </a:r>
          <a:endParaRPr lang="en-US" sz="1600"/>
        </a:p>
      </dgm:t>
    </dgm:pt>
    <dgm:pt modelId="{5B09C702-56A9-4763-913A-5A22125ACC6D}" type="parTrans" cxnId="{E41F8A46-8DB0-4094-88DB-B6F3A2D62DB0}">
      <dgm:prSet/>
      <dgm:spPr/>
      <dgm:t>
        <a:bodyPr/>
        <a:lstStyle/>
        <a:p>
          <a:endParaRPr lang="en-US"/>
        </a:p>
      </dgm:t>
    </dgm:pt>
    <dgm:pt modelId="{5199F3C1-310A-464E-97A4-442DE8CBADAD}" type="sibTrans" cxnId="{E41F8A46-8DB0-4094-88DB-B6F3A2D62DB0}">
      <dgm:prSet phldrT="3" phldr="0"/>
      <dgm:spPr/>
      <dgm:t>
        <a:bodyPr/>
        <a:lstStyle/>
        <a:p>
          <a:r>
            <a:rPr lang="en-US"/>
            <a:t>3</a:t>
          </a:r>
        </a:p>
      </dgm:t>
    </dgm:pt>
    <dgm:pt modelId="{CC44DFED-7D18-4962-A23F-30511BA6478B}">
      <dgm:prSet/>
      <dgm:spPr/>
      <dgm:t>
        <a:bodyPr/>
        <a:lstStyle/>
        <a:p>
          <a:pPr algn="ctr"/>
          <a:r>
            <a:rPr lang="en-IN"/>
            <a:t>Use evaluation metrics like accuracy, precision, and recall to compare model performances.</a:t>
          </a:r>
          <a:endParaRPr lang="en-US"/>
        </a:p>
      </dgm:t>
    </dgm:pt>
    <dgm:pt modelId="{43BADD18-6AAC-43BD-9D0D-745288AED417}" type="parTrans" cxnId="{77E23BF3-47C5-4E38-8159-354984805CA3}">
      <dgm:prSet/>
      <dgm:spPr/>
      <dgm:t>
        <a:bodyPr/>
        <a:lstStyle/>
        <a:p>
          <a:endParaRPr lang="en-US"/>
        </a:p>
      </dgm:t>
    </dgm:pt>
    <dgm:pt modelId="{F5534AF3-1C08-4D5C-9473-09ADB46D95D1}" type="sibTrans" cxnId="{77E23BF3-47C5-4E38-8159-354984805CA3}">
      <dgm:prSet phldrT="4" phldr="0"/>
      <dgm:spPr/>
      <dgm:t>
        <a:bodyPr/>
        <a:lstStyle/>
        <a:p>
          <a:r>
            <a:rPr lang="en-US"/>
            <a:t>4</a:t>
          </a:r>
        </a:p>
      </dgm:t>
    </dgm:pt>
    <dgm:pt modelId="{D0159DBD-D7CC-4A30-ACB9-393FFEB28E95}" type="pres">
      <dgm:prSet presAssocID="{FA5249B2-C948-4F46-B5E5-A13703336AF2}" presName="Name0" presStyleCnt="0">
        <dgm:presLayoutVars>
          <dgm:animLvl val="lvl"/>
          <dgm:resizeHandles val="exact"/>
        </dgm:presLayoutVars>
      </dgm:prSet>
      <dgm:spPr/>
    </dgm:pt>
    <dgm:pt modelId="{4B0E3935-41FC-4025-9F92-4CF08134B86D}" type="pres">
      <dgm:prSet presAssocID="{52EBE5AF-65BA-48DF-99EF-795FAD2FCAC5}" presName="compositeNode" presStyleCnt="0">
        <dgm:presLayoutVars>
          <dgm:bulletEnabled val="1"/>
        </dgm:presLayoutVars>
      </dgm:prSet>
      <dgm:spPr/>
    </dgm:pt>
    <dgm:pt modelId="{65FA82BD-24D8-4891-ACD6-6038695A4706}" type="pres">
      <dgm:prSet presAssocID="{52EBE5AF-65BA-48DF-99EF-795FAD2FCAC5}" presName="bgRect" presStyleLbl="bgAccFollowNode1" presStyleIdx="0" presStyleCnt="4"/>
      <dgm:spPr/>
    </dgm:pt>
    <dgm:pt modelId="{FAF29566-B480-49B7-B708-F0780A9012C5}" type="pres">
      <dgm:prSet presAssocID="{7C11908C-B657-4EE5-969F-B35A06413BC1}" presName="sibTransNodeCircle" presStyleLbl="alignNode1" presStyleIdx="0" presStyleCnt="8">
        <dgm:presLayoutVars>
          <dgm:chMax val="0"/>
          <dgm:bulletEnabled/>
        </dgm:presLayoutVars>
      </dgm:prSet>
      <dgm:spPr/>
    </dgm:pt>
    <dgm:pt modelId="{5DE7FB44-4D97-4EF7-89E1-AD63EB17E41F}" type="pres">
      <dgm:prSet presAssocID="{52EBE5AF-65BA-48DF-99EF-795FAD2FCAC5}" presName="bottomLine" presStyleLbl="alignNode1" presStyleIdx="1" presStyleCnt="8">
        <dgm:presLayoutVars/>
      </dgm:prSet>
      <dgm:spPr/>
    </dgm:pt>
    <dgm:pt modelId="{E85869C8-DCD3-4949-AB7E-BC4B5184E984}" type="pres">
      <dgm:prSet presAssocID="{52EBE5AF-65BA-48DF-99EF-795FAD2FCAC5}" presName="nodeText" presStyleLbl="bgAccFollowNode1" presStyleIdx="0" presStyleCnt="4">
        <dgm:presLayoutVars>
          <dgm:bulletEnabled val="1"/>
        </dgm:presLayoutVars>
      </dgm:prSet>
      <dgm:spPr/>
    </dgm:pt>
    <dgm:pt modelId="{E77353EB-C751-46C9-AFA0-43C5F098DD38}" type="pres">
      <dgm:prSet presAssocID="{7C11908C-B657-4EE5-969F-B35A06413BC1}" presName="sibTrans" presStyleCnt="0"/>
      <dgm:spPr/>
    </dgm:pt>
    <dgm:pt modelId="{EA2E1C91-B8A7-4267-9D54-B73767D9C253}" type="pres">
      <dgm:prSet presAssocID="{6DBA5607-CF9B-4536-864B-5F3ABCD11D64}" presName="compositeNode" presStyleCnt="0">
        <dgm:presLayoutVars>
          <dgm:bulletEnabled val="1"/>
        </dgm:presLayoutVars>
      </dgm:prSet>
      <dgm:spPr/>
    </dgm:pt>
    <dgm:pt modelId="{EC10BD1C-0FBF-4BC8-93B9-9A2F89EBA200}" type="pres">
      <dgm:prSet presAssocID="{6DBA5607-CF9B-4536-864B-5F3ABCD11D64}" presName="bgRect" presStyleLbl="bgAccFollowNode1" presStyleIdx="1" presStyleCnt="4"/>
      <dgm:spPr/>
    </dgm:pt>
    <dgm:pt modelId="{699D1463-A4E7-43DE-B950-E9D9B73BDEE9}" type="pres">
      <dgm:prSet presAssocID="{928BFE76-E0F3-44BE-B687-BAC6E74DDAA4}" presName="sibTransNodeCircle" presStyleLbl="alignNode1" presStyleIdx="2" presStyleCnt="8">
        <dgm:presLayoutVars>
          <dgm:chMax val="0"/>
          <dgm:bulletEnabled/>
        </dgm:presLayoutVars>
      </dgm:prSet>
      <dgm:spPr/>
    </dgm:pt>
    <dgm:pt modelId="{7CFBE8A0-023B-437F-BC78-BBEF31915B7E}" type="pres">
      <dgm:prSet presAssocID="{6DBA5607-CF9B-4536-864B-5F3ABCD11D64}" presName="bottomLine" presStyleLbl="alignNode1" presStyleIdx="3" presStyleCnt="8">
        <dgm:presLayoutVars/>
      </dgm:prSet>
      <dgm:spPr/>
    </dgm:pt>
    <dgm:pt modelId="{D3DB76FB-E89B-4BFA-9F3D-A2F094F73B17}" type="pres">
      <dgm:prSet presAssocID="{6DBA5607-CF9B-4536-864B-5F3ABCD11D64}" presName="nodeText" presStyleLbl="bgAccFollowNode1" presStyleIdx="1" presStyleCnt="4">
        <dgm:presLayoutVars>
          <dgm:bulletEnabled val="1"/>
        </dgm:presLayoutVars>
      </dgm:prSet>
      <dgm:spPr/>
    </dgm:pt>
    <dgm:pt modelId="{586CE81D-A4A6-4764-A5BE-06CB6080EF45}" type="pres">
      <dgm:prSet presAssocID="{928BFE76-E0F3-44BE-B687-BAC6E74DDAA4}" presName="sibTrans" presStyleCnt="0"/>
      <dgm:spPr/>
    </dgm:pt>
    <dgm:pt modelId="{5563CB1B-9198-4E92-B7EE-4A9208AB5162}" type="pres">
      <dgm:prSet presAssocID="{42D90B5A-E98B-4105-8120-7D7C2D2432BD}" presName="compositeNode" presStyleCnt="0">
        <dgm:presLayoutVars>
          <dgm:bulletEnabled val="1"/>
        </dgm:presLayoutVars>
      </dgm:prSet>
      <dgm:spPr/>
    </dgm:pt>
    <dgm:pt modelId="{0D1C6A8B-7059-4113-81DA-54E9840D2127}" type="pres">
      <dgm:prSet presAssocID="{42D90B5A-E98B-4105-8120-7D7C2D2432BD}" presName="bgRect" presStyleLbl="bgAccFollowNode1" presStyleIdx="2" presStyleCnt="4"/>
      <dgm:spPr/>
    </dgm:pt>
    <dgm:pt modelId="{B76B0560-488B-402F-9F9E-F4495BFE25C8}" type="pres">
      <dgm:prSet presAssocID="{5199F3C1-310A-464E-97A4-442DE8CBADAD}" presName="sibTransNodeCircle" presStyleLbl="alignNode1" presStyleIdx="4" presStyleCnt="8">
        <dgm:presLayoutVars>
          <dgm:chMax val="0"/>
          <dgm:bulletEnabled/>
        </dgm:presLayoutVars>
      </dgm:prSet>
      <dgm:spPr/>
    </dgm:pt>
    <dgm:pt modelId="{62BA2B85-BADF-4BCC-AA5D-3153B9F38655}" type="pres">
      <dgm:prSet presAssocID="{42D90B5A-E98B-4105-8120-7D7C2D2432BD}" presName="bottomLine" presStyleLbl="alignNode1" presStyleIdx="5" presStyleCnt="8">
        <dgm:presLayoutVars/>
      </dgm:prSet>
      <dgm:spPr/>
    </dgm:pt>
    <dgm:pt modelId="{EB005020-E43A-4BFA-A5B8-E3CDC8D6E67A}" type="pres">
      <dgm:prSet presAssocID="{42D90B5A-E98B-4105-8120-7D7C2D2432BD}" presName="nodeText" presStyleLbl="bgAccFollowNode1" presStyleIdx="2" presStyleCnt="4">
        <dgm:presLayoutVars>
          <dgm:bulletEnabled val="1"/>
        </dgm:presLayoutVars>
      </dgm:prSet>
      <dgm:spPr/>
    </dgm:pt>
    <dgm:pt modelId="{F13C2D96-DF72-4D9B-ADBA-E89647A6435A}" type="pres">
      <dgm:prSet presAssocID="{5199F3C1-310A-464E-97A4-442DE8CBADAD}" presName="sibTrans" presStyleCnt="0"/>
      <dgm:spPr/>
    </dgm:pt>
    <dgm:pt modelId="{CAFD13D1-12EC-41CF-A090-B1938B9E0CE8}" type="pres">
      <dgm:prSet presAssocID="{CC44DFED-7D18-4962-A23F-30511BA6478B}" presName="compositeNode" presStyleCnt="0">
        <dgm:presLayoutVars>
          <dgm:bulletEnabled val="1"/>
        </dgm:presLayoutVars>
      </dgm:prSet>
      <dgm:spPr/>
    </dgm:pt>
    <dgm:pt modelId="{EBC96DC3-8F21-467E-838E-5EC77702364C}" type="pres">
      <dgm:prSet presAssocID="{CC44DFED-7D18-4962-A23F-30511BA6478B}" presName="bgRect" presStyleLbl="bgAccFollowNode1" presStyleIdx="3" presStyleCnt="4"/>
      <dgm:spPr/>
    </dgm:pt>
    <dgm:pt modelId="{CACB7C91-87B6-42D3-B00D-F67B48919C8D}" type="pres">
      <dgm:prSet presAssocID="{F5534AF3-1C08-4D5C-9473-09ADB46D95D1}" presName="sibTransNodeCircle" presStyleLbl="alignNode1" presStyleIdx="6" presStyleCnt="8">
        <dgm:presLayoutVars>
          <dgm:chMax val="0"/>
          <dgm:bulletEnabled/>
        </dgm:presLayoutVars>
      </dgm:prSet>
      <dgm:spPr/>
    </dgm:pt>
    <dgm:pt modelId="{ACF919CE-B859-421D-BE64-98699B909798}" type="pres">
      <dgm:prSet presAssocID="{CC44DFED-7D18-4962-A23F-30511BA6478B}" presName="bottomLine" presStyleLbl="alignNode1" presStyleIdx="7" presStyleCnt="8">
        <dgm:presLayoutVars/>
      </dgm:prSet>
      <dgm:spPr/>
    </dgm:pt>
    <dgm:pt modelId="{1CB5B043-A715-41DE-ABA2-9A5C5CB2254D}" type="pres">
      <dgm:prSet presAssocID="{CC44DFED-7D18-4962-A23F-30511BA6478B}" presName="nodeText" presStyleLbl="bgAccFollowNode1" presStyleIdx="3" presStyleCnt="4">
        <dgm:presLayoutVars>
          <dgm:bulletEnabled val="1"/>
        </dgm:presLayoutVars>
      </dgm:prSet>
      <dgm:spPr/>
    </dgm:pt>
  </dgm:ptLst>
  <dgm:cxnLst>
    <dgm:cxn modelId="{1C241F0B-F58C-41E8-B906-EF5C80B08D47}" type="presOf" srcId="{6DBA5607-CF9B-4536-864B-5F3ABCD11D64}" destId="{D3DB76FB-E89B-4BFA-9F3D-A2F094F73B17}" srcOrd="1" destOrd="0" presId="urn:microsoft.com/office/officeart/2016/7/layout/BasicLinearProcessNumbered"/>
    <dgm:cxn modelId="{E7FD2819-29D1-4ACF-8F00-152245F694E6}" type="presOf" srcId="{CC44DFED-7D18-4962-A23F-30511BA6478B}" destId="{EBC96DC3-8F21-467E-838E-5EC77702364C}" srcOrd="0" destOrd="0" presId="urn:microsoft.com/office/officeart/2016/7/layout/BasicLinearProcessNumbered"/>
    <dgm:cxn modelId="{E56B2020-B84E-44DC-80F7-8F4733B7C579}" type="presOf" srcId="{7C11908C-B657-4EE5-969F-B35A06413BC1}" destId="{FAF29566-B480-49B7-B708-F0780A9012C5}" srcOrd="0" destOrd="0" presId="urn:microsoft.com/office/officeart/2016/7/layout/BasicLinearProcessNumbered"/>
    <dgm:cxn modelId="{629F3337-94FD-455C-8A05-E16C9BCF457D}" type="presOf" srcId="{52EBE5AF-65BA-48DF-99EF-795FAD2FCAC5}" destId="{65FA82BD-24D8-4891-ACD6-6038695A4706}" srcOrd="0" destOrd="0" presId="urn:microsoft.com/office/officeart/2016/7/layout/BasicLinearProcessNumbered"/>
    <dgm:cxn modelId="{E41F8A46-8DB0-4094-88DB-B6F3A2D62DB0}" srcId="{FA5249B2-C948-4F46-B5E5-A13703336AF2}" destId="{42D90B5A-E98B-4105-8120-7D7C2D2432BD}" srcOrd="2" destOrd="0" parTransId="{5B09C702-56A9-4763-913A-5A22125ACC6D}" sibTransId="{5199F3C1-310A-464E-97A4-442DE8CBADAD}"/>
    <dgm:cxn modelId="{144F116B-201B-4E87-A251-70F61C46F243}" type="presOf" srcId="{FA5249B2-C948-4F46-B5E5-A13703336AF2}" destId="{D0159DBD-D7CC-4A30-ACB9-393FFEB28E95}" srcOrd="0" destOrd="0" presId="urn:microsoft.com/office/officeart/2016/7/layout/BasicLinearProcessNumbered"/>
    <dgm:cxn modelId="{6FDE7A58-8AB2-4F7F-9D38-0E41F63C5ED3}" type="presOf" srcId="{42D90B5A-E98B-4105-8120-7D7C2D2432BD}" destId="{0D1C6A8B-7059-4113-81DA-54E9840D2127}" srcOrd="0" destOrd="0" presId="urn:microsoft.com/office/officeart/2016/7/layout/BasicLinearProcessNumbered"/>
    <dgm:cxn modelId="{4B9C6381-9677-4C54-A2E5-E7F44AB07C67}" type="presOf" srcId="{6DBA5607-CF9B-4536-864B-5F3ABCD11D64}" destId="{EC10BD1C-0FBF-4BC8-93B9-9A2F89EBA200}" srcOrd="0" destOrd="0" presId="urn:microsoft.com/office/officeart/2016/7/layout/BasicLinearProcessNumbered"/>
    <dgm:cxn modelId="{042E36A9-B6FC-4A9F-95DC-AE51DADAE701}" type="presOf" srcId="{CC44DFED-7D18-4962-A23F-30511BA6478B}" destId="{1CB5B043-A715-41DE-ABA2-9A5C5CB2254D}" srcOrd="1" destOrd="0" presId="urn:microsoft.com/office/officeart/2016/7/layout/BasicLinearProcessNumbered"/>
    <dgm:cxn modelId="{DA8E4DAB-7519-4DF7-9CFA-16CB6B966B00}" srcId="{FA5249B2-C948-4F46-B5E5-A13703336AF2}" destId="{6DBA5607-CF9B-4536-864B-5F3ABCD11D64}" srcOrd="1" destOrd="0" parTransId="{13490188-1905-4506-9364-2D03C2E45213}" sibTransId="{928BFE76-E0F3-44BE-B687-BAC6E74DDAA4}"/>
    <dgm:cxn modelId="{90CFB3B4-A18C-4B51-AB99-FF426B60458F}" type="presOf" srcId="{5199F3C1-310A-464E-97A4-442DE8CBADAD}" destId="{B76B0560-488B-402F-9F9E-F4495BFE25C8}" srcOrd="0" destOrd="0" presId="urn:microsoft.com/office/officeart/2016/7/layout/BasicLinearProcessNumbered"/>
    <dgm:cxn modelId="{DEFCAEC4-5C19-402B-8F99-AD5893D01648}" srcId="{FA5249B2-C948-4F46-B5E5-A13703336AF2}" destId="{52EBE5AF-65BA-48DF-99EF-795FAD2FCAC5}" srcOrd="0" destOrd="0" parTransId="{5082B42D-8D9D-4ACD-8D22-CB779C8C2413}" sibTransId="{7C11908C-B657-4EE5-969F-B35A06413BC1}"/>
    <dgm:cxn modelId="{DB0D72C7-82CE-408F-85C9-8192946C22A0}" type="presOf" srcId="{42D90B5A-E98B-4105-8120-7D7C2D2432BD}" destId="{EB005020-E43A-4BFA-A5B8-E3CDC8D6E67A}" srcOrd="1" destOrd="0" presId="urn:microsoft.com/office/officeart/2016/7/layout/BasicLinearProcessNumbered"/>
    <dgm:cxn modelId="{C2720DCA-8D59-450B-BE3B-C4F7F6F625F3}" type="presOf" srcId="{52EBE5AF-65BA-48DF-99EF-795FAD2FCAC5}" destId="{E85869C8-DCD3-4949-AB7E-BC4B5184E984}" srcOrd="1" destOrd="0" presId="urn:microsoft.com/office/officeart/2016/7/layout/BasicLinearProcessNumbered"/>
    <dgm:cxn modelId="{5F95C2F0-263A-4A1E-9A04-055CFDA58B6D}" type="presOf" srcId="{928BFE76-E0F3-44BE-B687-BAC6E74DDAA4}" destId="{699D1463-A4E7-43DE-B950-E9D9B73BDEE9}" srcOrd="0" destOrd="0" presId="urn:microsoft.com/office/officeart/2016/7/layout/BasicLinearProcessNumbered"/>
    <dgm:cxn modelId="{61371AF2-B0E0-44B6-9377-37C982989C7A}" type="presOf" srcId="{F5534AF3-1C08-4D5C-9473-09ADB46D95D1}" destId="{CACB7C91-87B6-42D3-B00D-F67B48919C8D}" srcOrd="0" destOrd="0" presId="urn:microsoft.com/office/officeart/2016/7/layout/BasicLinearProcessNumbered"/>
    <dgm:cxn modelId="{77E23BF3-47C5-4E38-8159-354984805CA3}" srcId="{FA5249B2-C948-4F46-B5E5-A13703336AF2}" destId="{CC44DFED-7D18-4962-A23F-30511BA6478B}" srcOrd="3" destOrd="0" parTransId="{43BADD18-6AAC-43BD-9D0D-745288AED417}" sibTransId="{F5534AF3-1C08-4D5C-9473-09ADB46D95D1}"/>
    <dgm:cxn modelId="{415FC7D6-D077-4A99-9770-C302E0A486DC}" type="presParOf" srcId="{D0159DBD-D7CC-4A30-ACB9-393FFEB28E95}" destId="{4B0E3935-41FC-4025-9F92-4CF08134B86D}" srcOrd="0" destOrd="0" presId="urn:microsoft.com/office/officeart/2016/7/layout/BasicLinearProcessNumbered"/>
    <dgm:cxn modelId="{34FF9D2A-66C5-4303-A6FC-6BCA95256291}" type="presParOf" srcId="{4B0E3935-41FC-4025-9F92-4CF08134B86D}" destId="{65FA82BD-24D8-4891-ACD6-6038695A4706}" srcOrd="0" destOrd="0" presId="urn:microsoft.com/office/officeart/2016/7/layout/BasicLinearProcessNumbered"/>
    <dgm:cxn modelId="{CEDC2023-3382-4CFC-8195-BF183F633A4F}" type="presParOf" srcId="{4B0E3935-41FC-4025-9F92-4CF08134B86D}" destId="{FAF29566-B480-49B7-B708-F0780A9012C5}" srcOrd="1" destOrd="0" presId="urn:microsoft.com/office/officeart/2016/7/layout/BasicLinearProcessNumbered"/>
    <dgm:cxn modelId="{D35E3ADF-F566-44C4-A05E-13A411057657}" type="presParOf" srcId="{4B0E3935-41FC-4025-9F92-4CF08134B86D}" destId="{5DE7FB44-4D97-4EF7-89E1-AD63EB17E41F}" srcOrd="2" destOrd="0" presId="urn:microsoft.com/office/officeart/2016/7/layout/BasicLinearProcessNumbered"/>
    <dgm:cxn modelId="{F4FB00C8-C90F-472A-A876-167FD0DE380C}" type="presParOf" srcId="{4B0E3935-41FC-4025-9F92-4CF08134B86D}" destId="{E85869C8-DCD3-4949-AB7E-BC4B5184E984}" srcOrd="3" destOrd="0" presId="urn:microsoft.com/office/officeart/2016/7/layout/BasicLinearProcessNumbered"/>
    <dgm:cxn modelId="{72DA8E17-467A-403B-8EF8-6693AB8A15AA}" type="presParOf" srcId="{D0159DBD-D7CC-4A30-ACB9-393FFEB28E95}" destId="{E77353EB-C751-46C9-AFA0-43C5F098DD38}" srcOrd="1" destOrd="0" presId="urn:microsoft.com/office/officeart/2016/7/layout/BasicLinearProcessNumbered"/>
    <dgm:cxn modelId="{A6419F3D-0FC0-479E-A8DD-3B1C2C4EE09E}" type="presParOf" srcId="{D0159DBD-D7CC-4A30-ACB9-393FFEB28E95}" destId="{EA2E1C91-B8A7-4267-9D54-B73767D9C253}" srcOrd="2" destOrd="0" presId="urn:microsoft.com/office/officeart/2016/7/layout/BasicLinearProcessNumbered"/>
    <dgm:cxn modelId="{61255745-A079-4D96-9444-63C8631860DA}" type="presParOf" srcId="{EA2E1C91-B8A7-4267-9D54-B73767D9C253}" destId="{EC10BD1C-0FBF-4BC8-93B9-9A2F89EBA200}" srcOrd="0" destOrd="0" presId="urn:microsoft.com/office/officeart/2016/7/layout/BasicLinearProcessNumbered"/>
    <dgm:cxn modelId="{E13C0C50-F5AB-41FC-8B82-54D669CDE573}" type="presParOf" srcId="{EA2E1C91-B8A7-4267-9D54-B73767D9C253}" destId="{699D1463-A4E7-43DE-B950-E9D9B73BDEE9}" srcOrd="1" destOrd="0" presId="urn:microsoft.com/office/officeart/2016/7/layout/BasicLinearProcessNumbered"/>
    <dgm:cxn modelId="{0067D05D-31C9-4BE8-93C6-31ECF3883D11}" type="presParOf" srcId="{EA2E1C91-B8A7-4267-9D54-B73767D9C253}" destId="{7CFBE8A0-023B-437F-BC78-BBEF31915B7E}" srcOrd="2" destOrd="0" presId="urn:microsoft.com/office/officeart/2016/7/layout/BasicLinearProcessNumbered"/>
    <dgm:cxn modelId="{46104D04-A97A-48A4-B87D-2B0C40F45E51}" type="presParOf" srcId="{EA2E1C91-B8A7-4267-9D54-B73767D9C253}" destId="{D3DB76FB-E89B-4BFA-9F3D-A2F094F73B17}" srcOrd="3" destOrd="0" presId="urn:microsoft.com/office/officeart/2016/7/layout/BasicLinearProcessNumbered"/>
    <dgm:cxn modelId="{C96ED925-012F-4EFB-AEC2-D329D42D7089}" type="presParOf" srcId="{D0159DBD-D7CC-4A30-ACB9-393FFEB28E95}" destId="{586CE81D-A4A6-4764-A5BE-06CB6080EF45}" srcOrd="3" destOrd="0" presId="urn:microsoft.com/office/officeart/2016/7/layout/BasicLinearProcessNumbered"/>
    <dgm:cxn modelId="{24B93339-63C7-4DEA-9C09-2A4B017E3497}" type="presParOf" srcId="{D0159DBD-D7CC-4A30-ACB9-393FFEB28E95}" destId="{5563CB1B-9198-4E92-B7EE-4A9208AB5162}" srcOrd="4" destOrd="0" presId="urn:microsoft.com/office/officeart/2016/7/layout/BasicLinearProcessNumbered"/>
    <dgm:cxn modelId="{E05B5AFF-E44A-4BF6-B9C1-95F0A7CF3D60}" type="presParOf" srcId="{5563CB1B-9198-4E92-B7EE-4A9208AB5162}" destId="{0D1C6A8B-7059-4113-81DA-54E9840D2127}" srcOrd="0" destOrd="0" presId="urn:microsoft.com/office/officeart/2016/7/layout/BasicLinearProcessNumbered"/>
    <dgm:cxn modelId="{13723372-65A3-4C31-A4F5-006D03C6842D}" type="presParOf" srcId="{5563CB1B-9198-4E92-B7EE-4A9208AB5162}" destId="{B76B0560-488B-402F-9F9E-F4495BFE25C8}" srcOrd="1" destOrd="0" presId="urn:microsoft.com/office/officeart/2016/7/layout/BasicLinearProcessNumbered"/>
    <dgm:cxn modelId="{D097A3EE-A05E-4A9D-AD82-B462FE483E86}" type="presParOf" srcId="{5563CB1B-9198-4E92-B7EE-4A9208AB5162}" destId="{62BA2B85-BADF-4BCC-AA5D-3153B9F38655}" srcOrd="2" destOrd="0" presId="urn:microsoft.com/office/officeart/2016/7/layout/BasicLinearProcessNumbered"/>
    <dgm:cxn modelId="{7669FDAA-90D5-4994-865F-0211957D5E99}" type="presParOf" srcId="{5563CB1B-9198-4E92-B7EE-4A9208AB5162}" destId="{EB005020-E43A-4BFA-A5B8-E3CDC8D6E67A}" srcOrd="3" destOrd="0" presId="urn:microsoft.com/office/officeart/2016/7/layout/BasicLinearProcessNumbered"/>
    <dgm:cxn modelId="{D7ED738E-A2F2-46B3-A72E-289B822235EB}" type="presParOf" srcId="{D0159DBD-D7CC-4A30-ACB9-393FFEB28E95}" destId="{F13C2D96-DF72-4D9B-ADBA-E89647A6435A}" srcOrd="5" destOrd="0" presId="urn:microsoft.com/office/officeart/2016/7/layout/BasicLinearProcessNumbered"/>
    <dgm:cxn modelId="{6617746C-D71C-4879-87A4-3E32E831A29F}" type="presParOf" srcId="{D0159DBD-D7CC-4A30-ACB9-393FFEB28E95}" destId="{CAFD13D1-12EC-41CF-A090-B1938B9E0CE8}" srcOrd="6" destOrd="0" presId="urn:microsoft.com/office/officeart/2016/7/layout/BasicLinearProcessNumbered"/>
    <dgm:cxn modelId="{C585D535-5B6F-498C-A7CB-7D4C5B5B761D}" type="presParOf" srcId="{CAFD13D1-12EC-41CF-A090-B1938B9E0CE8}" destId="{EBC96DC3-8F21-467E-838E-5EC77702364C}" srcOrd="0" destOrd="0" presId="urn:microsoft.com/office/officeart/2016/7/layout/BasicLinearProcessNumbered"/>
    <dgm:cxn modelId="{4C5E437B-C193-4935-BC79-9AE654650F8F}" type="presParOf" srcId="{CAFD13D1-12EC-41CF-A090-B1938B9E0CE8}" destId="{CACB7C91-87B6-42D3-B00D-F67B48919C8D}" srcOrd="1" destOrd="0" presId="urn:microsoft.com/office/officeart/2016/7/layout/BasicLinearProcessNumbered"/>
    <dgm:cxn modelId="{C3BA7AE8-7AE0-41F9-BED3-73B24660D11E}" type="presParOf" srcId="{CAFD13D1-12EC-41CF-A090-B1938B9E0CE8}" destId="{ACF919CE-B859-421D-BE64-98699B909798}" srcOrd="2" destOrd="0" presId="urn:microsoft.com/office/officeart/2016/7/layout/BasicLinearProcessNumbered"/>
    <dgm:cxn modelId="{4FEB780F-6D23-44D5-92AC-B8D40771DCDA}" type="presParOf" srcId="{CAFD13D1-12EC-41CF-A090-B1938B9E0CE8}" destId="{1CB5B043-A715-41DE-ABA2-9A5C5CB2254D}" srcOrd="3" destOrd="0" presId="urn:microsoft.com/office/officeart/2016/7/layout/BasicLinearProcessNumbered"/>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E5452001-6A1D-4A46-B794-70F368787186}" type="doc">
      <dgm:prSet loTypeId="urn:microsoft.com/office/officeart/2016/7/layout/VerticalSolidActionList" loCatId="List" qsTypeId="urn:microsoft.com/office/officeart/2005/8/quickstyle/simple1" qsCatId="simple" csTypeId="urn:microsoft.com/office/officeart/2005/8/colors/colorful1" csCatId="colorful" phldr="1"/>
      <dgm:spPr/>
      <dgm:t>
        <a:bodyPr/>
        <a:lstStyle/>
        <a:p>
          <a:endParaRPr lang="en-US"/>
        </a:p>
      </dgm:t>
    </dgm:pt>
    <dgm:pt modelId="{DB49918C-9412-4795-8F0F-A27A93D72003}">
      <dgm:prSet custT="1"/>
      <dgm:spPr/>
      <dgm:t>
        <a:bodyPr/>
        <a:lstStyle/>
        <a:p>
          <a:pPr algn="l"/>
          <a:r>
            <a:rPr lang="en-US" sz="1800"/>
            <a:t>1.For Maximum Accuracy:</a:t>
          </a:r>
        </a:p>
      </dgm:t>
    </dgm:pt>
    <dgm:pt modelId="{E3D5B291-1802-49B4-9577-779FAF4A8A5E}" type="parTrans" cxnId="{F1501CC0-41A9-464A-9F12-BA329C608E85}">
      <dgm:prSet/>
      <dgm:spPr/>
      <dgm:t>
        <a:bodyPr/>
        <a:lstStyle/>
        <a:p>
          <a:endParaRPr lang="en-US"/>
        </a:p>
      </dgm:t>
    </dgm:pt>
    <dgm:pt modelId="{E2A700F8-F7C3-4787-ADA0-7C970C85B218}" type="sibTrans" cxnId="{F1501CC0-41A9-464A-9F12-BA329C608E85}">
      <dgm:prSet/>
      <dgm:spPr/>
      <dgm:t>
        <a:bodyPr/>
        <a:lstStyle/>
        <a:p>
          <a:endParaRPr lang="en-US"/>
        </a:p>
      </dgm:t>
    </dgm:pt>
    <dgm:pt modelId="{BE312C19-0ED0-4D3A-B68B-D9695677A6D2}">
      <dgm:prSet custT="1"/>
      <dgm:spPr/>
      <dgm:t>
        <a:bodyPr/>
        <a:lstStyle/>
        <a:p>
          <a:r>
            <a:rPr lang="en-US" sz="1600" b="1"/>
            <a:t>Choose XGBoost: </a:t>
          </a:r>
          <a:r>
            <a:rPr lang="en-US" sz="1600"/>
            <a:t>The clear winner in accuracy, ideal for critical tasks where prediction precision is paramount</a:t>
          </a:r>
        </a:p>
      </dgm:t>
    </dgm:pt>
    <dgm:pt modelId="{77E92A07-0A0E-4EBC-90CE-E55B040C3A2C}" type="parTrans" cxnId="{5449D0FE-3153-4FCD-9016-10E572EEEA62}">
      <dgm:prSet/>
      <dgm:spPr/>
      <dgm:t>
        <a:bodyPr/>
        <a:lstStyle/>
        <a:p>
          <a:endParaRPr lang="en-US"/>
        </a:p>
      </dgm:t>
    </dgm:pt>
    <dgm:pt modelId="{ADC0DA74-DBC5-4BBF-850F-6FDDB36AF566}" type="sibTrans" cxnId="{5449D0FE-3153-4FCD-9016-10E572EEEA62}">
      <dgm:prSet/>
      <dgm:spPr/>
      <dgm:t>
        <a:bodyPr/>
        <a:lstStyle/>
        <a:p>
          <a:endParaRPr lang="en-US"/>
        </a:p>
      </dgm:t>
    </dgm:pt>
    <dgm:pt modelId="{D3B0DA4E-6DB7-40FA-A56F-658E535178C5}">
      <dgm:prSet custT="1"/>
      <dgm:spPr/>
      <dgm:t>
        <a:bodyPr/>
        <a:lstStyle/>
        <a:p>
          <a:r>
            <a:rPr lang="en-US" sz="1600" b="1"/>
            <a:t>limitation</a:t>
          </a:r>
          <a:r>
            <a:rPr lang="en-US" sz="1600"/>
            <a:t>: longer training time and resource consumption.</a:t>
          </a:r>
        </a:p>
      </dgm:t>
    </dgm:pt>
    <dgm:pt modelId="{9761A155-9CFB-40BB-A795-EE596416D18D}" type="parTrans" cxnId="{3016D4C6-C047-4E4D-8858-E9E0DC2322EB}">
      <dgm:prSet/>
      <dgm:spPr/>
      <dgm:t>
        <a:bodyPr/>
        <a:lstStyle/>
        <a:p>
          <a:endParaRPr lang="en-US"/>
        </a:p>
      </dgm:t>
    </dgm:pt>
    <dgm:pt modelId="{7FBF680B-C413-4B2F-9B7F-1FEA1702524F}" type="sibTrans" cxnId="{3016D4C6-C047-4E4D-8858-E9E0DC2322EB}">
      <dgm:prSet/>
      <dgm:spPr/>
      <dgm:t>
        <a:bodyPr/>
        <a:lstStyle/>
        <a:p>
          <a:endParaRPr lang="en-US"/>
        </a:p>
      </dgm:t>
    </dgm:pt>
    <dgm:pt modelId="{5B4E3513-5DA2-474F-824A-D364D559E5F9}">
      <dgm:prSet custT="1"/>
      <dgm:spPr/>
      <dgm:t>
        <a:bodyPr/>
        <a:lstStyle/>
        <a:p>
          <a:pPr algn="l"/>
          <a:r>
            <a:rPr lang="en-US" sz="1800" kern="1200"/>
            <a:t>2</a:t>
          </a:r>
          <a:r>
            <a:rPr lang="en-US" sz="1800" kern="1200">
              <a:latin typeface="Avenir Next LT Pro"/>
              <a:ea typeface="+mn-ea"/>
              <a:cs typeface="+mn-cs"/>
            </a:rPr>
            <a:t>.For Balance Between Accuracy and Speed:</a:t>
          </a:r>
        </a:p>
      </dgm:t>
    </dgm:pt>
    <dgm:pt modelId="{9FC06BBE-1557-43EA-B2E5-A2611AF50FEA}" type="parTrans" cxnId="{BCD9F9D9-F71D-4A35-8AAF-4EC0E661F780}">
      <dgm:prSet/>
      <dgm:spPr/>
      <dgm:t>
        <a:bodyPr/>
        <a:lstStyle/>
        <a:p>
          <a:endParaRPr lang="en-US"/>
        </a:p>
      </dgm:t>
    </dgm:pt>
    <dgm:pt modelId="{FA72C284-4103-411A-A192-96EB12F3BFE9}" type="sibTrans" cxnId="{BCD9F9D9-F71D-4A35-8AAF-4EC0E661F780}">
      <dgm:prSet/>
      <dgm:spPr/>
      <dgm:t>
        <a:bodyPr/>
        <a:lstStyle/>
        <a:p>
          <a:endParaRPr lang="en-US"/>
        </a:p>
      </dgm:t>
    </dgm:pt>
    <dgm:pt modelId="{E6B6E405-99A7-45CB-A7CC-DD1B3BE0E56C}">
      <dgm:prSet custT="1"/>
      <dgm:spPr/>
      <dgm:t>
        <a:bodyPr/>
        <a:lstStyle/>
        <a:p>
          <a:r>
            <a:rPr lang="en-US" sz="1600" b="1"/>
            <a:t>Choose Random Forest: </a:t>
          </a:r>
          <a:r>
            <a:rPr lang="en-US" sz="1600"/>
            <a:t>Provides near-XGBoost accuracy with significantly less computational cost, making it suitable for a wide range of scenarios.</a:t>
          </a:r>
        </a:p>
      </dgm:t>
    </dgm:pt>
    <dgm:pt modelId="{EF4F2678-B2F3-4B4B-936B-C0565AECB2EE}" type="parTrans" cxnId="{254F796F-16D7-44B4-9A19-E98AE1FA1FFD}">
      <dgm:prSet/>
      <dgm:spPr/>
      <dgm:t>
        <a:bodyPr/>
        <a:lstStyle/>
        <a:p>
          <a:endParaRPr lang="en-US"/>
        </a:p>
      </dgm:t>
    </dgm:pt>
    <dgm:pt modelId="{FDABD52E-5FFC-4B9B-80E1-1162822585B8}" type="sibTrans" cxnId="{254F796F-16D7-44B4-9A19-E98AE1FA1FFD}">
      <dgm:prSet/>
      <dgm:spPr/>
      <dgm:t>
        <a:bodyPr/>
        <a:lstStyle/>
        <a:p>
          <a:endParaRPr lang="en-US"/>
        </a:p>
      </dgm:t>
    </dgm:pt>
    <dgm:pt modelId="{A504A0AF-7F9D-46C9-87DA-AA5AD609A13C}">
      <dgm:prSet custT="1"/>
      <dgm:spPr/>
      <dgm:t>
        <a:bodyPr/>
        <a:lstStyle/>
        <a:p>
          <a:pPr algn="l"/>
          <a:r>
            <a:rPr lang="en-US" sz="1800"/>
            <a:t>3.For Interpretability &amp; Moderate Accuracy:</a:t>
          </a:r>
        </a:p>
      </dgm:t>
    </dgm:pt>
    <dgm:pt modelId="{80A98A22-2FBB-4C0E-B896-6A451944B886}" type="parTrans" cxnId="{35B021DF-1BD6-4F2C-9BAE-AA78DA7EA104}">
      <dgm:prSet/>
      <dgm:spPr/>
      <dgm:t>
        <a:bodyPr/>
        <a:lstStyle/>
        <a:p>
          <a:endParaRPr lang="en-US"/>
        </a:p>
      </dgm:t>
    </dgm:pt>
    <dgm:pt modelId="{AACBA9B8-D3DC-4077-8EF7-49F28366C2B5}" type="sibTrans" cxnId="{35B021DF-1BD6-4F2C-9BAE-AA78DA7EA104}">
      <dgm:prSet/>
      <dgm:spPr/>
      <dgm:t>
        <a:bodyPr/>
        <a:lstStyle/>
        <a:p>
          <a:endParaRPr lang="en-US"/>
        </a:p>
      </dgm:t>
    </dgm:pt>
    <dgm:pt modelId="{83C0A989-0DE7-452C-B1DC-D55ECF03B80B}">
      <dgm:prSet custT="1"/>
      <dgm:spPr/>
      <dgm:t>
        <a:bodyPr/>
        <a:lstStyle/>
        <a:p>
          <a:r>
            <a:rPr lang="en-US" sz="1600" b="1"/>
            <a:t>Choose Logistic Regression or SVM:</a:t>
          </a:r>
          <a:r>
            <a:rPr lang="en-US" sz="1600"/>
            <a:t> Both models strike a balance between performance and simplicity, ideal for applications requiring interpretable models or quicker deployment.</a:t>
          </a:r>
        </a:p>
      </dgm:t>
    </dgm:pt>
    <dgm:pt modelId="{764D8589-3F3D-4CDC-B9C7-CA734A9D48FA}" type="parTrans" cxnId="{F5C508CD-3F1E-4BFC-BDC7-FAD9767ED2A7}">
      <dgm:prSet/>
      <dgm:spPr/>
      <dgm:t>
        <a:bodyPr/>
        <a:lstStyle/>
        <a:p>
          <a:endParaRPr lang="en-US"/>
        </a:p>
      </dgm:t>
    </dgm:pt>
    <dgm:pt modelId="{1D37064B-2397-4FF7-8885-F3A45F400A15}" type="sibTrans" cxnId="{F5C508CD-3F1E-4BFC-BDC7-FAD9767ED2A7}">
      <dgm:prSet/>
      <dgm:spPr/>
      <dgm:t>
        <a:bodyPr/>
        <a:lstStyle/>
        <a:p>
          <a:endParaRPr lang="en-US"/>
        </a:p>
      </dgm:t>
    </dgm:pt>
    <dgm:pt modelId="{EC915BCF-5A63-4A0A-A2BF-C587ABD2B24A}">
      <dgm:prSet custT="1"/>
      <dgm:spPr/>
      <dgm:t>
        <a:bodyPr/>
        <a:lstStyle/>
        <a:p>
          <a:pPr algn="l"/>
          <a:r>
            <a:rPr lang="en-US" sz="1800"/>
            <a:t>4.For Speed with Limited Accuracy:</a:t>
          </a:r>
        </a:p>
      </dgm:t>
    </dgm:pt>
    <dgm:pt modelId="{EC7DB5D6-C98C-4907-B977-E741C5190B74}" type="parTrans" cxnId="{1C4C28A3-1797-44F3-AE79-E51C7FBB1D5A}">
      <dgm:prSet/>
      <dgm:spPr/>
      <dgm:t>
        <a:bodyPr/>
        <a:lstStyle/>
        <a:p>
          <a:endParaRPr lang="en-US"/>
        </a:p>
      </dgm:t>
    </dgm:pt>
    <dgm:pt modelId="{25262588-A678-4495-9632-EC77582DFDAD}" type="sibTrans" cxnId="{1C4C28A3-1797-44F3-AE79-E51C7FBB1D5A}">
      <dgm:prSet/>
      <dgm:spPr/>
      <dgm:t>
        <a:bodyPr/>
        <a:lstStyle/>
        <a:p>
          <a:endParaRPr lang="en-US"/>
        </a:p>
      </dgm:t>
    </dgm:pt>
    <dgm:pt modelId="{1B947FA4-54F0-49B0-B2FD-74FEF2A7701F}">
      <dgm:prSet custT="1"/>
      <dgm:spPr/>
      <dgm:t>
        <a:bodyPr/>
        <a:lstStyle/>
        <a:p>
          <a:r>
            <a:rPr lang="en-US" sz="1600" b="1"/>
            <a:t>Choose KNN: </a:t>
          </a:r>
          <a:r>
            <a:rPr lang="en-US" sz="1600"/>
            <a:t>Useful in scenarios where computational speed is critical, but its low accuracy limits its applicability.</a:t>
          </a:r>
        </a:p>
      </dgm:t>
    </dgm:pt>
    <dgm:pt modelId="{865962C6-2261-4DC6-8F74-69DE46EB2294}" type="parTrans" cxnId="{DF2EE12A-F73E-4160-95D4-BF6169A77757}">
      <dgm:prSet/>
      <dgm:spPr/>
      <dgm:t>
        <a:bodyPr/>
        <a:lstStyle/>
        <a:p>
          <a:endParaRPr lang="en-US"/>
        </a:p>
      </dgm:t>
    </dgm:pt>
    <dgm:pt modelId="{13F7ED6C-A347-4DB4-B67A-6BF7A407EDA8}" type="sibTrans" cxnId="{DF2EE12A-F73E-4160-95D4-BF6169A77757}">
      <dgm:prSet/>
      <dgm:spPr/>
      <dgm:t>
        <a:bodyPr/>
        <a:lstStyle/>
        <a:p>
          <a:endParaRPr lang="en-US"/>
        </a:p>
      </dgm:t>
    </dgm:pt>
    <dgm:pt modelId="{4174656B-4887-412C-B957-DECDF05518D0}" type="pres">
      <dgm:prSet presAssocID="{E5452001-6A1D-4A46-B794-70F368787186}" presName="Name0" presStyleCnt="0">
        <dgm:presLayoutVars>
          <dgm:dir/>
          <dgm:animLvl val="lvl"/>
          <dgm:resizeHandles val="exact"/>
        </dgm:presLayoutVars>
      </dgm:prSet>
      <dgm:spPr/>
    </dgm:pt>
    <dgm:pt modelId="{58BBCCBE-866F-4BF1-B00A-FDCEF570C07A}" type="pres">
      <dgm:prSet presAssocID="{DB49918C-9412-4795-8F0F-A27A93D72003}" presName="linNode" presStyleCnt="0"/>
      <dgm:spPr/>
    </dgm:pt>
    <dgm:pt modelId="{3DBC1274-A0BC-4B0B-BF46-D0672D40AED1}" type="pres">
      <dgm:prSet presAssocID="{DB49918C-9412-4795-8F0F-A27A93D72003}" presName="parentText" presStyleLbl="alignNode1" presStyleIdx="0" presStyleCnt="4" custScaleX="116098">
        <dgm:presLayoutVars>
          <dgm:chMax val="1"/>
          <dgm:bulletEnabled/>
        </dgm:presLayoutVars>
      </dgm:prSet>
      <dgm:spPr/>
    </dgm:pt>
    <dgm:pt modelId="{615D19D9-A074-474E-9E51-920C3BA7B189}" type="pres">
      <dgm:prSet presAssocID="{DB49918C-9412-4795-8F0F-A27A93D72003}" presName="descendantText" presStyleLbl="alignAccFollowNode1" presStyleIdx="0" presStyleCnt="4">
        <dgm:presLayoutVars>
          <dgm:bulletEnabled/>
        </dgm:presLayoutVars>
      </dgm:prSet>
      <dgm:spPr/>
    </dgm:pt>
    <dgm:pt modelId="{2B2255BC-43E6-4367-9689-36C1DC4E6B8F}" type="pres">
      <dgm:prSet presAssocID="{E2A700F8-F7C3-4787-ADA0-7C970C85B218}" presName="sp" presStyleCnt="0"/>
      <dgm:spPr/>
    </dgm:pt>
    <dgm:pt modelId="{61366ED8-2DE5-47F8-94BE-F390CA5A0438}" type="pres">
      <dgm:prSet presAssocID="{5B4E3513-5DA2-474F-824A-D364D559E5F9}" presName="linNode" presStyleCnt="0"/>
      <dgm:spPr/>
    </dgm:pt>
    <dgm:pt modelId="{DEC05236-EE53-434A-8D2C-A07F3E74166A}" type="pres">
      <dgm:prSet presAssocID="{5B4E3513-5DA2-474F-824A-D364D559E5F9}" presName="parentText" presStyleLbl="alignNode1" presStyleIdx="1" presStyleCnt="4" custScaleX="116982" custScaleY="108798">
        <dgm:presLayoutVars>
          <dgm:chMax val="1"/>
          <dgm:bulletEnabled/>
        </dgm:presLayoutVars>
      </dgm:prSet>
      <dgm:spPr/>
    </dgm:pt>
    <dgm:pt modelId="{DBD5BA3C-70E3-41B5-8F5F-8AE695E21034}" type="pres">
      <dgm:prSet presAssocID="{5B4E3513-5DA2-474F-824A-D364D559E5F9}" presName="descendantText" presStyleLbl="alignAccFollowNode1" presStyleIdx="1" presStyleCnt="4" custScaleY="109369">
        <dgm:presLayoutVars>
          <dgm:bulletEnabled/>
        </dgm:presLayoutVars>
      </dgm:prSet>
      <dgm:spPr/>
    </dgm:pt>
    <dgm:pt modelId="{3FDEC3F1-86C2-461A-9B73-9A9065131F36}" type="pres">
      <dgm:prSet presAssocID="{FA72C284-4103-411A-A192-96EB12F3BFE9}" presName="sp" presStyleCnt="0"/>
      <dgm:spPr/>
    </dgm:pt>
    <dgm:pt modelId="{43E5E401-26ED-4423-B8E1-8DF438154F54}" type="pres">
      <dgm:prSet presAssocID="{A504A0AF-7F9D-46C9-87DA-AA5AD609A13C}" presName="linNode" presStyleCnt="0"/>
      <dgm:spPr/>
    </dgm:pt>
    <dgm:pt modelId="{6B8162A0-6907-40B1-8DBD-84275379615A}" type="pres">
      <dgm:prSet presAssocID="{A504A0AF-7F9D-46C9-87DA-AA5AD609A13C}" presName="parentText" presStyleLbl="alignNode1" presStyleIdx="2" presStyleCnt="4" custScaleX="113135" custScaleY="83517">
        <dgm:presLayoutVars>
          <dgm:chMax val="1"/>
          <dgm:bulletEnabled/>
        </dgm:presLayoutVars>
      </dgm:prSet>
      <dgm:spPr/>
    </dgm:pt>
    <dgm:pt modelId="{3D892DCF-FDFB-4924-A5A3-658BA72035C7}" type="pres">
      <dgm:prSet presAssocID="{A504A0AF-7F9D-46C9-87DA-AA5AD609A13C}" presName="descendantText" presStyleLbl="alignAccFollowNode1" presStyleIdx="2" presStyleCnt="4" custScaleX="97071" custScaleY="82395" custLinFactNeighborX="1010" custLinFactNeighborY="152">
        <dgm:presLayoutVars>
          <dgm:bulletEnabled/>
        </dgm:presLayoutVars>
      </dgm:prSet>
      <dgm:spPr/>
    </dgm:pt>
    <dgm:pt modelId="{48A37788-FC53-4E7E-B1DA-314C97D89620}" type="pres">
      <dgm:prSet presAssocID="{AACBA9B8-D3DC-4077-8EF7-49F28366C2B5}" presName="sp" presStyleCnt="0"/>
      <dgm:spPr/>
    </dgm:pt>
    <dgm:pt modelId="{82BA9E76-1903-4CB8-9119-9C190186EFBC}" type="pres">
      <dgm:prSet presAssocID="{EC915BCF-5A63-4A0A-A2BF-C587ABD2B24A}" presName="linNode" presStyleCnt="0"/>
      <dgm:spPr/>
    </dgm:pt>
    <dgm:pt modelId="{8824EAA9-CA37-4C2D-9B18-CD43A0E6CFFC}" type="pres">
      <dgm:prSet presAssocID="{EC915BCF-5A63-4A0A-A2BF-C587ABD2B24A}" presName="parentText" presStyleLbl="alignNode1" presStyleIdx="3" presStyleCnt="4" custScaleX="114949">
        <dgm:presLayoutVars>
          <dgm:chMax val="1"/>
          <dgm:bulletEnabled/>
        </dgm:presLayoutVars>
      </dgm:prSet>
      <dgm:spPr/>
    </dgm:pt>
    <dgm:pt modelId="{6E2D2524-BD3E-43A2-9B76-C598381CAA75}" type="pres">
      <dgm:prSet presAssocID="{EC915BCF-5A63-4A0A-A2BF-C587ABD2B24A}" presName="descendantText" presStyleLbl="alignAccFollowNode1" presStyleIdx="3" presStyleCnt="4">
        <dgm:presLayoutVars>
          <dgm:bulletEnabled/>
        </dgm:presLayoutVars>
      </dgm:prSet>
      <dgm:spPr/>
    </dgm:pt>
  </dgm:ptLst>
  <dgm:cxnLst>
    <dgm:cxn modelId="{3BF89C03-54CC-4EF4-8F40-DB55738B9AAA}" type="presOf" srcId="{5B4E3513-5DA2-474F-824A-D364D559E5F9}" destId="{DEC05236-EE53-434A-8D2C-A07F3E74166A}" srcOrd="0" destOrd="0" presId="urn:microsoft.com/office/officeart/2016/7/layout/VerticalSolidActionList"/>
    <dgm:cxn modelId="{D12F030A-E9BC-496F-B4C7-E5C6CDF97EA6}" type="presOf" srcId="{A504A0AF-7F9D-46C9-87DA-AA5AD609A13C}" destId="{6B8162A0-6907-40B1-8DBD-84275379615A}" srcOrd="0" destOrd="0" presId="urn:microsoft.com/office/officeart/2016/7/layout/VerticalSolidActionList"/>
    <dgm:cxn modelId="{3B0B2E0F-D8D6-430B-97B6-25176D1598D2}" type="presOf" srcId="{83C0A989-0DE7-452C-B1DC-D55ECF03B80B}" destId="{3D892DCF-FDFB-4924-A5A3-658BA72035C7}" srcOrd="0" destOrd="0" presId="urn:microsoft.com/office/officeart/2016/7/layout/VerticalSolidActionList"/>
    <dgm:cxn modelId="{95CDDE19-80F7-4F63-BF26-F07B66C0F600}" type="presOf" srcId="{E6B6E405-99A7-45CB-A7CC-DD1B3BE0E56C}" destId="{DBD5BA3C-70E3-41B5-8F5F-8AE695E21034}" srcOrd="0" destOrd="0" presId="urn:microsoft.com/office/officeart/2016/7/layout/VerticalSolidActionList"/>
    <dgm:cxn modelId="{92C09A29-7EE2-4ABA-9DCC-6CED72DF01C7}" type="presOf" srcId="{BE312C19-0ED0-4D3A-B68B-D9695677A6D2}" destId="{615D19D9-A074-474E-9E51-920C3BA7B189}" srcOrd="0" destOrd="0" presId="urn:microsoft.com/office/officeart/2016/7/layout/VerticalSolidActionList"/>
    <dgm:cxn modelId="{DF2EE12A-F73E-4160-95D4-BF6169A77757}" srcId="{EC915BCF-5A63-4A0A-A2BF-C587ABD2B24A}" destId="{1B947FA4-54F0-49B0-B2FD-74FEF2A7701F}" srcOrd="0" destOrd="0" parTransId="{865962C6-2261-4DC6-8F74-69DE46EB2294}" sibTransId="{13F7ED6C-A347-4DB4-B67A-6BF7A407EDA8}"/>
    <dgm:cxn modelId="{10767335-C2B9-4D1B-AA4D-543D6F2CE15C}" type="presOf" srcId="{DB49918C-9412-4795-8F0F-A27A93D72003}" destId="{3DBC1274-A0BC-4B0B-BF46-D0672D40AED1}" srcOrd="0" destOrd="0" presId="urn:microsoft.com/office/officeart/2016/7/layout/VerticalSolidActionList"/>
    <dgm:cxn modelId="{8A3D9265-1A28-4B19-9186-9F99923C2774}" type="presOf" srcId="{D3B0DA4E-6DB7-40FA-A56F-658E535178C5}" destId="{615D19D9-A074-474E-9E51-920C3BA7B189}" srcOrd="0" destOrd="1" presId="urn:microsoft.com/office/officeart/2016/7/layout/VerticalSolidActionList"/>
    <dgm:cxn modelId="{254F796F-16D7-44B4-9A19-E98AE1FA1FFD}" srcId="{5B4E3513-5DA2-474F-824A-D364D559E5F9}" destId="{E6B6E405-99A7-45CB-A7CC-DD1B3BE0E56C}" srcOrd="0" destOrd="0" parTransId="{EF4F2678-B2F3-4B4B-936B-C0565AECB2EE}" sibTransId="{FDABD52E-5FFC-4B9B-80E1-1162822585B8}"/>
    <dgm:cxn modelId="{EACDC97D-63B7-4015-A98C-E4B96D6A7AD3}" type="presOf" srcId="{E5452001-6A1D-4A46-B794-70F368787186}" destId="{4174656B-4887-412C-B957-DECDF05518D0}" srcOrd="0" destOrd="0" presId="urn:microsoft.com/office/officeart/2016/7/layout/VerticalSolidActionList"/>
    <dgm:cxn modelId="{B1097490-6CC2-4A5D-9CEC-C5F8F9426D9A}" type="presOf" srcId="{1B947FA4-54F0-49B0-B2FD-74FEF2A7701F}" destId="{6E2D2524-BD3E-43A2-9B76-C598381CAA75}" srcOrd="0" destOrd="0" presId="urn:microsoft.com/office/officeart/2016/7/layout/VerticalSolidActionList"/>
    <dgm:cxn modelId="{1C4C28A3-1797-44F3-AE79-E51C7FBB1D5A}" srcId="{E5452001-6A1D-4A46-B794-70F368787186}" destId="{EC915BCF-5A63-4A0A-A2BF-C587ABD2B24A}" srcOrd="3" destOrd="0" parTransId="{EC7DB5D6-C98C-4907-B977-E741C5190B74}" sibTransId="{25262588-A678-4495-9632-EC77582DFDAD}"/>
    <dgm:cxn modelId="{F1501CC0-41A9-464A-9F12-BA329C608E85}" srcId="{E5452001-6A1D-4A46-B794-70F368787186}" destId="{DB49918C-9412-4795-8F0F-A27A93D72003}" srcOrd="0" destOrd="0" parTransId="{E3D5B291-1802-49B4-9577-779FAF4A8A5E}" sibTransId="{E2A700F8-F7C3-4787-ADA0-7C970C85B218}"/>
    <dgm:cxn modelId="{3016D4C6-C047-4E4D-8858-E9E0DC2322EB}" srcId="{DB49918C-9412-4795-8F0F-A27A93D72003}" destId="{D3B0DA4E-6DB7-40FA-A56F-658E535178C5}" srcOrd="1" destOrd="0" parTransId="{9761A155-9CFB-40BB-A795-EE596416D18D}" sibTransId="{7FBF680B-C413-4B2F-9B7F-1FEA1702524F}"/>
    <dgm:cxn modelId="{F5C508CD-3F1E-4BFC-BDC7-FAD9767ED2A7}" srcId="{A504A0AF-7F9D-46C9-87DA-AA5AD609A13C}" destId="{83C0A989-0DE7-452C-B1DC-D55ECF03B80B}" srcOrd="0" destOrd="0" parTransId="{764D8589-3F3D-4CDC-B9C7-CA734A9D48FA}" sibTransId="{1D37064B-2397-4FF7-8885-F3A45F400A15}"/>
    <dgm:cxn modelId="{BCD9F9D9-F71D-4A35-8AAF-4EC0E661F780}" srcId="{E5452001-6A1D-4A46-B794-70F368787186}" destId="{5B4E3513-5DA2-474F-824A-D364D559E5F9}" srcOrd="1" destOrd="0" parTransId="{9FC06BBE-1557-43EA-B2E5-A2611AF50FEA}" sibTransId="{FA72C284-4103-411A-A192-96EB12F3BFE9}"/>
    <dgm:cxn modelId="{DED4C3DD-1F5E-4914-8955-348F8F46E9CE}" type="presOf" srcId="{EC915BCF-5A63-4A0A-A2BF-C587ABD2B24A}" destId="{8824EAA9-CA37-4C2D-9B18-CD43A0E6CFFC}" srcOrd="0" destOrd="0" presId="urn:microsoft.com/office/officeart/2016/7/layout/VerticalSolidActionList"/>
    <dgm:cxn modelId="{35B021DF-1BD6-4F2C-9BAE-AA78DA7EA104}" srcId="{E5452001-6A1D-4A46-B794-70F368787186}" destId="{A504A0AF-7F9D-46C9-87DA-AA5AD609A13C}" srcOrd="2" destOrd="0" parTransId="{80A98A22-2FBB-4C0E-B896-6A451944B886}" sibTransId="{AACBA9B8-D3DC-4077-8EF7-49F28366C2B5}"/>
    <dgm:cxn modelId="{5449D0FE-3153-4FCD-9016-10E572EEEA62}" srcId="{DB49918C-9412-4795-8F0F-A27A93D72003}" destId="{BE312C19-0ED0-4D3A-B68B-D9695677A6D2}" srcOrd="0" destOrd="0" parTransId="{77E92A07-0A0E-4EBC-90CE-E55B040C3A2C}" sibTransId="{ADC0DA74-DBC5-4BBF-850F-6FDDB36AF566}"/>
    <dgm:cxn modelId="{40E6B829-4C14-4C2A-B2A2-3B8812433ACF}" type="presParOf" srcId="{4174656B-4887-412C-B957-DECDF05518D0}" destId="{58BBCCBE-866F-4BF1-B00A-FDCEF570C07A}" srcOrd="0" destOrd="0" presId="urn:microsoft.com/office/officeart/2016/7/layout/VerticalSolidActionList"/>
    <dgm:cxn modelId="{DCB8BB94-B5F9-4B25-B9A7-62DA9682971D}" type="presParOf" srcId="{58BBCCBE-866F-4BF1-B00A-FDCEF570C07A}" destId="{3DBC1274-A0BC-4B0B-BF46-D0672D40AED1}" srcOrd="0" destOrd="0" presId="urn:microsoft.com/office/officeart/2016/7/layout/VerticalSolidActionList"/>
    <dgm:cxn modelId="{DAC366DF-1B76-4F85-82B1-C72AB0455D56}" type="presParOf" srcId="{58BBCCBE-866F-4BF1-B00A-FDCEF570C07A}" destId="{615D19D9-A074-474E-9E51-920C3BA7B189}" srcOrd="1" destOrd="0" presId="urn:microsoft.com/office/officeart/2016/7/layout/VerticalSolidActionList"/>
    <dgm:cxn modelId="{AD1D4D1B-5286-4A53-BAE0-2422E25ED817}" type="presParOf" srcId="{4174656B-4887-412C-B957-DECDF05518D0}" destId="{2B2255BC-43E6-4367-9689-36C1DC4E6B8F}" srcOrd="1" destOrd="0" presId="urn:microsoft.com/office/officeart/2016/7/layout/VerticalSolidActionList"/>
    <dgm:cxn modelId="{DA05E826-9661-4217-AA59-BB822D98829D}" type="presParOf" srcId="{4174656B-4887-412C-B957-DECDF05518D0}" destId="{61366ED8-2DE5-47F8-94BE-F390CA5A0438}" srcOrd="2" destOrd="0" presId="urn:microsoft.com/office/officeart/2016/7/layout/VerticalSolidActionList"/>
    <dgm:cxn modelId="{DD308C31-1556-4929-B3FF-57873BC57099}" type="presParOf" srcId="{61366ED8-2DE5-47F8-94BE-F390CA5A0438}" destId="{DEC05236-EE53-434A-8D2C-A07F3E74166A}" srcOrd="0" destOrd="0" presId="urn:microsoft.com/office/officeart/2016/7/layout/VerticalSolidActionList"/>
    <dgm:cxn modelId="{ED7399AC-4BC0-4251-A945-97E5445B8FF1}" type="presParOf" srcId="{61366ED8-2DE5-47F8-94BE-F390CA5A0438}" destId="{DBD5BA3C-70E3-41B5-8F5F-8AE695E21034}" srcOrd="1" destOrd="0" presId="urn:microsoft.com/office/officeart/2016/7/layout/VerticalSolidActionList"/>
    <dgm:cxn modelId="{29AD5426-251D-4BCB-A7DE-B741A9DBA4E2}" type="presParOf" srcId="{4174656B-4887-412C-B957-DECDF05518D0}" destId="{3FDEC3F1-86C2-461A-9B73-9A9065131F36}" srcOrd="3" destOrd="0" presId="urn:microsoft.com/office/officeart/2016/7/layout/VerticalSolidActionList"/>
    <dgm:cxn modelId="{D33E7AE4-E6D0-449D-B90D-01AF795DEA2E}" type="presParOf" srcId="{4174656B-4887-412C-B957-DECDF05518D0}" destId="{43E5E401-26ED-4423-B8E1-8DF438154F54}" srcOrd="4" destOrd="0" presId="urn:microsoft.com/office/officeart/2016/7/layout/VerticalSolidActionList"/>
    <dgm:cxn modelId="{4F58CA19-202D-43F9-B0CC-A271269914B0}" type="presParOf" srcId="{43E5E401-26ED-4423-B8E1-8DF438154F54}" destId="{6B8162A0-6907-40B1-8DBD-84275379615A}" srcOrd="0" destOrd="0" presId="urn:microsoft.com/office/officeart/2016/7/layout/VerticalSolidActionList"/>
    <dgm:cxn modelId="{0702014D-613F-4522-8FFB-7D3FE7456227}" type="presParOf" srcId="{43E5E401-26ED-4423-B8E1-8DF438154F54}" destId="{3D892DCF-FDFB-4924-A5A3-658BA72035C7}" srcOrd="1" destOrd="0" presId="urn:microsoft.com/office/officeart/2016/7/layout/VerticalSolidActionList"/>
    <dgm:cxn modelId="{04877D4A-46AB-41E3-A656-106DBF0FE547}" type="presParOf" srcId="{4174656B-4887-412C-B957-DECDF05518D0}" destId="{48A37788-FC53-4E7E-B1DA-314C97D89620}" srcOrd="5" destOrd="0" presId="urn:microsoft.com/office/officeart/2016/7/layout/VerticalSolidActionList"/>
    <dgm:cxn modelId="{51BC92BE-F206-44D4-A966-20D8B0312660}" type="presParOf" srcId="{4174656B-4887-412C-B957-DECDF05518D0}" destId="{82BA9E76-1903-4CB8-9119-9C190186EFBC}" srcOrd="6" destOrd="0" presId="urn:microsoft.com/office/officeart/2016/7/layout/VerticalSolidActionList"/>
    <dgm:cxn modelId="{2A7FC62B-CF1D-4A07-A7CC-FB303502FFBC}" type="presParOf" srcId="{82BA9E76-1903-4CB8-9119-9C190186EFBC}" destId="{8824EAA9-CA37-4C2D-9B18-CD43A0E6CFFC}" srcOrd="0" destOrd="0" presId="urn:microsoft.com/office/officeart/2016/7/layout/VerticalSolidActionList"/>
    <dgm:cxn modelId="{18DEDCFE-6C4E-4D27-A8EA-FAD8B604CB7F}" type="presParOf" srcId="{82BA9E76-1903-4CB8-9119-9C190186EFBC}" destId="{6E2D2524-BD3E-43A2-9B76-C598381CAA75}" srcOrd="1" destOrd="0" presId="urn:microsoft.com/office/officeart/2016/7/layout/VerticalSolidAction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DBACF81-D5EA-4CF2-9904-8FDBBFE45CCC}">
      <dsp:nvSpPr>
        <dsp:cNvPr id="0" name=""/>
        <dsp:cNvSpPr/>
      </dsp:nvSpPr>
      <dsp:spPr>
        <a:xfrm>
          <a:off x="20804" y="90072"/>
          <a:ext cx="897246" cy="897246"/>
        </a:xfrm>
        <a:prstGeom prst="ellipse">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EE7602A-70E4-410F-9B18-196CA422F4B5}">
      <dsp:nvSpPr>
        <dsp:cNvPr id="0" name=""/>
        <dsp:cNvSpPr/>
      </dsp:nvSpPr>
      <dsp:spPr>
        <a:xfrm>
          <a:off x="209225" y="278494"/>
          <a:ext cx="520402" cy="520402"/>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1EE7857-26A3-4C40-A392-56AADD82D5E0}">
      <dsp:nvSpPr>
        <dsp:cNvPr id="0" name=""/>
        <dsp:cNvSpPr/>
      </dsp:nvSpPr>
      <dsp:spPr>
        <a:xfrm>
          <a:off x="1110317" y="90072"/>
          <a:ext cx="2114937" cy="8972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622300">
            <a:lnSpc>
              <a:spcPct val="100000"/>
            </a:lnSpc>
            <a:spcBef>
              <a:spcPct val="0"/>
            </a:spcBef>
            <a:spcAft>
              <a:spcPct val="35000"/>
            </a:spcAft>
            <a:buNone/>
          </a:pPr>
          <a:r>
            <a:rPr lang="en-US" sz="1400" b="1" kern="1200">
              <a:latin typeface="Quicksand"/>
              <a:ea typeface="Quicksand"/>
              <a:cs typeface="Quicksand"/>
              <a:sym typeface="Quicksand"/>
            </a:rPr>
            <a:t>Team Introduction</a:t>
          </a:r>
          <a:endParaRPr lang="en-US" sz="1400" b="1" kern="1200"/>
        </a:p>
      </dsp:txBody>
      <dsp:txXfrm>
        <a:off x="1110317" y="90072"/>
        <a:ext cx="2114937" cy="897246"/>
      </dsp:txXfrm>
    </dsp:sp>
    <dsp:sp modelId="{6A907303-3754-4AB5-A7A1-B0E86325DACB}">
      <dsp:nvSpPr>
        <dsp:cNvPr id="0" name=""/>
        <dsp:cNvSpPr/>
      </dsp:nvSpPr>
      <dsp:spPr>
        <a:xfrm>
          <a:off x="3593765" y="90072"/>
          <a:ext cx="897246" cy="897246"/>
        </a:xfrm>
        <a:prstGeom prst="ellipse">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3E4B359-B45D-4111-BF91-01A73A4925FB}">
      <dsp:nvSpPr>
        <dsp:cNvPr id="0" name=""/>
        <dsp:cNvSpPr/>
      </dsp:nvSpPr>
      <dsp:spPr>
        <a:xfrm>
          <a:off x="3782187" y="278494"/>
          <a:ext cx="520402" cy="520402"/>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solidFill>
            <a:schemeClr val="lt1">
              <a:alpha val="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33DBCEE-A94C-4F43-B3CA-F0019A7CC294}">
      <dsp:nvSpPr>
        <dsp:cNvPr id="0" name=""/>
        <dsp:cNvSpPr/>
      </dsp:nvSpPr>
      <dsp:spPr>
        <a:xfrm>
          <a:off x="4683278" y="90072"/>
          <a:ext cx="2114937" cy="8972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622300">
            <a:lnSpc>
              <a:spcPct val="100000"/>
            </a:lnSpc>
            <a:spcBef>
              <a:spcPct val="0"/>
            </a:spcBef>
            <a:spcAft>
              <a:spcPct val="35000"/>
            </a:spcAft>
            <a:buNone/>
          </a:pPr>
          <a:r>
            <a:rPr lang="en-US" sz="1400" b="1" kern="1200">
              <a:latin typeface="Quicksand"/>
              <a:ea typeface="Quicksand"/>
              <a:cs typeface="Quicksand"/>
              <a:sym typeface="Quicksand"/>
            </a:rPr>
            <a:t>Business Problem &amp; Motivation Overview</a:t>
          </a:r>
          <a:r>
            <a:rPr lang="en-US" sz="1400" b="1" kern="1200">
              <a:solidFill>
                <a:srgbClr val="000000">
                  <a:hueOff val="0"/>
                  <a:satOff val="0"/>
                  <a:lumOff val="0"/>
                  <a:alphaOff val="0"/>
                </a:srgbClr>
              </a:solidFill>
              <a:latin typeface="Quicksand"/>
              <a:ea typeface="Quicksand"/>
              <a:cs typeface="Quicksand"/>
            </a:rPr>
            <a:t> </a:t>
          </a:r>
        </a:p>
      </dsp:txBody>
      <dsp:txXfrm>
        <a:off x="4683278" y="90072"/>
        <a:ext cx="2114937" cy="897246"/>
      </dsp:txXfrm>
    </dsp:sp>
    <dsp:sp modelId="{1166374E-E37F-4FEB-BFA7-7A621FBCEB1A}">
      <dsp:nvSpPr>
        <dsp:cNvPr id="0" name=""/>
        <dsp:cNvSpPr/>
      </dsp:nvSpPr>
      <dsp:spPr>
        <a:xfrm>
          <a:off x="7166727" y="90072"/>
          <a:ext cx="897246" cy="897246"/>
        </a:xfrm>
        <a:prstGeom prst="ellipse">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4EBD29A-35E4-4D21-85CA-006D58B0F7E9}">
      <dsp:nvSpPr>
        <dsp:cNvPr id="0" name=""/>
        <dsp:cNvSpPr/>
      </dsp:nvSpPr>
      <dsp:spPr>
        <a:xfrm>
          <a:off x="7355149" y="278494"/>
          <a:ext cx="520402" cy="520402"/>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8200E2C-763F-43B1-A9DA-1A79128C3442}">
      <dsp:nvSpPr>
        <dsp:cNvPr id="0" name=""/>
        <dsp:cNvSpPr/>
      </dsp:nvSpPr>
      <dsp:spPr>
        <a:xfrm>
          <a:off x="8256240" y="90072"/>
          <a:ext cx="2114937" cy="8972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622300">
            <a:lnSpc>
              <a:spcPct val="100000"/>
            </a:lnSpc>
            <a:spcBef>
              <a:spcPct val="0"/>
            </a:spcBef>
            <a:spcAft>
              <a:spcPct val="35000"/>
            </a:spcAft>
            <a:buNone/>
          </a:pPr>
          <a:r>
            <a:rPr lang="en-US" sz="1400" b="1" kern="1200">
              <a:solidFill>
                <a:srgbClr val="000000">
                  <a:hueOff val="0"/>
                  <a:satOff val="0"/>
                  <a:lumOff val="0"/>
                  <a:alphaOff val="0"/>
                </a:srgbClr>
              </a:solidFill>
              <a:latin typeface="Quicksand"/>
              <a:ea typeface="Quicksand"/>
              <a:cs typeface="Quicksand"/>
            </a:rPr>
            <a:t>Dataset Overview</a:t>
          </a:r>
          <a:endParaRPr lang="en-US" sz="1400" b="1" kern="1200"/>
        </a:p>
      </dsp:txBody>
      <dsp:txXfrm>
        <a:off x="8256240" y="90072"/>
        <a:ext cx="2114937" cy="897246"/>
      </dsp:txXfrm>
    </dsp:sp>
    <dsp:sp modelId="{28C4837F-5250-4871-9F7D-8E152AE3A72E}">
      <dsp:nvSpPr>
        <dsp:cNvPr id="0" name=""/>
        <dsp:cNvSpPr/>
      </dsp:nvSpPr>
      <dsp:spPr>
        <a:xfrm>
          <a:off x="20804" y="1727045"/>
          <a:ext cx="897246" cy="897246"/>
        </a:xfrm>
        <a:prstGeom prst="ellipse">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F1540C0-CC7A-4F7A-9739-D2026B03E6BD}">
      <dsp:nvSpPr>
        <dsp:cNvPr id="0" name=""/>
        <dsp:cNvSpPr/>
      </dsp:nvSpPr>
      <dsp:spPr>
        <a:xfrm>
          <a:off x="209225" y="1915467"/>
          <a:ext cx="520402" cy="520402"/>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EED58FC-C12B-48E6-9560-E960B7137716}">
      <dsp:nvSpPr>
        <dsp:cNvPr id="0" name=""/>
        <dsp:cNvSpPr/>
      </dsp:nvSpPr>
      <dsp:spPr>
        <a:xfrm>
          <a:off x="1110317" y="1727045"/>
          <a:ext cx="2114937" cy="8972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622300">
            <a:lnSpc>
              <a:spcPct val="100000"/>
            </a:lnSpc>
            <a:spcBef>
              <a:spcPct val="0"/>
            </a:spcBef>
            <a:spcAft>
              <a:spcPct val="35000"/>
            </a:spcAft>
            <a:buNone/>
          </a:pPr>
          <a:r>
            <a:rPr lang="en-US" sz="1400" b="1" kern="1200">
              <a:latin typeface="Quicksand"/>
              <a:ea typeface="Quicksand"/>
              <a:cs typeface="Quicksand"/>
              <a:sym typeface="Quicksand"/>
            </a:rPr>
            <a:t>Review of Previous Solutions to the Problem</a:t>
          </a:r>
          <a:endParaRPr lang="en-US" sz="1400" b="1" kern="1200"/>
        </a:p>
      </dsp:txBody>
      <dsp:txXfrm>
        <a:off x="1110317" y="1727045"/>
        <a:ext cx="2114937" cy="897246"/>
      </dsp:txXfrm>
    </dsp:sp>
    <dsp:sp modelId="{4B218E18-2CBF-4601-AC00-7382F81BC29B}">
      <dsp:nvSpPr>
        <dsp:cNvPr id="0" name=""/>
        <dsp:cNvSpPr/>
      </dsp:nvSpPr>
      <dsp:spPr>
        <a:xfrm>
          <a:off x="3593765" y="1727045"/>
          <a:ext cx="897246" cy="897246"/>
        </a:xfrm>
        <a:prstGeom prst="ellipse">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B1B1F15-768C-4D6B-8B13-5A1C9CE80843}">
      <dsp:nvSpPr>
        <dsp:cNvPr id="0" name=""/>
        <dsp:cNvSpPr/>
      </dsp:nvSpPr>
      <dsp:spPr>
        <a:xfrm>
          <a:off x="3782187" y="1915467"/>
          <a:ext cx="520402" cy="520402"/>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80267CD-2C17-4960-9801-FC8C1992E533}">
      <dsp:nvSpPr>
        <dsp:cNvPr id="0" name=""/>
        <dsp:cNvSpPr/>
      </dsp:nvSpPr>
      <dsp:spPr>
        <a:xfrm>
          <a:off x="4683278" y="1727045"/>
          <a:ext cx="2114937" cy="8972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622300">
            <a:lnSpc>
              <a:spcPct val="100000"/>
            </a:lnSpc>
            <a:spcBef>
              <a:spcPct val="0"/>
            </a:spcBef>
            <a:spcAft>
              <a:spcPct val="35000"/>
            </a:spcAft>
            <a:buNone/>
          </a:pPr>
          <a:r>
            <a:rPr lang="en-US" sz="1400" b="1" kern="1200">
              <a:latin typeface="Quicksand"/>
              <a:ea typeface="Quicksand"/>
              <a:cs typeface="Quicksand"/>
              <a:sym typeface="Quicksand"/>
            </a:rPr>
            <a:t>Opportunities Through Business Analytics </a:t>
          </a:r>
          <a:endParaRPr lang="en-US" sz="1400" b="1" kern="1200"/>
        </a:p>
      </dsp:txBody>
      <dsp:txXfrm>
        <a:off x="4683278" y="1727045"/>
        <a:ext cx="2114937" cy="897246"/>
      </dsp:txXfrm>
    </dsp:sp>
    <dsp:sp modelId="{A2D30D27-0E28-44CA-B6A3-5B0DD447DBB7}">
      <dsp:nvSpPr>
        <dsp:cNvPr id="0" name=""/>
        <dsp:cNvSpPr/>
      </dsp:nvSpPr>
      <dsp:spPr>
        <a:xfrm>
          <a:off x="7166727" y="1727045"/>
          <a:ext cx="897246" cy="897246"/>
        </a:xfrm>
        <a:prstGeom prst="ellipse">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9203555-35E8-410A-8648-6AA21B5A4862}">
      <dsp:nvSpPr>
        <dsp:cNvPr id="0" name=""/>
        <dsp:cNvSpPr/>
      </dsp:nvSpPr>
      <dsp:spPr>
        <a:xfrm>
          <a:off x="7355149" y="1915467"/>
          <a:ext cx="520402" cy="520402"/>
        </a:xfrm>
        <a:prstGeom prst="rect">
          <a:avLst/>
        </a:prstGeom>
        <a:blipFill>
          <a:blip xmlns:r="http://schemas.openxmlformats.org/officeDocument/2006/relationships"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7CA7B4D-69D3-421E-BDFD-19ACF6AC56E3}">
      <dsp:nvSpPr>
        <dsp:cNvPr id="0" name=""/>
        <dsp:cNvSpPr/>
      </dsp:nvSpPr>
      <dsp:spPr>
        <a:xfrm>
          <a:off x="8150578" y="1771953"/>
          <a:ext cx="2362173" cy="8972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622300">
            <a:lnSpc>
              <a:spcPct val="100000"/>
            </a:lnSpc>
            <a:spcBef>
              <a:spcPct val="0"/>
            </a:spcBef>
            <a:spcAft>
              <a:spcPct val="35000"/>
            </a:spcAft>
            <a:buNone/>
          </a:pPr>
          <a:r>
            <a:rPr lang="en-US" sz="1400" b="1" kern="1200">
              <a:latin typeface="Quicksand"/>
              <a:ea typeface="Quicksand"/>
              <a:cs typeface="Quicksand"/>
              <a:sym typeface="Quicksand"/>
            </a:rPr>
            <a:t>Approach to Problem Solving:</a:t>
          </a:r>
          <a:br>
            <a:rPr lang="en-US" sz="1200" b="0" kern="1200">
              <a:latin typeface="Quicksand"/>
              <a:ea typeface="Quicksand"/>
              <a:cs typeface="Quicksand"/>
              <a:sym typeface="Quicksand"/>
            </a:rPr>
          </a:br>
          <a:r>
            <a:rPr lang="en-US" sz="1200" b="0" kern="1200">
              <a:latin typeface="Quicksand"/>
              <a:ea typeface="Quicksand"/>
              <a:cs typeface="Quicksand"/>
              <a:sym typeface="Quicksand"/>
            </a:rPr>
            <a:t>         a. Data Used/Found/Derived</a:t>
          </a:r>
          <a:br>
            <a:rPr lang="en-US" sz="1200" b="0" kern="1200">
              <a:latin typeface="Quicksand"/>
              <a:ea typeface="Quicksand"/>
              <a:cs typeface="Quicksand"/>
              <a:sym typeface="Quicksand"/>
            </a:rPr>
          </a:br>
          <a:r>
            <a:rPr lang="en-US" sz="1200" b="0" kern="1200">
              <a:latin typeface="Quicksand"/>
              <a:ea typeface="Quicksand"/>
              <a:cs typeface="Quicksand"/>
              <a:sym typeface="Quicksand"/>
            </a:rPr>
            <a:t>         b. Models Applied and Tested</a:t>
          </a:r>
          <a:endParaRPr lang="en-US" sz="1200" b="0" kern="1200"/>
        </a:p>
      </dsp:txBody>
      <dsp:txXfrm>
        <a:off x="8150578" y="1771953"/>
        <a:ext cx="2362173" cy="897246"/>
      </dsp:txXfrm>
    </dsp:sp>
    <dsp:sp modelId="{5199128D-D151-445E-9B2F-EBE9DD9E6870}">
      <dsp:nvSpPr>
        <dsp:cNvPr id="0" name=""/>
        <dsp:cNvSpPr/>
      </dsp:nvSpPr>
      <dsp:spPr>
        <a:xfrm>
          <a:off x="20804" y="3364019"/>
          <a:ext cx="897246" cy="897246"/>
        </a:xfrm>
        <a:prstGeom prst="ellipse">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0938453-52BE-4DE4-8C6C-F11ED2936900}">
      <dsp:nvSpPr>
        <dsp:cNvPr id="0" name=""/>
        <dsp:cNvSpPr/>
      </dsp:nvSpPr>
      <dsp:spPr>
        <a:xfrm>
          <a:off x="209225" y="3552441"/>
          <a:ext cx="520402" cy="520402"/>
        </a:xfrm>
        <a:prstGeom prst="rect">
          <a:avLst/>
        </a:prstGeom>
        <a:blipFill>
          <a:blip xmlns:r="http://schemas.openxmlformats.org/officeDocument/2006/relationships"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2AA462D-E301-4171-8164-27F1A338E8B8}">
      <dsp:nvSpPr>
        <dsp:cNvPr id="0" name=""/>
        <dsp:cNvSpPr/>
      </dsp:nvSpPr>
      <dsp:spPr>
        <a:xfrm>
          <a:off x="1110317" y="3364019"/>
          <a:ext cx="2114937" cy="8972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622300">
            <a:lnSpc>
              <a:spcPct val="100000"/>
            </a:lnSpc>
            <a:spcBef>
              <a:spcPct val="0"/>
            </a:spcBef>
            <a:spcAft>
              <a:spcPct val="35000"/>
            </a:spcAft>
            <a:buNone/>
          </a:pPr>
          <a:r>
            <a:rPr lang="en-US" sz="1400" b="1" kern="1200">
              <a:latin typeface="Quicksand"/>
              <a:ea typeface="Quicksand"/>
              <a:cs typeface="Quicksand"/>
              <a:sym typeface="Quicksand"/>
            </a:rPr>
            <a:t>Results Description &amp; Process Details</a:t>
          </a:r>
          <a:endParaRPr lang="en-US" sz="1400" b="1" kern="1200"/>
        </a:p>
      </dsp:txBody>
      <dsp:txXfrm>
        <a:off x="1110317" y="3364019"/>
        <a:ext cx="2114937" cy="897246"/>
      </dsp:txXfrm>
    </dsp:sp>
    <dsp:sp modelId="{4A82771A-0933-4C66-AFED-180436B99A2F}">
      <dsp:nvSpPr>
        <dsp:cNvPr id="0" name=""/>
        <dsp:cNvSpPr/>
      </dsp:nvSpPr>
      <dsp:spPr>
        <a:xfrm>
          <a:off x="3593765" y="3364019"/>
          <a:ext cx="897246" cy="897246"/>
        </a:xfrm>
        <a:prstGeom prst="ellipse">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0367AE6-027F-4153-BE6D-C5089733D4A1}">
      <dsp:nvSpPr>
        <dsp:cNvPr id="0" name=""/>
        <dsp:cNvSpPr/>
      </dsp:nvSpPr>
      <dsp:spPr>
        <a:xfrm>
          <a:off x="3782187" y="3552441"/>
          <a:ext cx="520402" cy="520402"/>
        </a:xfrm>
        <a:prstGeom prst="rect">
          <a:avLst/>
        </a:prstGeom>
        <a:blipFill>
          <a:blip xmlns:r="http://schemas.openxmlformats.org/officeDocument/2006/relationships" r:embed="rId15">
            <a:extLst>
              <a:ext uri="{28A0092B-C50C-407E-A947-70E740481C1C}">
                <a14:useLocalDpi xmlns:a14="http://schemas.microsoft.com/office/drawing/2010/main" val="0"/>
              </a:ext>
              <a:ext uri="{96DAC541-7B7A-43D3-8B79-37D633B846F1}">
                <asvg:svgBlip xmlns:asvg="http://schemas.microsoft.com/office/drawing/2016/SVG/main" r:embed="rId1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8C58C4C-84A5-4F23-9557-6DDE3A24A220}">
      <dsp:nvSpPr>
        <dsp:cNvPr id="0" name=""/>
        <dsp:cNvSpPr/>
      </dsp:nvSpPr>
      <dsp:spPr>
        <a:xfrm>
          <a:off x="4683278" y="3364019"/>
          <a:ext cx="2114937" cy="8972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622300">
            <a:lnSpc>
              <a:spcPct val="100000"/>
            </a:lnSpc>
            <a:spcBef>
              <a:spcPct val="0"/>
            </a:spcBef>
            <a:spcAft>
              <a:spcPct val="35000"/>
            </a:spcAft>
            <a:buNone/>
          </a:pPr>
          <a:r>
            <a:rPr lang="en-US" sz="1400" b="1" kern="1200">
              <a:latin typeface="Quicksand"/>
              <a:ea typeface="Quicksand"/>
              <a:cs typeface="Quicksand"/>
              <a:sym typeface="Quicksand"/>
            </a:rPr>
            <a:t>Conclusion with Recommendations Based on Analysis</a:t>
          </a:r>
          <a:endParaRPr lang="en-US" sz="1400" b="1" kern="1200"/>
        </a:p>
      </dsp:txBody>
      <dsp:txXfrm>
        <a:off x="4683278" y="3364019"/>
        <a:ext cx="2114937" cy="89724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7560745-324A-452B-B5D4-3D3BB038291A}">
      <dsp:nvSpPr>
        <dsp:cNvPr id="0" name=""/>
        <dsp:cNvSpPr/>
      </dsp:nvSpPr>
      <dsp:spPr>
        <a:xfrm>
          <a:off x="270777" y="534511"/>
          <a:ext cx="1366078" cy="1366078"/>
        </a:xfrm>
        <a:prstGeom prst="ellipse">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8AB947C-8E9D-471C-A365-CC8280EAE76E}">
      <dsp:nvSpPr>
        <dsp:cNvPr id="0" name=""/>
        <dsp:cNvSpPr/>
      </dsp:nvSpPr>
      <dsp:spPr>
        <a:xfrm>
          <a:off x="557653" y="821388"/>
          <a:ext cx="792325" cy="792325"/>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08B7C62-7230-4B27-8D3E-7D37FCF963D6}">
      <dsp:nvSpPr>
        <dsp:cNvPr id="0" name=""/>
        <dsp:cNvSpPr/>
      </dsp:nvSpPr>
      <dsp:spPr>
        <a:xfrm>
          <a:off x="1929587" y="534511"/>
          <a:ext cx="3220042" cy="136607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622300">
            <a:lnSpc>
              <a:spcPct val="100000"/>
            </a:lnSpc>
            <a:spcBef>
              <a:spcPct val="0"/>
            </a:spcBef>
            <a:spcAft>
              <a:spcPct val="35000"/>
            </a:spcAft>
            <a:buNone/>
          </a:pPr>
          <a:r>
            <a:rPr lang="en-IN" sz="1400" b="1" kern="1200"/>
            <a:t>Proactive Interventions: </a:t>
          </a:r>
          <a:r>
            <a:rPr lang="en-IN" sz="1400" kern="1200"/>
            <a:t>By predicting obesity risks, businesses and healthcare providers can intervene early, reducing long-term health complications.</a:t>
          </a:r>
          <a:endParaRPr lang="en-US" sz="1400" kern="1200"/>
        </a:p>
      </dsp:txBody>
      <dsp:txXfrm>
        <a:off x="1929587" y="534511"/>
        <a:ext cx="3220042" cy="1366078"/>
      </dsp:txXfrm>
    </dsp:sp>
    <dsp:sp modelId="{2919FFE9-4553-409F-B168-05AA9C3CFF07}">
      <dsp:nvSpPr>
        <dsp:cNvPr id="0" name=""/>
        <dsp:cNvSpPr/>
      </dsp:nvSpPr>
      <dsp:spPr>
        <a:xfrm>
          <a:off x="5710697" y="534511"/>
          <a:ext cx="1366078" cy="1366078"/>
        </a:xfrm>
        <a:prstGeom prst="ellipse">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F7A7F25-DC41-41D5-8946-D6C2AD8833DB}">
      <dsp:nvSpPr>
        <dsp:cNvPr id="0" name=""/>
        <dsp:cNvSpPr/>
      </dsp:nvSpPr>
      <dsp:spPr>
        <a:xfrm>
          <a:off x="5997574" y="821388"/>
          <a:ext cx="792325" cy="792325"/>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FA6DDEAC-25C1-49EA-83DD-8C395BA4709D}">
      <dsp:nvSpPr>
        <dsp:cNvPr id="0" name=""/>
        <dsp:cNvSpPr/>
      </dsp:nvSpPr>
      <dsp:spPr>
        <a:xfrm>
          <a:off x="7369507" y="534511"/>
          <a:ext cx="3220042" cy="136607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622300">
            <a:lnSpc>
              <a:spcPct val="100000"/>
            </a:lnSpc>
            <a:spcBef>
              <a:spcPct val="0"/>
            </a:spcBef>
            <a:spcAft>
              <a:spcPct val="35000"/>
            </a:spcAft>
            <a:buNone/>
          </a:pPr>
          <a:r>
            <a:rPr lang="en-IN" sz="1400" b="1" kern="1200"/>
            <a:t>Efficient Resource Allocation: </a:t>
          </a:r>
          <a:r>
            <a:rPr lang="en-IN" sz="1400" kern="1200"/>
            <a:t>Insights from data analysis can help organizations and policymakers focus resources where they are most needed, such as high-risk demographics.</a:t>
          </a:r>
          <a:endParaRPr lang="en-US" sz="1400" kern="1200"/>
        </a:p>
      </dsp:txBody>
      <dsp:txXfrm>
        <a:off x="7369507" y="534511"/>
        <a:ext cx="3220042" cy="1366078"/>
      </dsp:txXfrm>
    </dsp:sp>
    <dsp:sp modelId="{C14B21B5-4BAF-48DC-B70D-3ADBCE6E44B8}">
      <dsp:nvSpPr>
        <dsp:cNvPr id="0" name=""/>
        <dsp:cNvSpPr/>
      </dsp:nvSpPr>
      <dsp:spPr>
        <a:xfrm>
          <a:off x="270777" y="2679145"/>
          <a:ext cx="1366078" cy="1366078"/>
        </a:xfrm>
        <a:prstGeom prst="ellipse">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DC1B277-A3D8-4849-A430-14D14C7DFCE4}">
      <dsp:nvSpPr>
        <dsp:cNvPr id="0" name=""/>
        <dsp:cNvSpPr/>
      </dsp:nvSpPr>
      <dsp:spPr>
        <a:xfrm>
          <a:off x="557653" y="2966022"/>
          <a:ext cx="792325" cy="792325"/>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5F7D1B2B-D32A-4690-8E4F-D8C3784F0726}">
      <dsp:nvSpPr>
        <dsp:cNvPr id="0" name=""/>
        <dsp:cNvSpPr/>
      </dsp:nvSpPr>
      <dsp:spPr>
        <a:xfrm>
          <a:off x="1929587" y="2679145"/>
          <a:ext cx="3220042" cy="136607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622300">
            <a:lnSpc>
              <a:spcPct val="100000"/>
            </a:lnSpc>
            <a:spcBef>
              <a:spcPct val="0"/>
            </a:spcBef>
            <a:spcAft>
              <a:spcPct val="35000"/>
            </a:spcAft>
            <a:buNone/>
          </a:pPr>
          <a:r>
            <a:rPr lang="en-IN" sz="1400" b="1" kern="1200"/>
            <a:t>Personalized Strategies: </a:t>
          </a:r>
          <a:r>
            <a:rPr lang="en-IN" sz="1400" kern="1200"/>
            <a:t>Data-driven insights can tailor wellness programs and dietary recommendations, increasing their effectiveness.</a:t>
          </a:r>
          <a:endParaRPr lang="en-US" sz="1400" kern="1200"/>
        </a:p>
      </dsp:txBody>
      <dsp:txXfrm>
        <a:off x="1929587" y="2679145"/>
        <a:ext cx="3220042" cy="1366078"/>
      </dsp:txXfrm>
    </dsp:sp>
    <dsp:sp modelId="{1A4229CA-71B1-46B0-BEF6-137016BC6AA4}">
      <dsp:nvSpPr>
        <dsp:cNvPr id="0" name=""/>
        <dsp:cNvSpPr/>
      </dsp:nvSpPr>
      <dsp:spPr>
        <a:xfrm>
          <a:off x="5710697" y="2679145"/>
          <a:ext cx="1366078" cy="1366078"/>
        </a:xfrm>
        <a:prstGeom prst="ellipse">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343452F-53E8-4922-9C00-30999DEC2603}">
      <dsp:nvSpPr>
        <dsp:cNvPr id="0" name=""/>
        <dsp:cNvSpPr/>
      </dsp:nvSpPr>
      <dsp:spPr>
        <a:xfrm>
          <a:off x="5997574" y="2966022"/>
          <a:ext cx="792325" cy="792325"/>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E1B9018-D04F-49A1-A35B-75F85FA92974}">
      <dsp:nvSpPr>
        <dsp:cNvPr id="0" name=""/>
        <dsp:cNvSpPr/>
      </dsp:nvSpPr>
      <dsp:spPr>
        <a:xfrm>
          <a:off x="7369507" y="2679145"/>
          <a:ext cx="3220042" cy="136607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622300">
            <a:lnSpc>
              <a:spcPct val="100000"/>
            </a:lnSpc>
            <a:spcBef>
              <a:spcPct val="0"/>
            </a:spcBef>
            <a:spcAft>
              <a:spcPct val="35000"/>
            </a:spcAft>
            <a:buNone/>
          </a:pPr>
          <a:r>
            <a:rPr lang="en-IN" sz="1400" b="1" kern="1200"/>
            <a:t>Trend Analysis: </a:t>
          </a:r>
          <a:r>
            <a:rPr lang="en-IN" sz="1400" kern="1200"/>
            <a:t>Organizations can monitor obesity trends across various regions, demographics, and age groups, enabling better decision-making for product or service delivery.</a:t>
          </a:r>
          <a:endParaRPr lang="en-US" sz="1400" kern="1200"/>
        </a:p>
      </dsp:txBody>
      <dsp:txXfrm>
        <a:off x="7369507" y="2679145"/>
        <a:ext cx="3220042" cy="136607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5FA82BD-24D8-4891-ACD6-6038695A4706}">
      <dsp:nvSpPr>
        <dsp:cNvPr id="0" name=""/>
        <dsp:cNvSpPr/>
      </dsp:nvSpPr>
      <dsp:spPr>
        <a:xfrm>
          <a:off x="3217" y="351292"/>
          <a:ext cx="2552477" cy="3573469"/>
        </a:xfrm>
        <a:prstGeom prst="rect">
          <a:avLst/>
        </a:prstGeom>
        <a:solidFill>
          <a:schemeClr val="accent2">
            <a:alpha val="90000"/>
            <a:tint val="40000"/>
            <a:hueOff val="0"/>
            <a:satOff val="0"/>
            <a:lumOff val="0"/>
            <a:alphaOff val="0"/>
          </a:schemeClr>
        </a:solidFill>
        <a:ln w="12700" cap="flat" cmpd="sng" algn="ctr">
          <a:solidFill>
            <a:schemeClr val="accent2">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99001" tIns="330200" rIns="199001" bIns="330200" numCol="1" spcCol="1270" anchor="t" anchorCtr="0">
          <a:noAutofit/>
        </a:bodyPr>
        <a:lstStyle/>
        <a:p>
          <a:pPr marL="0" lvl="0" indent="0" algn="ctr" defTabSz="711200">
            <a:lnSpc>
              <a:spcPct val="90000"/>
            </a:lnSpc>
            <a:spcBef>
              <a:spcPct val="0"/>
            </a:spcBef>
            <a:spcAft>
              <a:spcPct val="35000"/>
            </a:spcAft>
            <a:buNone/>
          </a:pPr>
          <a:r>
            <a:rPr lang="en-IN" sz="1600" kern="1200"/>
            <a:t>Conduct exploratory data analysis and Data preprocessing to handle outliers, missing and duplicate data. </a:t>
          </a:r>
          <a:endParaRPr lang="en-US" sz="1600" kern="1200"/>
        </a:p>
      </dsp:txBody>
      <dsp:txXfrm>
        <a:off x="3217" y="1709211"/>
        <a:ext cx="2552477" cy="2144081"/>
      </dsp:txXfrm>
    </dsp:sp>
    <dsp:sp modelId="{FAF29566-B480-49B7-B708-F0780A9012C5}">
      <dsp:nvSpPr>
        <dsp:cNvPr id="0" name=""/>
        <dsp:cNvSpPr/>
      </dsp:nvSpPr>
      <dsp:spPr>
        <a:xfrm>
          <a:off x="743436" y="708639"/>
          <a:ext cx="1072040" cy="1072040"/>
        </a:xfrm>
        <a:prstGeom prst="ellips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580" tIns="12700" rIns="83580" bIns="12700" numCol="1" spcCol="1270" anchor="ctr" anchorCtr="0">
          <a:noAutofit/>
        </a:bodyPr>
        <a:lstStyle/>
        <a:p>
          <a:pPr marL="0" lvl="0" indent="0" algn="ctr" defTabSz="2133600">
            <a:lnSpc>
              <a:spcPct val="90000"/>
            </a:lnSpc>
            <a:spcBef>
              <a:spcPct val="0"/>
            </a:spcBef>
            <a:spcAft>
              <a:spcPct val="35000"/>
            </a:spcAft>
            <a:buNone/>
          </a:pPr>
          <a:r>
            <a:rPr lang="en-US" sz="4800" kern="1200"/>
            <a:t>1</a:t>
          </a:r>
        </a:p>
      </dsp:txBody>
      <dsp:txXfrm>
        <a:off x="900433" y="865636"/>
        <a:ext cx="758046" cy="758046"/>
      </dsp:txXfrm>
    </dsp:sp>
    <dsp:sp modelId="{5DE7FB44-4D97-4EF7-89E1-AD63EB17E41F}">
      <dsp:nvSpPr>
        <dsp:cNvPr id="0" name=""/>
        <dsp:cNvSpPr/>
      </dsp:nvSpPr>
      <dsp:spPr>
        <a:xfrm>
          <a:off x="3217" y="3924690"/>
          <a:ext cx="2552477" cy="72"/>
        </a:xfrm>
        <a:prstGeom prst="rect">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C10BD1C-0FBF-4BC8-93B9-9A2F89EBA200}">
      <dsp:nvSpPr>
        <dsp:cNvPr id="0" name=""/>
        <dsp:cNvSpPr/>
      </dsp:nvSpPr>
      <dsp:spPr>
        <a:xfrm>
          <a:off x="2810943" y="351292"/>
          <a:ext cx="2552477" cy="3573469"/>
        </a:xfrm>
        <a:prstGeom prst="rect">
          <a:avLst/>
        </a:prstGeom>
        <a:solidFill>
          <a:schemeClr val="accent2">
            <a:alpha val="90000"/>
            <a:tint val="40000"/>
            <a:hueOff val="0"/>
            <a:satOff val="0"/>
            <a:lumOff val="0"/>
            <a:alphaOff val="0"/>
          </a:schemeClr>
        </a:solidFill>
        <a:ln w="12700" cap="flat" cmpd="sng" algn="ctr">
          <a:solidFill>
            <a:schemeClr val="accent2">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99001" tIns="330200" rIns="199001" bIns="330200" numCol="1" spcCol="1270" anchor="t" anchorCtr="0">
          <a:noAutofit/>
        </a:bodyPr>
        <a:lstStyle/>
        <a:p>
          <a:pPr marL="0" lvl="0" indent="0" algn="ctr" defTabSz="711200">
            <a:lnSpc>
              <a:spcPct val="90000"/>
            </a:lnSpc>
            <a:spcBef>
              <a:spcPct val="0"/>
            </a:spcBef>
            <a:spcAft>
              <a:spcPct val="35000"/>
            </a:spcAft>
            <a:buNone/>
          </a:pPr>
          <a:r>
            <a:rPr lang="en-IN" sz="1600" kern="1200"/>
            <a:t>Feature selection to uncover the most influential factors driving obesity levels.</a:t>
          </a:r>
          <a:endParaRPr lang="en-US" sz="1600" kern="1200"/>
        </a:p>
      </dsp:txBody>
      <dsp:txXfrm>
        <a:off x="2810943" y="1709211"/>
        <a:ext cx="2552477" cy="2144081"/>
      </dsp:txXfrm>
    </dsp:sp>
    <dsp:sp modelId="{699D1463-A4E7-43DE-B950-E9D9B73BDEE9}">
      <dsp:nvSpPr>
        <dsp:cNvPr id="0" name=""/>
        <dsp:cNvSpPr/>
      </dsp:nvSpPr>
      <dsp:spPr>
        <a:xfrm>
          <a:off x="3551161" y="708639"/>
          <a:ext cx="1072040" cy="1072040"/>
        </a:xfrm>
        <a:prstGeom prst="ellips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580" tIns="12700" rIns="83580" bIns="12700" numCol="1" spcCol="1270" anchor="ctr" anchorCtr="0">
          <a:noAutofit/>
        </a:bodyPr>
        <a:lstStyle/>
        <a:p>
          <a:pPr marL="0" lvl="0" indent="0" algn="ctr" defTabSz="2133600">
            <a:lnSpc>
              <a:spcPct val="90000"/>
            </a:lnSpc>
            <a:spcBef>
              <a:spcPct val="0"/>
            </a:spcBef>
            <a:spcAft>
              <a:spcPct val="35000"/>
            </a:spcAft>
            <a:buNone/>
          </a:pPr>
          <a:r>
            <a:rPr lang="en-US" sz="4800" kern="1200"/>
            <a:t>2</a:t>
          </a:r>
        </a:p>
      </dsp:txBody>
      <dsp:txXfrm>
        <a:off x="3708158" y="865636"/>
        <a:ext cx="758046" cy="758046"/>
      </dsp:txXfrm>
    </dsp:sp>
    <dsp:sp modelId="{7CFBE8A0-023B-437F-BC78-BBEF31915B7E}">
      <dsp:nvSpPr>
        <dsp:cNvPr id="0" name=""/>
        <dsp:cNvSpPr/>
      </dsp:nvSpPr>
      <dsp:spPr>
        <a:xfrm>
          <a:off x="2810943" y="3924690"/>
          <a:ext cx="2552477" cy="72"/>
        </a:xfrm>
        <a:prstGeom prst="rect">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D1C6A8B-7059-4113-81DA-54E9840D2127}">
      <dsp:nvSpPr>
        <dsp:cNvPr id="0" name=""/>
        <dsp:cNvSpPr/>
      </dsp:nvSpPr>
      <dsp:spPr>
        <a:xfrm>
          <a:off x="5618668" y="351292"/>
          <a:ext cx="2552477" cy="3573469"/>
        </a:xfrm>
        <a:prstGeom prst="rect">
          <a:avLst/>
        </a:prstGeom>
        <a:solidFill>
          <a:schemeClr val="accent2">
            <a:alpha val="90000"/>
            <a:tint val="40000"/>
            <a:hueOff val="0"/>
            <a:satOff val="0"/>
            <a:lumOff val="0"/>
            <a:alphaOff val="0"/>
          </a:schemeClr>
        </a:solidFill>
        <a:ln w="12700" cap="flat" cmpd="sng" algn="ctr">
          <a:solidFill>
            <a:schemeClr val="accent2">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99001" tIns="330200" rIns="199001" bIns="330200" numCol="1" spcCol="1270" anchor="t" anchorCtr="0">
          <a:noAutofit/>
        </a:bodyPr>
        <a:lstStyle/>
        <a:p>
          <a:pPr marL="0" lvl="0" indent="0" algn="ctr" defTabSz="711200">
            <a:lnSpc>
              <a:spcPct val="90000"/>
            </a:lnSpc>
            <a:spcBef>
              <a:spcPct val="0"/>
            </a:spcBef>
            <a:spcAft>
              <a:spcPct val="35000"/>
            </a:spcAft>
            <a:buNone/>
          </a:pPr>
          <a:r>
            <a:rPr lang="en-IN" sz="1600" kern="1200"/>
            <a:t>Apply machine learning algorithms to classify obesity levels.</a:t>
          </a:r>
          <a:endParaRPr lang="en-US" sz="1600" kern="1200"/>
        </a:p>
      </dsp:txBody>
      <dsp:txXfrm>
        <a:off x="5618668" y="1709211"/>
        <a:ext cx="2552477" cy="2144081"/>
      </dsp:txXfrm>
    </dsp:sp>
    <dsp:sp modelId="{B76B0560-488B-402F-9F9E-F4495BFE25C8}">
      <dsp:nvSpPr>
        <dsp:cNvPr id="0" name=""/>
        <dsp:cNvSpPr/>
      </dsp:nvSpPr>
      <dsp:spPr>
        <a:xfrm>
          <a:off x="6358887" y="708639"/>
          <a:ext cx="1072040" cy="1072040"/>
        </a:xfrm>
        <a:prstGeom prst="ellips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580" tIns="12700" rIns="83580" bIns="12700" numCol="1" spcCol="1270" anchor="ctr" anchorCtr="0">
          <a:noAutofit/>
        </a:bodyPr>
        <a:lstStyle/>
        <a:p>
          <a:pPr marL="0" lvl="0" indent="0" algn="ctr" defTabSz="2133600">
            <a:lnSpc>
              <a:spcPct val="90000"/>
            </a:lnSpc>
            <a:spcBef>
              <a:spcPct val="0"/>
            </a:spcBef>
            <a:spcAft>
              <a:spcPct val="35000"/>
            </a:spcAft>
            <a:buNone/>
          </a:pPr>
          <a:r>
            <a:rPr lang="en-US" sz="4800" kern="1200"/>
            <a:t>3</a:t>
          </a:r>
        </a:p>
      </dsp:txBody>
      <dsp:txXfrm>
        <a:off x="6515884" y="865636"/>
        <a:ext cx="758046" cy="758046"/>
      </dsp:txXfrm>
    </dsp:sp>
    <dsp:sp modelId="{62BA2B85-BADF-4BCC-AA5D-3153B9F38655}">
      <dsp:nvSpPr>
        <dsp:cNvPr id="0" name=""/>
        <dsp:cNvSpPr/>
      </dsp:nvSpPr>
      <dsp:spPr>
        <a:xfrm>
          <a:off x="5618668" y="3924690"/>
          <a:ext cx="2552477" cy="72"/>
        </a:xfrm>
        <a:prstGeom prst="rect">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BC96DC3-8F21-467E-838E-5EC77702364C}">
      <dsp:nvSpPr>
        <dsp:cNvPr id="0" name=""/>
        <dsp:cNvSpPr/>
      </dsp:nvSpPr>
      <dsp:spPr>
        <a:xfrm>
          <a:off x="8426394" y="351292"/>
          <a:ext cx="2552477" cy="3573469"/>
        </a:xfrm>
        <a:prstGeom prst="rect">
          <a:avLst/>
        </a:prstGeom>
        <a:solidFill>
          <a:schemeClr val="accent2">
            <a:alpha val="90000"/>
            <a:tint val="40000"/>
            <a:hueOff val="0"/>
            <a:satOff val="0"/>
            <a:lumOff val="0"/>
            <a:alphaOff val="0"/>
          </a:schemeClr>
        </a:solidFill>
        <a:ln w="12700" cap="flat" cmpd="sng" algn="ctr">
          <a:solidFill>
            <a:schemeClr val="accent2">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99001" tIns="330200" rIns="199001" bIns="330200" numCol="1" spcCol="1270" anchor="t" anchorCtr="0">
          <a:noAutofit/>
        </a:bodyPr>
        <a:lstStyle/>
        <a:p>
          <a:pPr marL="0" lvl="0" indent="0" algn="ctr" defTabSz="755650">
            <a:lnSpc>
              <a:spcPct val="90000"/>
            </a:lnSpc>
            <a:spcBef>
              <a:spcPct val="0"/>
            </a:spcBef>
            <a:spcAft>
              <a:spcPct val="35000"/>
            </a:spcAft>
            <a:buNone/>
          </a:pPr>
          <a:r>
            <a:rPr lang="en-IN" sz="1700" kern="1200"/>
            <a:t>Use evaluation metrics like accuracy, precision, and recall to compare model performances.</a:t>
          </a:r>
          <a:endParaRPr lang="en-US" sz="1700" kern="1200"/>
        </a:p>
      </dsp:txBody>
      <dsp:txXfrm>
        <a:off x="8426394" y="1709211"/>
        <a:ext cx="2552477" cy="2144081"/>
      </dsp:txXfrm>
    </dsp:sp>
    <dsp:sp modelId="{CACB7C91-87B6-42D3-B00D-F67B48919C8D}">
      <dsp:nvSpPr>
        <dsp:cNvPr id="0" name=""/>
        <dsp:cNvSpPr/>
      </dsp:nvSpPr>
      <dsp:spPr>
        <a:xfrm>
          <a:off x="9166613" y="708639"/>
          <a:ext cx="1072040" cy="1072040"/>
        </a:xfrm>
        <a:prstGeom prst="ellips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580" tIns="12700" rIns="83580" bIns="12700" numCol="1" spcCol="1270" anchor="ctr" anchorCtr="0">
          <a:noAutofit/>
        </a:bodyPr>
        <a:lstStyle/>
        <a:p>
          <a:pPr marL="0" lvl="0" indent="0" algn="ctr" defTabSz="2133600">
            <a:lnSpc>
              <a:spcPct val="90000"/>
            </a:lnSpc>
            <a:spcBef>
              <a:spcPct val="0"/>
            </a:spcBef>
            <a:spcAft>
              <a:spcPct val="35000"/>
            </a:spcAft>
            <a:buNone/>
          </a:pPr>
          <a:r>
            <a:rPr lang="en-US" sz="4800" kern="1200"/>
            <a:t>4</a:t>
          </a:r>
        </a:p>
      </dsp:txBody>
      <dsp:txXfrm>
        <a:off x="9323610" y="865636"/>
        <a:ext cx="758046" cy="758046"/>
      </dsp:txXfrm>
    </dsp:sp>
    <dsp:sp modelId="{ACF919CE-B859-421D-BE64-98699B909798}">
      <dsp:nvSpPr>
        <dsp:cNvPr id="0" name=""/>
        <dsp:cNvSpPr/>
      </dsp:nvSpPr>
      <dsp:spPr>
        <a:xfrm>
          <a:off x="8426394" y="3924690"/>
          <a:ext cx="2552477" cy="72"/>
        </a:xfrm>
        <a:prstGeom prst="rect">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15D19D9-A074-474E-9E51-920C3BA7B189}">
      <dsp:nvSpPr>
        <dsp:cNvPr id="0" name=""/>
        <dsp:cNvSpPr/>
      </dsp:nvSpPr>
      <dsp:spPr>
        <a:xfrm>
          <a:off x="2565601" y="2022"/>
          <a:ext cx="8838251" cy="1126599"/>
        </a:xfrm>
        <a:prstGeom prst="rect">
          <a:avLst/>
        </a:prstGeom>
        <a:solidFill>
          <a:schemeClr val="accent2">
            <a:tint val="40000"/>
            <a:alpha val="90000"/>
            <a:hueOff val="0"/>
            <a:satOff val="0"/>
            <a:lumOff val="0"/>
            <a:alphaOff val="0"/>
          </a:schemeClr>
        </a:solidFill>
        <a:ln w="1270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1487" tIns="286156" rIns="171487" bIns="286156" numCol="1" spcCol="1270" anchor="ctr" anchorCtr="0">
          <a:noAutofit/>
        </a:bodyPr>
        <a:lstStyle/>
        <a:p>
          <a:pPr marL="0" lvl="0" indent="0" algn="l" defTabSz="711200">
            <a:lnSpc>
              <a:spcPct val="90000"/>
            </a:lnSpc>
            <a:spcBef>
              <a:spcPct val="0"/>
            </a:spcBef>
            <a:spcAft>
              <a:spcPct val="35000"/>
            </a:spcAft>
            <a:buNone/>
          </a:pPr>
          <a:r>
            <a:rPr lang="en-US" sz="1600" b="1" kern="1200"/>
            <a:t>Choose XGBoost: </a:t>
          </a:r>
          <a:r>
            <a:rPr lang="en-US" sz="1600" kern="1200"/>
            <a:t>The clear winner in accuracy, ideal for critical tasks where prediction precision is paramount</a:t>
          </a:r>
        </a:p>
        <a:p>
          <a:pPr marL="0" lvl="0" indent="0" algn="l" defTabSz="711200">
            <a:lnSpc>
              <a:spcPct val="90000"/>
            </a:lnSpc>
            <a:spcBef>
              <a:spcPct val="0"/>
            </a:spcBef>
            <a:spcAft>
              <a:spcPct val="35000"/>
            </a:spcAft>
            <a:buNone/>
          </a:pPr>
          <a:r>
            <a:rPr lang="en-US" sz="1600" b="1" kern="1200"/>
            <a:t>limitation</a:t>
          </a:r>
          <a:r>
            <a:rPr lang="en-US" sz="1600" kern="1200"/>
            <a:t>: longer training time and resource consumption.</a:t>
          </a:r>
        </a:p>
      </dsp:txBody>
      <dsp:txXfrm>
        <a:off x="2565601" y="2022"/>
        <a:ext cx="8838251" cy="1126599"/>
      </dsp:txXfrm>
    </dsp:sp>
    <dsp:sp modelId="{3DBC1274-A0BC-4B0B-BF46-D0672D40AED1}">
      <dsp:nvSpPr>
        <dsp:cNvPr id="0" name=""/>
        <dsp:cNvSpPr/>
      </dsp:nvSpPr>
      <dsp:spPr>
        <a:xfrm>
          <a:off x="342" y="2022"/>
          <a:ext cx="2565258" cy="1126599"/>
        </a:xfrm>
        <a:prstGeom prst="rect">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6923" tIns="111283" rIns="116923" bIns="111283" numCol="1" spcCol="1270" anchor="ctr" anchorCtr="0">
          <a:noAutofit/>
        </a:bodyPr>
        <a:lstStyle/>
        <a:p>
          <a:pPr marL="0" lvl="0" indent="0" algn="l" defTabSz="800100">
            <a:lnSpc>
              <a:spcPct val="90000"/>
            </a:lnSpc>
            <a:spcBef>
              <a:spcPct val="0"/>
            </a:spcBef>
            <a:spcAft>
              <a:spcPct val="35000"/>
            </a:spcAft>
            <a:buNone/>
          </a:pPr>
          <a:r>
            <a:rPr lang="en-US" sz="1800" kern="1200"/>
            <a:t>1.For Maximum Accuracy:</a:t>
          </a:r>
        </a:p>
      </dsp:txBody>
      <dsp:txXfrm>
        <a:off x="342" y="2022"/>
        <a:ext cx="2565258" cy="1126599"/>
      </dsp:txXfrm>
    </dsp:sp>
    <dsp:sp modelId="{DBD5BA3C-70E3-41B5-8F5F-8AE695E21034}">
      <dsp:nvSpPr>
        <dsp:cNvPr id="0" name=""/>
        <dsp:cNvSpPr/>
      </dsp:nvSpPr>
      <dsp:spPr>
        <a:xfrm>
          <a:off x="2579922" y="1196217"/>
          <a:ext cx="8820432" cy="1232150"/>
        </a:xfrm>
        <a:prstGeom prst="rect">
          <a:avLst/>
        </a:prstGeom>
        <a:solidFill>
          <a:schemeClr val="accent3">
            <a:tint val="40000"/>
            <a:alpha val="90000"/>
            <a:hueOff val="0"/>
            <a:satOff val="0"/>
            <a:lumOff val="0"/>
            <a:alphaOff val="0"/>
          </a:schemeClr>
        </a:solidFill>
        <a:ln w="12700" cap="flat" cmpd="sng" algn="ctr">
          <a:solidFill>
            <a:schemeClr val="accent3">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1141" tIns="286156" rIns="171141" bIns="286156" numCol="1" spcCol="1270" anchor="ctr" anchorCtr="0">
          <a:noAutofit/>
        </a:bodyPr>
        <a:lstStyle/>
        <a:p>
          <a:pPr marL="0" lvl="0" indent="0" algn="l" defTabSz="711200">
            <a:lnSpc>
              <a:spcPct val="90000"/>
            </a:lnSpc>
            <a:spcBef>
              <a:spcPct val="0"/>
            </a:spcBef>
            <a:spcAft>
              <a:spcPct val="35000"/>
            </a:spcAft>
            <a:buNone/>
          </a:pPr>
          <a:r>
            <a:rPr lang="en-US" sz="1600" b="1" kern="1200"/>
            <a:t>Choose Random Forest: </a:t>
          </a:r>
          <a:r>
            <a:rPr lang="en-US" sz="1600" kern="1200"/>
            <a:t>Provides near-XGBoost accuracy with significantly less computational cost, making it suitable for a wide range of scenarios.</a:t>
          </a:r>
        </a:p>
      </dsp:txBody>
      <dsp:txXfrm>
        <a:off x="2579922" y="1196217"/>
        <a:ext cx="8820432" cy="1232150"/>
      </dsp:txXfrm>
    </dsp:sp>
    <dsp:sp modelId="{DEC05236-EE53-434A-8D2C-A07F3E74166A}">
      <dsp:nvSpPr>
        <dsp:cNvPr id="0" name=""/>
        <dsp:cNvSpPr/>
      </dsp:nvSpPr>
      <dsp:spPr>
        <a:xfrm>
          <a:off x="342" y="1199434"/>
          <a:ext cx="2579579" cy="1225718"/>
        </a:xfrm>
        <a:prstGeom prst="rect">
          <a:avLst/>
        </a:prstGeom>
        <a:solidFill>
          <a:schemeClr val="accent3">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6687" tIns="111283" rIns="116687" bIns="111283" numCol="1" spcCol="1270" anchor="ctr" anchorCtr="0">
          <a:noAutofit/>
        </a:bodyPr>
        <a:lstStyle/>
        <a:p>
          <a:pPr marL="0" lvl="0" indent="0" algn="l" defTabSz="800100">
            <a:lnSpc>
              <a:spcPct val="90000"/>
            </a:lnSpc>
            <a:spcBef>
              <a:spcPct val="0"/>
            </a:spcBef>
            <a:spcAft>
              <a:spcPct val="35000"/>
            </a:spcAft>
            <a:buNone/>
          </a:pPr>
          <a:r>
            <a:rPr lang="en-US" sz="1800" kern="1200"/>
            <a:t>2</a:t>
          </a:r>
          <a:r>
            <a:rPr lang="en-US" sz="1800" kern="1200">
              <a:latin typeface="Avenir Next LT Pro"/>
              <a:ea typeface="+mn-ea"/>
              <a:cs typeface="+mn-cs"/>
            </a:rPr>
            <a:t>.For Balance Between Accuracy and Speed:</a:t>
          </a:r>
        </a:p>
      </dsp:txBody>
      <dsp:txXfrm>
        <a:off x="342" y="1199434"/>
        <a:ext cx="2579579" cy="1225718"/>
      </dsp:txXfrm>
    </dsp:sp>
    <dsp:sp modelId="{3D892DCF-FDFB-4924-A5A3-658BA72035C7}">
      <dsp:nvSpPr>
        <dsp:cNvPr id="0" name=""/>
        <dsp:cNvSpPr/>
      </dsp:nvSpPr>
      <dsp:spPr>
        <a:xfrm>
          <a:off x="2574008" y="2503997"/>
          <a:ext cx="8830187" cy="928261"/>
        </a:xfrm>
        <a:prstGeom prst="rect">
          <a:avLst/>
        </a:prstGeom>
        <a:solidFill>
          <a:schemeClr val="accent4">
            <a:tint val="40000"/>
            <a:alpha val="90000"/>
            <a:hueOff val="0"/>
            <a:satOff val="0"/>
            <a:lumOff val="0"/>
            <a:alphaOff val="0"/>
          </a:schemeClr>
        </a:solidFill>
        <a:ln w="12700" cap="flat" cmpd="sng" algn="ctr">
          <a:solidFill>
            <a:schemeClr val="accent4">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6500" tIns="286156" rIns="176500" bIns="286156" numCol="1" spcCol="1270" anchor="ctr" anchorCtr="0">
          <a:noAutofit/>
        </a:bodyPr>
        <a:lstStyle/>
        <a:p>
          <a:pPr marL="0" lvl="0" indent="0" algn="l" defTabSz="711200">
            <a:lnSpc>
              <a:spcPct val="90000"/>
            </a:lnSpc>
            <a:spcBef>
              <a:spcPct val="0"/>
            </a:spcBef>
            <a:spcAft>
              <a:spcPct val="35000"/>
            </a:spcAft>
            <a:buNone/>
          </a:pPr>
          <a:r>
            <a:rPr lang="en-US" sz="1600" b="1" kern="1200"/>
            <a:t>Choose Logistic Regression or SVM:</a:t>
          </a:r>
          <a:r>
            <a:rPr lang="en-US" sz="1600" kern="1200"/>
            <a:t> Both models strike a balance between performance and simplicity, ideal for applications requiring interpretable models or quicker deployment.</a:t>
          </a:r>
        </a:p>
      </dsp:txBody>
      <dsp:txXfrm>
        <a:off x="2574008" y="2503997"/>
        <a:ext cx="8830187" cy="928261"/>
      </dsp:txXfrm>
    </dsp:sp>
    <dsp:sp modelId="{6B8162A0-6907-40B1-8DBD-84275379615A}">
      <dsp:nvSpPr>
        <dsp:cNvPr id="0" name=""/>
        <dsp:cNvSpPr/>
      </dsp:nvSpPr>
      <dsp:spPr>
        <a:xfrm>
          <a:off x="342" y="2495964"/>
          <a:ext cx="2572867" cy="940902"/>
        </a:xfrm>
        <a:prstGeom prst="rect">
          <a:avLst/>
        </a:prstGeom>
        <a:solidFill>
          <a:schemeClr val="accent4">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341" tIns="111283" rIns="120341" bIns="111283" numCol="1" spcCol="1270" anchor="ctr" anchorCtr="0">
          <a:noAutofit/>
        </a:bodyPr>
        <a:lstStyle/>
        <a:p>
          <a:pPr marL="0" lvl="0" indent="0" algn="l" defTabSz="800100">
            <a:lnSpc>
              <a:spcPct val="90000"/>
            </a:lnSpc>
            <a:spcBef>
              <a:spcPct val="0"/>
            </a:spcBef>
            <a:spcAft>
              <a:spcPct val="35000"/>
            </a:spcAft>
            <a:buNone/>
          </a:pPr>
          <a:r>
            <a:rPr lang="en-US" sz="1800" kern="1200"/>
            <a:t>3.For Interpretability &amp; Moderate Accuracy:</a:t>
          </a:r>
        </a:p>
      </dsp:txBody>
      <dsp:txXfrm>
        <a:off x="342" y="2495964"/>
        <a:ext cx="2572867" cy="940902"/>
      </dsp:txXfrm>
    </dsp:sp>
    <dsp:sp modelId="{6E2D2524-BD3E-43A2-9B76-C598381CAA75}">
      <dsp:nvSpPr>
        <dsp:cNvPr id="0" name=""/>
        <dsp:cNvSpPr/>
      </dsp:nvSpPr>
      <dsp:spPr>
        <a:xfrm>
          <a:off x="2545334" y="3504463"/>
          <a:ext cx="8856070" cy="1126599"/>
        </a:xfrm>
        <a:prstGeom prst="rect">
          <a:avLst/>
        </a:prstGeom>
        <a:solidFill>
          <a:schemeClr val="accent5">
            <a:tint val="40000"/>
            <a:alpha val="90000"/>
            <a:hueOff val="0"/>
            <a:satOff val="0"/>
            <a:lumOff val="0"/>
            <a:alphaOff val="0"/>
          </a:schemeClr>
        </a:solidFill>
        <a:ln w="12700" cap="flat" cmpd="sng" algn="ctr">
          <a:solidFill>
            <a:schemeClr val="accent5">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1832" tIns="286156" rIns="171832" bIns="286156" numCol="1" spcCol="1270" anchor="ctr" anchorCtr="0">
          <a:noAutofit/>
        </a:bodyPr>
        <a:lstStyle/>
        <a:p>
          <a:pPr marL="0" lvl="0" indent="0" algn="l" defTabSz="711200">
            <a:lnSpc>
              <a:spcPct val="90000"/>
            </a:lnSpc>
            <a:spcBef>
              <a:spcPct val="0"/>
            </a:spcBef>
            <a:spcAft>
              <a:spcPct val="35000"/>
            </a:spcAft>
            <a:buNone/>
          </a:pPr>
          <a:r>
            <a:rPr lang="en-US" sz="1600" b="1" kern="1200"/>
            <a:t>Choose KNN: </a:t>
          </a:r>
          <a:r>
            <a:rPr lang="en-US" sz="1600" kern="1200"/>
            <a:t>Useful in scenarios where computational speed is critical, but its low accuracy limits its applicability.</a:t>
          </a:r>
        </a:p>
      </dsp:txBody>
      <dsp:txXfrm>
        <a:off x="2545334" y="3504463"/>
        <a:ext cx="8856070" cy="1126599"/>
      </dsp:txXfrm>
    </dsp:sp>
    <dsp:sp modelId="{8824EAA9-CA37-4C2D-9B18-CD43A0E6CFFC}">
      <dsp:nvSpPr>
        <dsp:cNvPr id="0" name=""/>
        <dsp:cNvSpPr/>
      </dsp:nvSpPr>
      <dsp:spPr>
        <a:xfrm>
          <a:off x="342" y="3504463"/>
          <a:ext cx="2544991" cy="1126599"/>
        </a:xfrm>
        <a:prstGeom prst="rect">
          <a:avLst/>
        </a:prstGeom>
        <a:solidFill>
          <a:schemeClr val="accent5">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7158" tIns="111283" rIns="117158" bIns="111283" numCol="1" spcCol="1270" anchor="ctr" anchorCtr="0">
          <a:noAutofit/>
        </a:bodyPr>
        <a:lstStyle/>
        <a:p>
          <a:pPr marL="0" lvl="0" indent="0" algn="l" defTabSz="800100">
            <a:lnSpc>
              <a:spcPct val="90000"/>
            </a:lnSpc>
            <a:spcBef>
              <a:spcPct val="0"/>
            </a:spcBef>
            <a:spcAft>
              <a:spcPct val="35000"/>
            </a:spcAft>
            <a:buNone/>
          </a:pPr>
          <a:r>
            <a:rPr lang="en-US" sz="1800" kern="1200"/>
            <a:t>4.For Speed with Limited Accuracy:</a:t>
          </a:r>
        </a:p>
      </dsp:txBody>
      <dsp:txXfrm>
        <a:off x="342" y="3504463"/>
        <a:ext cx="2544991" cy="1126599"/>
      </dsp:txXfrm>
    </dsp:sp>
  </dsp:spTree>
</dsp:drawing>
</file>

<file path=ppt/diagrams/layout1.xml><?xml version="1.0" encoding="utf-8"?>
<dgm:layoutDef xmlns:dgm="http://schemas.openxmlformats.org/drawingml/2006/diagram" xmlns:a="http://schemas.openxmlformats.org/drawingml/2006/main" uniqueId="urn:microsoft.com/office/officeart/2018/2/layout/IconCircleList">
  <dgm:title val="Icon Circle List"/>
  <dgm:desc val="Use to show non-sequential or grouped chunks of information accompanied by related visuals. Circular shapes can hold an icon or small picture and corresponding text box shows Level 1 text. Works best for icons or small pictures with medium-length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alg type="sp"/>
    <dgm:shape xmlns:r="http://schemas.openxmlformats.org/officeDocument/2006/relationships" r:blip="">
      <dgm:adjLst/>
    </dgm:shape>
    <dgm:presOf/>
    <dgm:choose name="Name0">
      <dgm:if name="Name1" axis="ch" ptType="node" func="cnt" op="lte" val="3">
        <dgm:constrLst>
          <dgm:constr type="w" for="ch" forName="container" refType="w"/>
          <dgm:constr type="h" for="ch" forName="container" refType="h" fact="0.4"/>
        </dgm:constrLst>
      </dgm:if>
      <dgm:else name="Name2">
        <dgm:constrLst>
          <dgm:constr type="w" for="ch" forName="container" refType="w"/>
          <dgm:constr type="h" for="ch" forName="container" refType="h"/>
        </dgm:constrLst>
      </dgm:else>
    </dgm:choose>
    <dgm:ruleLst>
      <dgm:rule type="h" for="ch" forName="container" val="INF" fact="NaN" max="NaN"/>
    </dgm:ruleLst>
    <dgm:layoutNode name="container">
      <dgm:varLst>
        <dgm:dir/>
        <dgm:resizeHandles val="exact"/>
      </dgm:varLst>
      <dgm:choose name="Name3">
        <dgm:if name="Name4" axis="self" func="var" arg="dir" op="equ" val="norm">
          <dgm:alg type="snake">
            <dgm:param type="grDir" val="tL"/>
            <dgm:param type="flowDir" val="row"/>
            <dgm:param type="contDir" val="sameDir"/>
          </dgm:alg>
        </dgm:if>
        <dgm:else name="Name5">
          <dgm:alg type="snake">
            <dgm:param type="grDir" val="tR"/>
            <dgm:param type="flowDir" val="row"/>
            <dgm:param type="contDir" val="sameDir"/>
          </dgm:alg>
        </dgm:else>
      </dgm:choose>
      <dgm:shape xmlns:r="http://schemas.openxmlformats.org/officeDocument/2006/relationships" r:blip="">
        <dgm:adjLst/>
      </dgm:shape>
      <dgm:presOf/>
      <dgm:constrLst>
        <dgm:constr type="w" for="ch" forName="compNode" refType="w"/>
        <dgm:constr type="h" for="ch" forName="compNode" refType="w" fact="0.28"/>
        <dgm:constr type="w" for="ch" forName="sibTrans" refType="w" refFor="ch" refForName="compNode" fact="0.115"/>
        <dgm:constr type="sp" refType="h" op="equ" fact="0.17"/>
        <dgm:constr type="primFontSz" for="des" ptType="node" op="equ" val="24"/>
        <dgm:constr type="h" for="des" forName="compNode" op="equ"/>
        <dgm:constr type="h" for="des" forName="iconBgRect" op="equ"/>
      </dgm:constrLst>
      <dgm:ruleLst>
        <dgm:rule type="w" for="ch" forName="compNode" val="60" fact="NaN" max="NaN"/>
      </dgm:ruleLst>
      <dgm:forEach name="Name6" axis="ch" ptType="node">
        <dgm:layoutNode name="compNode">
          <dgm:alg type="composite"/>
          <dgm:shape xmlns:r="http://schemas.openxmlformats.org/officeDocument/2006/relationships" r:blip="">
            <dgm:adjLst/>
          </dgm:shape>
          <dgm:presOf axis="self"/>
          <dgm:constrLst>
            <dgm:constr type="w" for="ch" forName="iconBgRect" refType="w" fact="0.28"/>
            <dgm:constr type="h" for="ch" forName="iconBgRect" refType="w" refFor="ch" refForName="iconBgRect"/>
            <dgm:constr type="t" for="ch" forName="iconBgRect"/>
            <dgm:constr type="l" for="ch" forName="iconBgRect"/>
            <dgm:constr type="w" for="ch" forName="iconRect" refType="w" refFor="ch" refForName="iconBgRect" fact="0.58"/>
            <dgm:constr type="h" for="ch" forName="iconRect" refType="w" refFor="ch" refForName="iconRect"/>
            <dgm:constr type="ctrX" for="ch" forName="iconRect" refType="ctrX" refFor="ch" refForName="iconBgRect"/>
            <dgm:constr type="ctrY" for="ch" forName="iconRect" refType="ctrY" refFor="ch" refForName="iconBgRect"/>
            <dgm:constr type="w" for="ch" forName="spaceRect" refType="w" fact="0.06"/>
            <dgm:constr type="h" for="ch" forName="spaceRect" refType="h" refFor="ch" refForName="iconBgRect"/>
            <dgm:constr type="t" for="ch" forName="spaceRect" refType="t" refFor="ch" refForName="iconBgRect"/>
            <dgm:constr type="l" for="ch" forName="spaceRect" refType="r" refFor="ch" refForName="iconBgRect"/>
            <dgm:constr type="h" for="ch" forName="textRect" refType="h" refFor="ch" refForName="iconBgRect"/>
            <dgm:constr type="t" for="ch" forName="textRect" refType="t" refFor="ch" refForName="iconBgRect"/>
            <dgm:constr type="l" for="ch" forName="textRect" refType="r" refFor="ch" refForName="spaceRect"/>
          </dgm:constrLst>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choose name="Name7">
              <dgm:if name="Name8" func="var" arg="dir" op="equ" val="norm">
                <dgm:alg type="tx">
                  <dgm:param type="txAnchorVert" val="mid"/>
                  <dgm:param type="parTxLTRAlign" val="l"/>
                  <dgm:param type="shpTxLTRAlignCh" val="l"/>
                  <dgm:param type="parTxRTLAlign" val="l"/>
                  <dgm:param type="shpTxRTLAlignCh" val="l"/>
                </dgm:alg>
              </dgm:if>
              <dgm:else name="Name9">
                <dgm:alg type="tx">
                  <dgm:param type="txAnchorVert" val="mid"/>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Lst>
          </dgm:layoutNode>
        </dgm:layoutNode>
        <dgm:forEach name="Name10"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layoutNode>
  <dgm:extLst>
    <a:ext uri="{68A01E43-0DF5-4B5B-8FA6-DAF915123BFB}">
      <dgm1612:lstStyle xmlns:dgm1612="http://schemas.microsoft.com/office/drawing/2016/12/diagram">
        <a:lvl1pPr>
          <a:lnSpc>
            <a:spcPct val="100000"/>
          </a:lnSpc>
        </a:lvl1pPr>
      </dgm1612:lstStyle>
    </a:ext>
  </dgm:extLst>
</dgm:layoutDef>
</file>

<file path=ppt/diagrams/layout2.xml><?xml version="1.0" encoding="utf-8"?>
<dgm:layoutDef xmlns:dgm="http://schemas.openxmlformats.org/drawingml/2006/diagram" xmlns:a="http://schemas.openxmlformats.org/drawingml/2006/main" uniqueId="urn:microsoft.com/office/officeart/2018/2/layout/IconCircleList">
  <dgm:title val="Icon Circle List"/>
  <dgm:desc val="Use to show non-sequential or grouped chunks of information accompanied by related visuals. Circular shapes can hold an icon or small picture and corresponding text box shows Level 1 text. Works best for icons or small pictures with medium-length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alg type="sp"/>
    <dgm:shape xmlns:r="http://schemas.openxmlformats.org/officeDocument/2006/relationships" r:blip="">
      <dgm:adjLst/>
    </dgm:shape>
    <dgm:presOf/>
    <dgm:choose name="Name0">
      <dgm:if name="Name1" axis="ch" ptType="node" func="cnt" op="lte" val="3">
        <dgm:constrLst>
          <dgm:constr type="w" for="ch" forName="container" refType="w"/>
          <dgm:constr type="h" for="ch" forName="container" refType="h" fact="0.4"/>
        </dgm:constrLst>
      </dgm:if>
      <dgm:else name="Name2">
        <dgm:constrLst>
          <dgm:constr type="w" for="ch" forName="container" refType="w"/>
          <dgm:constr type="h" for="ch" forName="container" refType="h"/>
        </dgm:constrLst>
      </dgm:else>
    </dgm:choose>
    <dgm:ruleLst>
      <dgm:rule type="h" for="ch" forName="container" val="INF" fact="NaN" max="NaN"/>
    </dgm:ruleLst>
    <dgm:layoutNode name="container">
      <dgm:varLst>
        <dgm:dir/>
        <dgm:resizeHandles val="exact"/>
      </dgm:varLst>
      <dgm:choose name="Name3">
        <dgm:if name="Name4" axis="self" func="var" arg="dir" op="equ" val="norm">
          <dgm:alg type="snake">
            <dgm:param type="grDir" val="tL"/>
            <dgm:param type="flowDir" val="row"/>
            <dgm:param type="contDir" val="sameDir"/>
          </dgm:alg>
        </dgm:if>
        <dgm:else name="Name5">
          <dgm:alg type="snake">
            <dgm:param type="grDir" val="tR"/>
            <dgm:param type="flowDir" val="row"/>
            <dgm:param type="contDir" val="sameDir"/>
          </dgm:alg>
        </dgm:else>
      </dgm:choose>
      <dgm:shape xmlns:r="http://schemas.openxmlformats.org/officeDocument/2006/relationships" r:blip="">
        <dgm:adjLst/>
      </dgm:shape>
      <dgm:presOf/>
      <dgm:constrLst>
        <dgm:constr type="w" for="ch" forName="compNode" refType="w"/>
        <dgm:constr type="h" for="ch" forName="compNode" refType="w" fact="0.28"/>
        <dgm:constr type="w" for="ch" forName="sibTrans" refType="w" refFor="ch" refForName="compNode" fact="0.115"/>
        <dgm:constr type="sp" refType="h" op="equ" fact="0.17"/>
        <dgm:constr type="primFontSz" for="des" ptType="node" op="equ" val="24"/>
        <dgm:constr type="h" for="des" forName="compNode" op="equ"/>
        <dgm:constr type="h" for="des" forName="iconBgRect" op="equ"/>
      </dgm:constrLst>
      <dgm:ruleLst>
        <dgm:rule type="w" for="ch" forName="compNode" val="60" fact="NaN" max="NaN"/>
      </dgm:ruleLst>
      <dgm:forEach name="Name6" axis="ch" ptType="node">
        <dgm:layoutNode name="compNode">
          <dgm:alg type="composite"/>
          <dgm:shape xmlns:r="http://schemas.openxmlformats.org/officeDocument/2006/relationships" r:blip="">
            <dgm:adjLst/>
          </dgm:shape>
          <dgm:presOf axis="self"/>
          <dgm:constrLst>
            <dgm:constr type="w" for="ch" forName="iconBgRect" refType="w" fact="0.28"/>
            <dgm:constr type="h" for="ch" forName="iconBgRect" refType="w" refFor="ch" refForName="iconBgRect"/>
            <dgm:constr type="t" for="ch" forName="iconBgRect"/>
            <dgm:constr type="l" for="ch" forName="iconBgRect"/>
            <dgm:constr type="w" for="ch" forName="iconRect" refType="w" refFor="ch" refForName="iconBgRect" fact="0.58"/>
            <dgm:constr type="h" for="ch" forName="iconRect" refType="w" refFor="ch" refForName="iconRect"/>
            <dgm:constr type="ctrX" for="ch" forName="iconRect" refType="ctrX" refFor="ch" refForName="iconBgRect"/>
            <dgm:constr type="ctrY" for="ch" forName="iconRect" refType="ctrY" refFor="ch" refForName="iconBgRect"/>
            <dgm:constr type="w" for="ch" forName="spaceRect" refType="w" fact="0.06"/>
            <dgm:constr type="h" for="ch" forName="spaceRect" refType="h" refFor="ch" refForName="iconBgRect"/>
            <dgm:constr type="t" for="ch" forName="spaceRect" refType="t" refFor="ch" refForName="iconBgRect"/>
            <dgm:constr type="l" for="ch" forName="spaceRect" refType="r" refFor="ch" refForName="iconBgRect"/>
            <dgm:constr type="h" for="ch" forName="textRect" refType="h" refFor="ch" refForName="iconBgRect"/>
            <dgm:constr type="t" for="ch" forName="textRect" refType="t" refFor="ch" refForName="iconBgRect"/>
            <dgm:constr type="l" for="ch" forName="textRect" refType="r" refFor="ch" refForName="spaceRect"/>
          </dgm:constrLst>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choose name="Name7">
              <dgm:if name="Name8" func="var" arg="dir" op="equ" val="norm">
                <dgm:alg type="tx">
                  <dgm:param type="txAnchorVert" val="mid"/>
                  <dgm:param type="parTxLTRAlign" val="l"/>
                  <dgm:param type="shpTxLTRAlignCh" val="l"/>
                  <dgm:param type="parTxRTLAlign" val="l"/>
                  <dgm:param type="shpTxRTLAlignCh" val="l"/>
                </dgm:alg>
              </dgm:if>
              <dgm:else name="Name9">
                <dgm:alg type="tx">
                  <dgm:param type="txAnchorVert" val="mid"/>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Lst>
          </dgm:layoutNode>
        </dgm:layoutNode>
        <dgm:forEach name="Name10"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layoutNode>
  <dgm:extLst>
    <a:ext uri="{68A01E43-0DF5-4B5B-8FA6-DAF915123BFB}">
      <dgm1612:lstStyle xmlns:dgm1612="http://schemas.microsoft.com/office/drawing/2016/12/diagram">
        <a:lvl1pPr>
          <a:lnSpc>
            <a:spcPct val="100000"/>
          </a:lnSpc>
        </a:lvl1pPr>
      </dgm1612:lstStyle>
    </a:ext>
  </dgm:extLst>
</dgm:layoutDef>
</file>

<file path=ppt/diagrams/layout3.xml><?xml version="1.0" encoding="utf-8"?>
<dgm:layoutDef xmlns:dgm="http://schemas.openxmlformats.org/drawingml/2006/diagram" xmlns:a="http://schemas.openxmlformats.org/drawingml/2006/main" uniqueId="urn:microsoft.com/office/officeart/2016/7/layout/BasicLinearProcessNumbered">
  <dgm:title val="Basic Linear Process Numbered"/>
  <dgm:desc val="Used to show a progression; a timeline; sequential steps in a task, process, or workflow; or to emphasize movement or direction. Automatic numbers have been introduced to show the steps of the process which appears in a circle. Level 1 and Level 2 text appear in a rectangl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t>1</a:t>
              </a:r>
            </a:p>
          </dgm:t>
        </dgm:pt>
        <dgm:pt modelId="201" type="sibTrans" cxnId="5">
          <dgm:prSet phldrT="2"/>
          <dgm:t>
            <a:bodyPr/>
            <a:lstStyle/>
            <a:p>
              <a:r>
                <a:t>2</a:t>
              </a:r>
            </a:p>
          </dgm:t>
        </dgm:pt>
        <dgm:pt modelId="301" type="sibTrans" cxnId="6">
          <dgm:prSet phldrT="3"/>
          <dgm:t>
            <a:bodyPr/>
            <a:lstStyle/>
            <a:p>
              <a:r>
                <a:t>3</a:t>
              </a:r>
            </a:p>
          </dgm:t>
        </dgm:pt>
      </dgm:ptLst>
      <dgm:cxnLst>
        <dgm:cxn modelId="4" srcId="0" destId="1" srcOrd="0" destOrd="0" sibTransId="101"/>
        <dgm:cxn modelId="5" srcId="0" destId="2" srcOrd="1" destOrd="0" sibTransId="201"/>
        <dgm:cxn modelId="6" srcId="0" destId="3" srcOrd="2"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animLvl val="lvl"/>
      <dgm:resizeHandles val="exact"/>
    </dgm:varLst>
    <dgm:alg type="lin">
      <dgm:param type="linDir" val="fromL"/>
      <dgm:param type="nodeVertAlign" val="t"/>
    </dgm:alg>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1"/>
      <dgm:constr type="primFontSz" for="des" forName="sibTransNodeCircle" op="equ"/>
      <dgm:constr type="primFontSz" for="des" forName="nodeText" op="equ"/>
      <dgm:constr type="h" for="des" forName="sibTransNodeCircle" op="equ"/>
      <dgm:constr type="w" for="des" forName="sibTransNodeCircle" op="equ"/>
    </dgm:constrLst>
    <dgm:ruleLst>
      <dgm:rule type="h" val="NaN" fact="1.2" max="NaN"/>
    </dgm:ruleLst>
    <dgm:forEach name="Name4" axis="ch" ptType="node">
      <dgm:layoutNode name="compositeNode">
        <dgm:varLst>
          <dgm:bulletEnabled val="1"/>
        </dgm:varLst>
        <dgm:alg type="composite"/>
        <dgm:constrLst>
          <dgm:constr type="h" refType="w" op="lte" fact="1.4"/>
          <dgm:constr type="w" for="ch" forName="bgRect" refType="w"/>
          <dgm:constr type="h" for="ch" forName="bgRect" refType="h"/>
          <dgm:constr type="t" for="ch" forName="bgRect"/>
          <dgm:constr type="l" for="ch" forName="bgRect"/>
          <dgm:constr type="h" for="ch" forName="sibTransNodeCircle" refType="h" refFor="ch" refForName="bgRect" fact="0.3"/>
          <dgm:constr type="w" for="ch" forName="sibTransNodeCircle" refType="h" refFor="ch" refForName="sibTransNodeCircle"/>
          <dgm:constr type="ctrX" for="ch" forName="sibTransNodeCircle" refType="w" fact="0.5"/>
          <dgm:constr type="ctrY" for="ch" forName="sibTransNodeCircle" refType="h" fact="0.25"/>
          <dgm:constr type="r" for="ch" forName="nodeText" refType="r" refFor="ch" refForName="bgRect"/>
          <dgm:constr type="h" for="ch" forName="nodeText" refType="h" refFor="ch" refForName="bgRect" fact="0.6"/>
          <dgm:constr type="t" for="ch" forName="nodeText" refType="h" refFor="ch" refForName="bgRect" fact="0.38"/>
          <dgm:constr type="b" for="ch" forName="bottomLine" refType="b" refFor="ch" refForName="bgRect"/>
          <dgm:constr type="w" for="ch" forName="bottomLine" refType="w" refFor="ch" refForName="bgRect"/>
          <dgm:constr type="h" for="ch" forName="bottomLine" val="0.002"/>
        </dgm:constrLst>
        <dgm:ruleLst/>
        <dgm:layoutNode name="bgRect" styleLbl="bgAccFollowNode1">
          <dgm:alg type="sp"/>
          <dgm:shape xmlns:r="http://schemas.openxmlformats.org/officeDocument/2006/relationships" type="rect" r:blip="">
            <dgm:adjLst/>
          </dgm:shape>
          <dgm:presOf axis="self"/>
          <dgm:constrLst/>
          <dgm:ruleLst/>
        </dgm:layoutNode>
        <dgm:forEach name="Name19" axis="followSib" ptType="sibTrans" hideLastTrans="0" cnt="1">
          <dgm:layoutNode name="sibTransNodeCircle" styleLbl="alignNode1">
            <dgm:varLst>
              <dgm:chMax val="0"/>
              <dgm:bulletEnabled/>
            </dgm:varLst>
            <dgm:presOf axis="self" ptType="sibTrans"/>
            <dgm:alg type="tx">
              <dgm:param type="txAnchorVert" val="mid"/>
              <dgm:param type="txAnchorHorzCh" val="ctr"/>
            </dgm:alg>
            <dgm:shape xmlns:r="http://schemas.openxmlformats.org/officeDocument/2006/relationships" type="ellipse" r:blip="">
              <dgm:adjLst/>
            </dgm:shape>
            <dgm:constrLst>
              <dgm:constr type="w" refType="h" op="lte"/>
              <dgm:constr type="primFontSz" val="48"/>
              <dgm:constr type="tMarg" val="1"/>
              <dgm:constr type="lMarg" refType="w" fact="0.221"/>
              <dgm:constr type="rMarg" refType="w" fact="0.221"/>
              <dgm:constr type="bMarg" val="1"/>
            </dgm:constrLst>
            <dgm:ruleLst>
              <dgm:rule type="primFontSz" val="14" fact="NaN" max="NaN"/>
            </dgm:ruleLst>
          </dgm:layoutNode>
        </dgm:forEach>
        <dgm:layoutNode name="bottomLine" styleLbl="alignNode1">
          <dgm:varLst/>
          <dgm:presOf/>
          <dgm:alg type="sp"/>
          <dgm:shape xmlns:r="http://schemas.openxmlformats.org/officeDocument/2006/relationships" type="rect" r:blip="">
            <dgm:adjLst/>
          </dgm:shape>
          <dgm:constrLst/>
          <dgm:ruleLst/>
        </dgm:layoutNode>
        <dgm:layoutNode name="nodeText" styleLbl="bgAccFollowNode1" moveWith="bgRect">
          <dgm:varLst>
            <dgm:bulletEnabled val="1"/>
          </dgm:varLst>
          <dgm:alg type="tx">
            <dgm:param type="parTxLTRAlign" val="l"/>
            <dgm:param type="parTxRTLAlign" val="r"/>
            <dgm:param type="txAnchorVert" val="t"/>
          </dgm:alg>
          <dgm:shape xmlns:r="http://schemas.openxmlformats.org/officeDocument/2006/relationships" type="rect" r:blip="" zOrderOff="-1" hideGeom="1">
            <dgm:adjLst/>
          </dgm:shape>
          <dgm:presOf axis="desOrSelf" ptType="node"/>
          <dgm:constrLst>
            <dgm:constr type="primFontSz" val="26"/>
            <dgm:constr type="tMarg" val="26"/>
            <dgm:constr type="lMarg" refType="w" fact="0.221"/>
            <dgm:constr type="rMarg" refType="w" fact="0.221"/>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0">
            <a:buAutoNum type="arabicParenBoth"/>
          </dgm1611:buPr>
        </dgm1611:autoBuNodeInfo>
      </dgm1611:autoBuNodeInfoLst>
    </a:ext>
  </dgm:extLst>
</dgm:layoutDef>
</file>

<file path=ppt/diagrams/layout4.xml><?xml version="1.0" encoding="utf-8"?>
<dgm:layoutDef xmlns:dgm="http://schemas.openxmlformats.org/drawingml/2006/diagram" xmlns:a="http://schemas.openxmlformats.org/drawingml/2006/main" uniqueId="urn:microsoft.com/office/officeart/2016/7/layout/VerticalSolidActionList">
  <dgm:title val="Vertical Solid Action List"/>
  <dgm:desc val="Use to show non-sequential or grouped lists of information. Works well with large amounts of text. All text has the same level of emphasis, and direction is not implied."/>
  <dgm:catLst>
    <dgm:cat type="list"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4">
          <dgm:prSet phldr="1"/>
        </dgm:pt>
        <dgm:pt modelId="41">
          <dgm:prSet phldr="1"/>
        </dgm:pt>
        <dgm:pt modelId="5">
          <dgm:prSet phldr="1"/>
        </dgm:pt>
        <dgm:pt modelId="51">
          <dgm:prSet phldr="1"/>
        </dgm:pt>
      </dgm:ptLst>
      <dgm:cxnLst>
        <dgm:cxn modelId="4" srcId="0" destId="1" srcOrd="0" destOrd="0"/>
        <dgm:cxn modelId="5" srcId="0" destId="2" srcOrd="1" destOrd="0"/>
        <dgm:cxn modelId="6" srcId="0" destId="3" srcOrd="2" destOrd="0"/>
        <dgm:cxn modelId="7" srcId="0" destId="4" srcOrd="3" destOrd="0"/>
        <dgm:cxn modelId="8" srcId="0" destId="5" srcOrd="4" destOrd="0"/>
        <dgm:cxn modelId="13" srcId="1" destId="11" srcOrd="0" destOrd="0"/>
        <dgm:cxn modelId="23" srcId="2" destId="21" srcOrd="0" destOrd="0"/>
        <dgm:cxn modelId="33" srcId="3" destId="31" srcOrd="0" destOrd="0"/>
        <dgm:cxn modelId="43" srcId="4" destId="41" srcOrd="0" destOrd="0"/>
        <dgm:cxn modelId="53" srcId="5" destId="5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6"/>
      <dgm:constr type="primFontSz" for="des" forName="parentText" op="equ" val="28"/>
      <dgm:constr type="primFontSz" for="des" forName="descendantText" refType="primFontSz" refFor="des" refForName="parentText" op="lte" fact="0.82"/>
      <dgm:constr type="primFontSz" for="des" forName="parentText" refType="primFontSz" refFor="des" refForName="descendantText" op="lte" fact="1.25"/>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2"/>
          <dgm:constr type="w" for="ch" forName="descendantText" refType="w" fact="0.8"/>
          <dgm:constr type="h" for="ch" forName="parentText" refType="h"/>
          <dgm:constr type="h" for="ch" forName="descendantText" refType="h" refFor="ch" refForName="parentText"/>
        </dgm:constrLst>
        <dgm:ruleLst/>
        <dgm:layoutNode name="parentText" styleLbl="alignNode1">
          <dgm:varLst>
            <dgm:chMax val="1"/>
            <dgm:bulletEnabled/>
          </dgm:varLst>
          <dgm:alg type="tx"/>
          <dgm:shape xmlns:r="http://schemas.openxmlformats.org/officeDocument/2006/relationships" type="rect" r:blip="" zOrderOff="3">
            <dgm:adjLst/>
          </dgm:shape>
          <dgm:presOf axis="self" ptType="node"/>
          <dgm:constrLst>
            <dgm:constr type="tMarg" refType="h" fact="0.28"/>
            <dgm:constr type="bMarg" refType="h" fact="0.28"/>
            <dgm:constr type="lMarg" refType="w" fact="0.15"/>
            <dgm:constr type="rMarg" refType="w" fact="0.15"/>
          </dgm:constrLst>
          <dgm:ruleLst>
            <dgm:rule type="primFontSz" val="15" fact="NaN" max="NaN"/>
          </dgm:ruleLst>
        </dgm:layoutNode>
        <dgm:layoutNode name="descendantText" styleLbl="alignAccFollowNode1">
          <dgm:varLst>
            <dgm:bulletEnabled/>
          </dgm:varLst>
          <dgm:alg type="tx">
            <dgm:param type="stBulletLvl" val="0"/>
            <dgm:param type="parTxLTRAlign" val="l"/>
            <dgm:param type="shpTxLTRAlignCh" val="l"/>
            <dgm:param type="parTxRTLAlign" val="r"/>
            <dgm:param type="shpTxRTLAlignCh" val="r"/>
          </dgm:alg>
          <dgm:choose name="Name10">
            <dgm:if name="Name11" func="var" arg="dir" op="equ" val="norm">
              <dgm:shape xmlns:r="http://schemas.openxmlformats.org/officeDocument/2006/relationships" type="rect" r:blip="">
                <dgm:adjLst/>
              </dgm:shape>
            </dgm:if>
            <dgm:else name="Name12">
              <dgm:shape xmlns:r="http://schemas.openxmlformats.org/officeDocument/2006/relationships" type="rect" r:blip="">
                <dgm:adjLst/>
              </dgm:shape>
            </dgm:else>
          </dgm:choose>
          <dgm:presOf axis="des" ptType="node"/>
          <dgm:constrLst>
            <dgm:constr type="primFontSz" val="24"/>
            <dgm:constr type="lMarg" refType="w" fact="0.055"/>
            <dgm:constr type="rMarg" refType="w" fact="0.055"/>
            <dgm:constr type="tMarg" refType="h" fact="0.72"/>
            <dgm:constr type="bMarg" refType="h" fact="0.72"/>
          </dgm:constrLst>
          <dgm:ruleLst>
            <dgm:rule type="primFontSz" val="11" fact="NaN" max="NaN"/>
          </dgm:ruleLst>
        </dgm:layoutNod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5EF58D-B62B-40BB-83AA-9D07CFC4ED2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6AC06D3-F571-4213-A2A4-6A1915120CE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5A10580-AD31-4B8F-8448-55A666AC1725}"/>
              </a:ext>
            </a:extLst>
          </p:cNvPr>
          <p:cNvSpPr>
            <a:spLocks noGrp="1"/>
          </p:cNvSpPr>
          <p:nvPr>
            <p:ph type="dt" sz="half" idx="10"/>
          </p:nvPr>
        </p:nvSpPr>
        <p:spPr/>
        <p:txBody>
          <a:bodyPr/>
          <a:lstStyle/>
          <a:p>
            <a:fld id="{0DAF61AA-5A98-4049-A93E-477E5505141A}" type="datetimeFigureOut">
              <a:rPr lang="en-US" smtClean="0"/>
              <a:t>12/6/2024</a:t>
            </a:fld>
            <a:endParaRPr lang="en-US"/>
          </a:p>
        </p:txBody>
      </p:sp>
      <p:sp>
        <p:nvSpPr>
          <p:cNvPr id="5" name="Footer Placeholder 4">
            <a:extLst>
              <a:ext uri="{FF2B5EF4-FFF2-40B4-BE49-F238E27FC236}">
                <a16:creationId xmlns:a16="http://schemas.microsoft.com/office/drawing/2014/main" id="{15EC99C8-515A-4FEA-9CD2-6D0BF46CF6E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972AF1B-1868-4C05-B6C3-9EBF29A50ADD}"/>
              </a:ext>
            </a:extLst>
          </p:cNvPr>
          <p:cNvSpPr>
            <a:spLocks noGrp="1"/>
          </p:cNvSpPr>
          <p:nvPr>
            <p:ph type="sldNum" sz="quarter" idx="12"/>
          </p:nvPr>
        </p:nvSpPr>
        <p:spPr/>
        <p:txBody>
          <a:bodyPr/>
          <a:lstStyle/>
          <a:p>
            <a:fld id="{73B850FF-6169-4056-8077-06FFA93A5366}" type="slidenum">
              <a:rPr lang="en-US" smtClean="0"/>
              <a:t>‹#›</a:t>
            </a:fld>
            <a:endParaRPr lang="en-US"/>
          </a:p>
        </p:txBody>
      </p:sp>
    </p:spTree>
    <p:extLst>
      <p:ext uri="{BB962C8B-B14F-4D97-AF65-F5344CB8AC3E}">
        <p14:creationId xmlns:p14="http://schemas.microsoft.com/office/powerpoint/2010/main" val="37577797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E6D384-B2C5-42A4-9774-A931C39BA53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F8D736C-5FCC-43BC-B824-A90F2CC5D19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A4A3A50-B922-45BE-945D-7ED3EBD83F7C}"/>
              </a:ext>
            </a:extLst>
          </p:cNvPr>
          <p:cNvSpPr>
            <a:spLocks noGrp="1"/>
          </p:cNvSpPr>
          <p:nvPr>
            <p:ph type="dt" sz="half" idx="10"/>
          </p:nvPr>
        </p:nvSpPr>
        <p:spPr/>
        <p:txBody>
          <a:bodyPr/>
          <a:lstStyle/>
          <a:p>
            <a:fld id="{0DAF61AA-5A98-4049-A93E-477E5505141A}" type="datetimeFigureOut">
              <a:rPr lang="en-US" smtClean="0"/>
              <a:t>12/6/2024</a:t>
            </a:fld>
            <a:endParaRPr lang="en-US"/>
          </a:p>
        </p:txBody>
      </p:sp>
      <p:sp>
        <p:nvSpPr>
          <p:cNvPr id="5" name="Footer Placeholder 4">
            <a:extLst>
              <a:ext uri="{FF2B5EF4-FFF2-40B4-BE49-F238E27FC236}">
                <a16:creationId xmlns:a16="http://schemas.microsoft.com/office/drawing/2014/main" id="{64241F78-20DE-4D53-BB25-79E5C4E1AB6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E643084-C669-4FDF-87D4-F22D36BB827D}"/>
              </a:ext>
            </a:extLst>
          </p:cNvPr>
          <p:cNvSpPr>
            <a:spLocks noGrp="1"/>
          </p:cNvSpPr>
          <p:nvPr>
            <p:ph type="sldNum" sz="quarter" idx="12"/>
          </p:nvPr>
        </p:nvSpPr>
        <p:spPr/>
        <p:txBody>
          <a:bodyPr/>
          <a:lstStyle/>
          <a:p>
            <a:fld id="{73B850FF-6169-4056-8077-06FFA93A5366}" type="slidenum">
              <a:rPr lang="en-US" smtClean="0"/>
              <a:t>‹#›</a:t>
            </a:fld>
            <a:endParaRPr lang="en-US"/>
          </a:p>
        </p:txBody>
      </p:sp>
    </p:spTree>
    <p:extLst>
      <p:ext uri="{BB962C8B-B14F-4D97-AF65-F5344CB8AC3E}">
        <p14:creationId xmlns:p14="http://schemas.microsoft.com/office/powerpoint/2010/main" val="17282505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C6C559-800C-489A-9174-7901F92B0D4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142B5C3-320B-4CFD-B6A7-A28C7E435B4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2FCA372-3F42-4113-A73B-5FDCF93CB5BC}"/>
              </a:ext>
            </a:extLst>
          </p:cNvPr>
          <p:cNvSpPr>
            <a:spLocks noGrp="1"/>
          </p:cNvSpPr>
          <p:nvPr>
            <p:ph type="dt" sz="half" idx="10"/>
          </p:nvPr>
        </p:nvSpPr>
        <p:spPr/>
        <p:txBody>
          <a:bodyPr/>
          <a:lstStyle/>
          <a:p>
            <a:fld id="{0DAF61AA-5A98-4049-A93E-477E5505141A}" type="datetimeFigureOut">
              <a:rPr lang="en-US" smtClean="0"/>
              <a:t>12/6/2024</a:t>
            </a:fld>
            <a:endParaRPr lang="en-US"/>
          </a:p>
        </p:txBody>
      </p:sp>
      <p:sp>
        <p:nvSpPr>
          <p:cNvPr id="5" name="Footer Placeholder 4">
            <a:extLst>
              <a:ext uri="{FF2B5EF4-FFF2-40B4-BE49-F238E27FC236}">
                <a16:creationId xmlns:a16="http://schemas.microsoft.com/office/drawing/2014/main" id="{F0DA1197-0C78-4878-B086-5D206EA491D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F1B83D8-FD42-44FF-AA20-944A519CC0B2}"/>
              </a:ext>
            </a:extLst>
          </p:cNvPr>
          <p:cNvSpPr>
            <a:spLocks noGrp="1"/>
          </p:cNvSpPr>
          <p:nvPr>
            <p:ph type="sldNum" sz="quarter" idx="12"/>
          </p:nvPr>
        </p:nvSpPr>
        <p:spPr/>
        <p:txBody>
          <a:bodyPr/>
          <a:lstStyle/>
          <a:p>
            <a:fld id="{73B850FF-6169-4056-8077-06FFA93A5366}" type="slidenum">
              <a:rPr lang="en-US" smtClean="0"/>
              <a:t>‹#›</a:t>
            </a:fld>
            <a:endParaRPr lang="en-US"/>
          </a:p>
        </p:txBody>
      </p:sp>
    </p:spTree>
    <p:extLst>
      <p:ext uri="{BB962C8B-B14F-4D97-AF65-F5344CB8AC3E}">
        <p14:creationId xmlns:p14="http://schemas.microsoft.com/office/powerpoint/2010/main" val="20203978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D685AA-B5C7-4E3D-85FA-94F3C73E59B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03AFEEA-6F3F-4630-A950-61C05D2FAFB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AC36817-B869-4D19-9EE8-A3166B0E159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C074146-2374-4321-AEBB-3E9B09D7796D}"/>
              </a:ext>
            </a:extLst>
          </p:cNvPr>
          <p:cNvSpPr>
            <a:spLocks noGrp="1"/>
          </p:cNvSpPr>
          <p:nvPr>
            <p:ph type="dt" sz="half" idx="10"/>
          </p:nvPr>
        </p:nvSpPr>
        <p:spPr/>
        <p:txBody>
          <a:bodyPr/>
          <a:lstStyle/>
          <a:p>
            <a:fld id="{0DAF61AA-5A98-4049-A93E-477E5505141A}" type="datetimeFigureOut">
              <a:rPr lang="en-US" smtClean="0"/>
              <a:t>12/6/2024</a:t>
            </a:fld>
            <a:endParaRPr lang="en-US"/>
          </a:p>
        </p:txBody>
      </p:sp>
      <p:sp>
        <p:nvSpPr>
          <p:cNvPr id="6" name="Footer Placeholder 5">
            <a:extLst>
              <a:ext uri="{FF2B5EF4-FFF2-40B4-BE49-F238E27FC236}">
                <a16:creationId xmlns:a16="http://schemas.microsoft.com/office/drawing/2014/main" id="{2C42337B-B902-4DC2-BB94-02B8A754926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44AD585-B83C-4ECF-AF42-8DDF6996B79D}"/>
              </a:ext>
            </a:extLst>
          </p:cNvPr>
          <p:cNvSpPr>
            <a:spLocks noGrp="1"/>
          </p:cNvSpPr>
          <p:nvPr>
            <p:ph type="sldNum" sz="quarter" idx="12"/>
          </p:nvPr>
        </p:nvSpPr>
        <p:spPr/>
        <p:txBody>
          <a:bodyPr/>
          <a:lstStyle/>
          <a:p>
            <a:fld id="{73B850FF-6169-4056-8077-06FFA93A5366}" type="slidenum">
              <a:rPr lang="en-US" smtClean="0"/>
              <a:t>‹#›</a:t>
            </a:fld>
            <a:endParaRPr lang="en-US"/>
          </a:p>
        </p:txBody>
      </p:sp>
    </p:spTree>
    <p:extLst>
      <p:ext uri="{BB962C8B-B14F-4D97-AF65-F5344CB8AC3E}">
        <p14:creationId xmlns:p14="http://schemas.microsoft.com/office/powerpoint/2010/main" val="46553827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3A9ADB-3495-481F-BB4E-9C7128B17B1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ED6FF4C-26CB-4281-A2F7-6CBE4518679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F2E72A9-F222-45B4-9355-C04C058641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A699F6E-77AD-4EBC-BAF9-5A43CDEC41E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0F77677-7169-4591-B047-0678815F48E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482A6EB-0285-4FA4-A00C-A7F716084FD3}"/>
              </a:ext>
            </a:extLst>
          </p:cNvPr>
          <p:cNvSpPr>
            <a:spLocks noGrp="1"/>
          </p:cNvSpPr>
          <p:nvPr>
            <p:ph type="dt" sz="half" idx="10"/>
          </p:nvPr>
        </p:nvSpPr>
        <p:spPr/>
        <p:txBody>
          <a:bodyPr/>
          <a:lstStyle/>
          <a:p>
            <a:fld id="{0DAF61AA-5A98-4049-A93E-477E5505141A}" type="datetimeFigureOut">
              <a:rPr lang="en-US" smtClean="0"/>
              <a:t>12/6/2024</a:t>
            </a:fld>
            <a:endParaRPr lang="en-US"/>
          </a:p>
        </p:txBody>
      </p:sp>
      <p:sp>
        <p:nvSpPr>
          <p:cNvPr id="8" name="Footer Placeholder 7">
            <a:extLst>
              <a:ext uri="{FF2B5EF4-FFF2-40B4-BE49-F238E27FC236}">
                <a16:creationId xmlns:a16="http://schemas.microsoft.com/office/drawing/2014/main" id="{86D39526-82B8-402C-8A2B-82EF8F3F3A7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55EC9E6-6FF1-4541-9CB1-A2FF9D852169}"/>
              </a:ext>
            </a:extLst>
          </p:cNvPr>
          <p:cNvSpPr>
            <a:spLocks noGrp="1"/>
          </p:cNvSpPr>
          <p:nvPr>
            <p:ph type="sldNum" sz="quarter" idx="12"/>
          </p:nvPr>
        </p:nvSpPr>
        <p:spPr/>
        <p:txBody>
          <a:bodyPr/>
          <a:lstStyle/>
          <a:p>
            <a:fld id="{73B850FF-6169-4056-8077-06FFA93A5366}" type="slidenum">
              <a:rPr lang="en-US" smtClean="0"/>
              <a:t>‹#›</a:t>
            </a:fld>
            <a:endParaRPr lang="en-US"/>
          </a:p>
        </p:txBody>
      </p:sp>
    </p:spTree>
    <p:extLst>
      <p:ext uri="{BB962C8B-B14F-4D97-AF65-F5344CB8AC3E}">
        <p14:creationId xmlns:p14="http://schemas.microsoft.com/office/powerpoint/2010/main" val="25056521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170F54-6CED-4251-A0A6-32CCD1213F8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572C8E6-49D6-46A5-8DC3-B0D8E683C9CB}"/>
              </a:ext>
            </a:extLst>
          </p:cNvPr>
          <p:cNvSpPr>
            <a:spLocks noGrp="1"/>
          </p:cNvSpPr>
          <p:nvPr>
            <p:ph type="dt" sz="half" idx="10"/>
          </p:nvPr>
        </p:nvSpPr>
        <p:spPr/>
        <p:txBody>
          <a:bodyPr/>
          <a:lstStyle/>
          <a:p>
            <a:fld id="{0DAF61AA-5A98-4049-A93E-477E5505141A}" type="datetimeFigureOut">
              <a:rPr lang="en-US" smtClean="0"/>
              <a:t>12/6/2024</a:t>
            </a:fld>
            <a:endParaRPr lang="en-US"/>
          </a:p>
        </p:txBody>
      </p:sp>
      <p:sp>
        <p:nvSpPr>
          <p:cNvPr id="4" name="Footer Placeholder 3">
            <a:extLst>
              <a:ext uri="{FF2B5EF4-FFF2-40B4-BE49-F238E27FC236}">
                <a16:creationId xmlns:a16="http://schemas.microsoft.com/office/drawing/2014/main" id="{AB883CBA-77CD-4490-A5F3-BAA8FC254A3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EA5FF79-61B6-4693-8547-95B1F2F7A194}"/>
              </a:ext>
            </a:extLst>
          </p:cNvPr>
          <p:cNvSpPr>
            <a:spLocks noGrp="1"/>
          </p:cNvSpPr>
          <p:nvPr>
            <p:ph type="sldNum" sz="quarter" idx="12"/>
          </p:nvPr>
        </p:nvSpPr>
        <p:spPr/>
        <p:txBody>
          <a:bodyPr/>
          <a:lstStyle/>
          <a:p>
            <a:fld id="{73B850FF-6169-4056-8077-06FFA93A5366}" type="slidenum">
              <a:rPr lang="en-US" smtClean="0"/>
              <a:t>‹#›</a:t>
            </a:fld>
            <a:endParaRPr lang="en-US"/>
          </a:p>
        </p:txBody>
      </p:sp>
    </p:spTree>
    <p:extLst>
      <p:ext uri="{BB962C8B-B14F-4D97-AF65-F5344CB8AC3E}">
        <p14:creationId xmlns:p14="http://schemas.microsoft.com/office/powerpoint/2010/main" val="17227010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FBDCB94-13E9-41CB-88F0-D30A1791DCBA}"/>
              </a:ext>
            </a:extLst>
          </p:cNvPr>
          <p:cNvSpPr>
            <a:spLocks noGrp="1"/>
          </p:cNvSpPr>
          <p:nvPr>
            <p:ph type="dt" sz="half" idx="10"/>
          </p:nvPr>
        </p:nvSpPr>
        <p:spPr/>
        <p:txBody>
          <a:bodyPr/>
          <a:lstStyle/>
          <a:p>
            <a:fld id="{0DAF61AA-5A98-4049-A93E-477E5505141A}" type="datetimeFigureOut">
              <a:rPr lang="en-US" smtClean="0"/>
              <a:t>12/6/2024</a:t>
            </a:fld>
            <a:endParaRPr lang="en-US"/>
          </a:p>
        </p:txBody>
      </p:sp>
      <p:sp>
        <p:nvSpPr>
          <p:cNvPr id="3" name="Footer Placeholder 2">
            <a:extLst>
              <a:ext uri="{FF2B5EF4-FFF2-40B4-BE49-F238E27FC236}">
                <a16:creationId xmlns:a16="http://schemas.microsoft.com/office/drawing/2014/main" id="{244795A4-736C-426D-8559-5AD5892756A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B2A2ACD-17F3-4C16-8E77-86EC92CCD552}"/>
              </a:ext>
            </a:extLst>
          </p:cNvPr>
          <p:cNvSpPr>
            <a:spLocks noGrp="1"/>
          </p:cNvSpPr>
          <p:nvPr>
            <p:ph type="sldNum" sz="quarter" idx="12"/>
          </p:nvPr>
        </p:nvSpPr>
        <p:spPr/>
        <p:txBody>
          <a:bodyPr/>
          <a:lstStyle/>
          <a:p>
            <a:fld id="{73B850FF-6169-4056-8077-06FFA93A5366}" type="slidenum">
              <a:rPr lang="en-US" smtClean="0"/>
              <a:t>‹#›</a:t>
            </a:fld>
            <a:endParaRPr lang="en-US"/>
          </a:p>
        </p:txBody>
      </p:sp>
    </p:spTree>
    <p:extLst>
      <p:ext uri="{BB962C8B-B14F-4D97-AF65-F5344CB8AC3E}">
        <p14:creationId xmlns:p14="http://schemas.microsoft.com/office/powerpoint/2010/main" val="38737232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FCB2E-B68A-48F9-8B20-CDED818FB6E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D081C83-64B5-4BFD-A163-75C2EA7F897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25D44AD-E361-48A3-936D-DDA0D514451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9EED06C-E016-489C-8863-EA1BE998BC48}"/>
              </a:ext>
            </a:extLst>
          </p:cNvPr>
          <p:cNvSpPr>
            <a:spLocks noGrp="1"/>
          </p:cNvSpPr>
          <p:nvPr>
            <p:ph type="dt" sz="half" idx="10"/>
          </p:nvPr>
        </p:nvSpPr>
        <p:spPr/>
        <p:txBody>
          <a:bodyPr/>
          <a:lstStyle/>
          <a:p>
            <a:fld id="{0DAF61AA-5A98-4049-A93E-477E5505141A}" type="datetimeFigureOut">
              <a:rPr lang="en-US" smtClean="0"/>
              <a:t>12/6/2024</a:t>
            </a:fld>
            <a:endParaRPr lang="en-US"/>
          </a:p>
        </p:txBody>
      </p:sp>
      <p:sp>
        <p:nvSpPr>
          <p:cNvPr id="6" name="Footer Placeholder 5">
            <a:extLst>
              <a:ext uri="{FF2B5EF4-FFF2-40B4-BE49-F238E27FC236}">
                <a16:creationId xmlns:a16="http://schemas.microsoft.com/office/drawing/2014/main" id="{359161F0-D253-49A7-9A08-7A0A228146C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742C61A-B326-40A7-A286-90D0544BBC34}"/>
              </a:ext>
            </a:extLst>
          </p:cNvPr>
          <p:cNvSpPr>
            <a:spLocks noGrp="1"/>
          </p:cNvSpPr>
          <p:nvPr>
            <p:ph type="sldNum" sz="quarter" idx="12"/>
          </p:nvPr>
        </p:nvSpPr>
        <p:spPr/>
        <p:txBody>
          <a:bodyPr/>
          <a:lstStyle/>
          <a:p>
            <a:fld id="{73B850FF-6169-4056-8077-06FFA93A5366}" type="slidenum">
              <a:rPr lang="en-US" smtClean="0"/>
              <a:t>‹#›</a:t>
            </a:fld>
            <a:endParaRPr lang="en-US"/>
          </a:p>
        </p:txBody>
      </p:sp>
    </p:spTree>
    <p:extLst>
      <p:ext uri="{BB962C8B-B14F-4D97-AF65-F5344CB8AC3E}">
        <p14:creationId xmlns:p14="http://schemas.microsoft.com/office/powerpoint/2010/main" val="36077885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F2DF6F-D00F-4CE4-8701-B00627346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A0FF7AB-F851-4425-8407-996C920E684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A2ED6CF5-154F-4615-8CDC-E2BFA61FABE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1A5C400-0D13-495F-8C4E-EC3CDF5F22AF}"/>
              </a:ext>
            </a:extLst>
          </p:cNvPr>
          <p:cNvSpPr>
            <a:spLocks noGrp="1"/>
          </p:cNvSpPr>
          <p:nvPr>
            <p:ph type="dt" sz="half" idx="10"/>
          </p:nvPr>
        </p:nvSpPr>
        <p:spPr/>
        <p:txBody>
          <a:bodyPr/>
          <a:lstStyle/>
          <a:p>
            <a:fld id="{0DAF61AA-5A98-4049-A93E-477E5505141A}" type="datetimeFigureOut">
              <a:rPr lang="en-US" smtClean="0"/>
              <a:t>12/6/2024</a:t>
            </a:fld>
            <a:endParaRPr lang="en-US"/>
          </a:p>
        </p:txBody>
      </p:sp>
      <p:sp>
        <p:nvSpPr>
          <p:cNvPr id="6" name="Footer Placeholder 5">
            <a:extLst>
              <a:ext uri="{FF2B5EF4-FFF2-40B4-BE49-F238E27FC236}">
                <a16:creationId xmlns:a16="http://schemas.microsoft.com/office/drawing/2014/main" id="{4CB290D7-98AC-45E5-A7D6-73520AFC736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294276C-2BD2-4C4F-AC04-DD3D73768A5D}"/>
              </a:ext>
            </a:extLst>
          </p:cNvPr>
          <p:cNvSpPr>
            <a:spLocks noGrp="1"/>
          </p:cNvSpPr>
          <p:nvPr>
            <p:ph type="sldNum" sz="quarter" idx="12"/>
          </p:nvPr>
        </p:nvSpPr>
        <p:spPr/>
        <p:txBody>
          <a:bodyPr/>
          <a:lstStyle/>
          <a:p>
            <a:fld id="{73B850FF-6169-4056-8077-06FFA93A5366}" type="slidenum">
              <a:rPr lang="en-US" smtClean="0"/>
              <a:t>‹#›</a:t>
            </a:fld>
            <a:endParaRPr lang="en-US"/>
          </a:p>
        </p:txBody>
      </p:sp>
    </p:spTree>
    <p:extLst>
      <p:ext uri="{BB962C8B-B14F-4D97-AF65-F5344CB8AC3E}">
        <p14:creationId xmlns:p14="http://schemas.microsoft.com/office/powerpoint/2010/main" val="32237869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5170B0-C1C5-4976-80E8-6B4F90EB362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97593EE-493E-4BCE-8992-24CA63E1E09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780919F-FDDD-42FB-8422-A0665D558D00}"/>
              </a:ext>
            </a:extLst>
          </p:cNvPr>
          <p:cNvSpPr>
            <a:spLocks noGrp="1"/>
          </p:cNvSpPr>
          <p:nvPr>
            <p:ph type="dt" sz="half" idx="10"/>
          </p:nvPr>
        </p:nvSpPr>
        <p:spPr/>
        <p:txBody>
          <a:bodyPr/>
          <a:lstStyle/>
          <a:p>
            <a:fld id="{0DAF61AA-5A98-4049-A93E-477E5505141A}" type="datetimeFigureOut">
              <a:rPr lang="en-US" smtClean="0"/>
              <a:t>12/6/2024</a:t>
            </a:fld>
            <a:endParaRPr lang="en-US"/>
          </a:p>
        </p:txBody>
      </p:sp>
      <p:sp>
        <p:nvSpPr>
          <p:cNvPr id="5" name="Footer Placeholder 4">
            <a:extLst>
              <a:ext uri="{FF2B5EF4-FFF2-40B4-BE49-F238E27FC236}">
                <a16:creationId xmlns:a16="http://schemas.microsoft.com/office/drawing/2014/main" id="{A216D38A-35F8-4667-A1F4-49644471E92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59CC230-78B7-487B-9C95-CB00868F6F1F}"/>
              </a:ext>
            </a:extLst>
          </p:cNvPr>
          <p:cNvSpPr>
            <a:spLocks noGrp="1"/>
          </p:cNvSpPr>
          <p:nvPr>
            <p:ph type="sldNum" sz="quarter" idx="12"/>
          </p:nvPr>
        </p:nvSpPr>
        <p:spPr/>
        <p:txBody>
          <a:bodyPr/>
          <a:lstStyle/>
          <a:p>
            <a:fld id="{73B850FF-6169-4056-8077-06FFA93A5366}" type="slidenum">
              <a:rPr lang="en-US" smtClean="0"/>
              <a:t>‹#›</a:t>
            </a:fld>
            <a:endParaRPr lang="en-US"/>
          </a:p>
        </p:txBody>
      </p:sp>
    </p:spTree>
    <p:extLst>
      <p:ext uri="{BB962C8B-B14F-4D97-AF65-F5344CB8AC3E}">
        <p14:creationId xmlns:p14="http://schemas.microsoft.com/office/powerpoint/2010/main" val="109064832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14CB826-D9AA-4689-B8C0-38D999F0D06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61F1CDD-16FB-45E0-9887-24374C56764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6846397-BBD2-4426-B1F5-FD6EA3CDC866}"/>
              </a:ext>
            </a:extLst>
          </p:cNvPr>
          <p:cNvSpPr>
            <a:spLocks noGrp="1"/>
          </p:cNvSpPr>
          <p:nvPr>
            <p:ph type="dt" sz="half" idx="10"/>
          </p:nvPr>
        </p:nvSpPr>
        <p:spPr/>
        <p:txBody>
          <a:bodyPr/>
          <a:lstStyle/>
          <a:p>
            <a:fld id="{0DAF61AA-5A98-4049-A93E-477E5505141A}" type="datetimeFigureOut">
              <a:rPr lang="en-US" smtClean="0"/>
              <a:t>12/6/2024</a:t>
            </a:fld>
            <a:endParaRPr lang="en-US"/>
          </a:p>
        </p:txBody>
      </p:sp>
      <p:sp>
        <p:nvSpPr>
          <p:cNvPr id="5" name="Footer Placeholder 4">
            <a:extLst>
              <a:ext uri="{FF2B5EF4-FFF2-40B4-BE49-F238E27FC236}">
                <a16:creationId xmlns:a16="http://schemas.microsoft.com/office/drawing/2014/main" id="{FDAB91E4-73D0-4ACD-8F54-00EE6FB1D61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EB28C61-59FE-44D6-A7D6-AAD292232778}"/>
              </a:ext>
            </a:extLst>
          </p:cNvPr>
          <p:cNvSpPr>
            <a:spLocks noGrp="1"/>
          </p:cNvSpPr>
          <p:nvPr>
            <p:ph type="sldNum" sz="quarter" idx="12"/>
          </p:nvPr>
        </p:nvSpPr>
        <p:spPr/>
        <p:txBody>
          <a:bodyPr/>
          <a:lstStyle/>
          <a:p>
            <a:fld id="{73B850FF-6169-4056-8077-06FFA93A5366}" type="slidenum">
              <a:rPr lang="en-US" smtClean="0"/>
              <a:t>‹#›</a:t>
            </a:fld>
            <a:endParaRPr lang="en-US"/>
          </a:p>
        </p:txBody>
      </p:sp>
    </p:spTree>
    <p:extLst>
      <p:ext uri="{BB962C8B-B14F-4D97-AF65-F5344CB8AC3E}">
        <p14:creationId xmlns:p14="http://schemas.microsoft.com/office/powerpoint/2010/main" val="26377887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47A131F-D5DE-41A5-B4CF-4F345319B40B}"/>
              </a:ext>
            </a:extLst>
          </p:cNvPr>
          <p:cNvSpPr/>
          <p:nvPr/>
        </p:nvSpPr>
        <p:spPr>
          <a:xfrm>
            <a:off x="0" y="0"/>
            <a:ext cx="12188952" cy="6858000"/>
          </a:xfrm>
          <a:prstGeom prst="rect">
            <a:avLst/>
          </a:prstGeom>
          <a:solidFill>
            <a:schemeClr val="bg2"/>
          </a:solid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65000"/>
                  <a:lumOff val="35000"/>
                </a:schemeClr>
              </a:solidFill>
              <a:latin typeface="AvenirNext LT Pro Medium" panose="020B0504020202020204" pitchFamily="34" charset="0"/>
            </a:endParaRPr>
          </a:p>
        </p:txBody>
      </p:sp>
      <p:sp>
        <p:nvSpPr>
          <p:cNvPr id="8" name="Freeform: Shape 7">
            <a:extLst>
              <a:ext uri="{FF2B5EF4-FFF2-40B4-BE49-F238E27FC236}">
                <a16:creationId xmlns:a16="http://schemas.microsoft.com/office/drawing/2014/main" id="{3AF4666D-BD98-40A5-A75F-478B982010B2}"/>
              </a:ext>
            </a:extLst>
          </p:cNvPr>
          <p:cNvSpPr/>
          <p:nvPr/>
        </p:nvSpPr>
        <p:spPr>
          <a:xfrm rot="10800000">
            <a:off x="692844" y="-3086"/>
            <a:ext cx="1326111" cy="59760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a:p>
        </p:txBody>
      </p:sp>
      <p:sp>
        <p:nvSpPr>
          <p:cNvPr id="9" name="Freeform: Shape 8">
            <a:extLst>
              <a:ext uri="{FF2B5EF4-FFF2-40B4-BE49-F238E27FC236}">
                <a16:creationId xmlns:a16="http://schemas.microsoft.com/office/drawing/2014/main" id="{68680585-71F9-4721-A998-4974171D2EB4}"/>
              </a:ext>
            </a:extLst>
          </p:cNvPr>
          <p:cNvSpPr/>
          <p:nvPr/>
        </p:nvSpPr>
        <p:spPr>
          <a:xfrm>
            <a:off x="10439256" y="6172200"/>
            <a:ext cx="1482102" cy="67936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a:p>
        </p:txBody>
      </p:sp>
      <p:sp>
        <p:nvSpPr>
          <p:cNvPr id="10" name="Freeform: Shape 9">
            <a:extLst>
              <a:ext uri="{FF2B5EF4-FFF2-40B4-BE49-F238E27FC236}">
                <a16:creationId xmlns:a16="http://schemas.microsoft.com/office/drawing/2014/main" id="{12BC95C2-2EEC-4F59-ABA8-660B0D059CCF}"/>
              </a:ext>
            </a:extLst>
          </p:cNvPr>
          <p:cNvSpPr/>
          <p:nvPr/>
        </p:nvSpPr>
        <p:spPr>
          <a:xfrm>
            <a:off x="7977352" y="5197178"/>
            <a:ext cx="4211600" cy="1660822"/>
          </a:xfrm>
          <a:custGeom>
            <a:avLst/>
            <a:gdLst>
              <a:gd name="connsiteX0" fmla="*/ 4211600 w 4211600"/>
              <a:gd name="connsiteY0" fmla="*/ 0 h 1660822"/>
              <a:gd name="connsiteX1" fmla="*/ 4211600 w 4211600"/>
              <a:gd name="connsiteY1" fmla="*/ 58430 h 1660822"/>
              <a:gd name="connsiteX2" fmla="*/ 4136524 w 4211600"/>
              <a:gd name="connsiteY2" fmla="*/ 208808 h 1660822"/>
              <a:gd name="connsiteX3" fmla="*/ 3973354 w 4211600"/>
              <a:gd name="connsiteY3" fmla="*/ 437313 h 1660822"/>
              <a:gd name="connsiteX4" fmla="*/ 3884746 w 4211600"/>
              <a:gd name="connsiteY4" fmla="*/ 553613 h 1660822"/>
              <a:gd name="connsiteX5" fmla="*/ 3849435 w 4211600"/>
              <a:gd name="connsiteY5" fmla="*/ 603143 h 1660822"/>
              <a:gd name="connsiteX6" fmla="*/ 3661849 w 4211600"/>
              <a:gd name="connsiteY6" fmla="*/ 819075 h 1660822"/>
              <a:gd name="connsiteX7" fmla="*/ 3402589 w 4211600"/>
              <a:gd name="connsiteY7" fmla="*/ 952996 h 1660822"/>
              <a:gd name="connsiteX8" fmla="*/ 3130202 w 4211600"/>
              <a:gd name="connsiteY8" fmla="*/ 1023386 h 1660822"/>
              <a:gd name="connsiteX9" fmla="*/ 2914657 w 4211600"/>
              <a:gd name="connsiteY9" fmla="*/ 1068058 h 1660822"/>
              <a:gd name="connsiteX10" fmla="*/ 2582149 w 4211600"/>
              <a:gd name="connsiteY10" fmla="*/ 1138924 h 1660822"/>
              <a:gd name="connsiteX11" fmla="*/ 2483958 w 4211600"/>
              <a:gd name="connsiteY11" fmla="*/ 1162356 h 1660822"/>
              <a:gd name="connsiteX12" fmla="*/ 2123750 w 4211600"/>
              <a:gd name="connsiteY12" fmla="*/ 1238651 h 1660822"/>
              <a:gd name="connsiteX13" fmla="*/ 1761444 w 4211600"/>
              <a:gd name="connsiteY13" fmla="*/ 1273417 h 1660822"/>
              <a:gd name="connsiteX14" fmla="*/ 1608382 w 4211600"/>
              <a:gd name="connsiteY14" fmla="*/ 1284466 h 1660822"/>
              <a:gd name="connsiteX15" fmla="*/ 999942 w 4211600"/>
              <a:gd name="connsiteY15" fmla="*/ 1354284 h 1660822"/>
              <a:gd name="connsiteX16" fmla="*/ 484705 w 4211600"/>
              <a:gd name="connsiteY16" fmla="*/ 1450487 h 1660822"/>
              <a:gd name="connsiteX17" fmla="*/ 113310 w 4211600"/>
              <a:gd name="connsiteY17" fmla="*/ 1613700 h 1660822"/>
              <a:gd name="connsiteX18" fmla="*/ 39668 w 4211600"/>
              <a:gd name="connsiteY18" fmla="*/ 1660822 h 1660822"/>
              <a:gd name="connsiteX19" fmla="*/ 0 w 4211600"/>
              <a:gd name="connsiteY19" fmla="*/ 1660822 h 1660822"/>
              <a:gd name="connsiteX20" fmla="*/ 96701 w 4211600"/>
              <a:gd name="connsiteY20" fmla="*/ 1598934 h 1660822"/>
              <a:gd name="connsiteX21" fmla="*/ 474335 w 4211600"/>
              <a:gd name="connsiteY21" fmla="*/ 1433056 h 1660822"/>
              <a:gd name="connsiteX22" fmla="*/ 994299 w 4211600"/>
              <a:gd name="connsiteY22" fmla="*/ 1335806 h 1660822"/>
              <a:gd name="connsiteX23" fmla="*/ 1605231 w 4211600"/>
              <a:gd name="connsiteY23" fmla="*/ 1265702 h 1660822"/>
              <a:gd name="connsiteX24" fmla="*/ 1758819 w 4211600"/>
              <a:gd name="connsiteY24" fmla="*/ 1254558 h 1660822"/>
              <a:gd name="connsiteX25" fmla="*/ 2118106 w 4211600"/>
              <a:gd name="connsiteY25" fmla="*/ 1220077 h 1660822"/>
              <a:gd name="connsiteX26" fmla="*/ 2475557 w 4211600"/>
              <a:gd name="connsiteY26" fmla="*/ 1144353 h 1660822"/>
              <a:gd name="connsiteX27" fmla="*/ 2573878 w 4211600"/>
              <a:gd name="connsiteY27" fmla="*/ 1120827 h 1660822"/>
              <a:gd name="connsiteX28" fmla="*/ 2907437 w 4211600"/>
              <a:gd name="connsiteY28" fmla="*/ 1049675 h 1660822"/>
              <a:gd name="connsiteX29" fmla="*/ 3122589 w 4211600"/>
              <a:gd name="connsiteY29" fmla="*/ 1005098 h 1660822"/>
              <a:gd name="connsiteX30" fmla="*/ 3391169 w 4211600"/>
              <a:gd name="connsiteY30" fmla="*/ 935756 h 1660822"/>
              <a:gd name="connsiteX31" fmla="*/ 3642290 w 4211600"/>
              <a:gd name="connsiteY31" fmla="*/ 806216 h 1660822"/>
              <a:gd name="connsiteX32" fmla="*/ 3825937 w 4211600"/>
              <a:gd name="connsiteY32" fmla="*/ 594475 h 1660822"/>
              <a:gd name="connsiteX33" fmla="*/ 3861381 w 4211600"/>
              <a:gd name="connsiteY33" fmla="*/ 544755 h 1660822"/>
              <a:gd name="connsiteX34" fmla="*/ 3950381 w 4211600"/>
              <a:gd name="connsiteY34" fmla="*/ 427978 h 1660822"/>
              <a:gd name="connsiteX35" fmla="*/ 4112370 w 4211600"/>
              <a:gd name="connsiteY35" fmla="*/ 201378 h 1660822"/>
              <a:gd name="connsiteX36" fmla="*/ 4195989 w 4211600"/>
              <a:gd name="connsiteY36" fmla="*/ 33834 h 1660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4211600" h="1660822">
                <a:moveTo>
                  <a:pt x="4211600" y="0"/>
                </a:moveTo>
                <a:lnTo>
                  <a:pt x="4211600" y="58430"/>
                </a:lnTo>
                <a:lnTo>
                  <a:pt x="4136524" y="208808"/>
                </a:lnTo>
                <a:cubicBezTo>
                  <a:pt x="4089791" y="287770"/>
                  <a:pt x="4030588" y="363780"/>
                  <a:pt x="3973354" y="437313"/>
                </a:cubicBezTo>
                <a:cubicBezTo>
                  <a:pt x="3943819" y="475222"/>
                  <a:pt x="3913231" y="514465"/>
                  <a:pt x="3884746" y="553613"/>
                </a:cubicBezTo>
                <a:cubicBezTo>
                  <a:pt x="3872801" y="569996"/>
                  <a:pt x="3861119" y="586569"/>
                  <a:pt x="3849435" y="603143"/>
                </a:cubicBezTo>
                <a:cubicBezTo>
                  <a:pt x="3796665" y="678009"/>
                  <a:pt x="3742187" y="755352"/>
                  <a:pt x="3661849" y="819075"/>
                </a:cubicBezTo>
                <a:cubicBezTo>
                  <a:pt x="3596214" y="871176"/>
                  <a:pt x="3509050" y="916230"/>
                  <a:pt x="3402589" y="952996"/>
                </a:cubicBezTo>
                <a:cubicBezTo>
                  <a:pt x="3312406" y="984048"/>
                  <a:pt x="3215660" y="1005003"/>
                  <a:pt x="3130202" y="1023386"/>
                </a:cubicBezTo>
                <a:cubicBezTo>
                  <a:pt x="3058529" y="1038816"/>
                  <a:pt x="2985412" y="1053675"/>
                  <a:pt x="2914657" y="1068058"/>
                </a:cubicBezTo>
                <a:cubicBezTo>
                  <a:pt x="2805176" y="1090251"/>
                  <a:pt x="2692021" y="1113207"/>
                  <a:pt x="2582149" y="1138924"/>
                </a:cubicBezTo>
                <a:cubicBezTo>
                  <a:pt x="2549330" y="1146639"/>
                  <a:pt x="2516644" y="1154450"/>
                  <a:pt x="2483958" y="1162356"/>
                </a:cubicBezTo>
                <a:cubicBezTo>
                  <a:pt x="2367257" y="1190550"/>
                  <a:pt x="2246621" y="1219601"/>
                  <a:pt x="2123750" y="1238651"/>
                </a:cubicBezTo>
                <a:cubicBezTo>
                  <a:pt x="2004294" y="1257129"/>
                  <a:pt x="1880769" y="1265416"/>
                  <a:pt x="1761444" y="1273417"/>
                </a:cubicBezTo>
                <a:cubicBezTo>
                  <a:pt x="1711167" y="1276751"/>
                  <a:pt x="1659184" y="1280275"/>
                  <a:pt x="1608382" y="1284466"/>
                </a:cubicBezTo>
                <a:cubicBezTo>
                  <a:pt x="1408589" y="1300944"/>
                  <a:pt x="1214570" y="1325805"/>
                  <a:pt x="999942" y="1354284"/>
                </a:cubicBezTo>
                <a:cubicBezTo>
                  <a:pt x="826403" y="1377240"/>
                  <a:pt x="647744" y="1400957"/>
                  <a:pt x="484705" y="1450487"/>
                </a:cubicBezTo>
                <a:cubicBezTo>
                  <a:pt x="355831" y="1489635"/>
                  <a:pt x="231387" y="1544374"/>
                  <a:pt x="113310" y="1613700"/>
                </a:cubicBezTo>
                <a:lnTo>
                  <a:pt x="39668" y="1660822"/>
                </a:lnTo>
                <a:lnTo>
                  <a:pt x="0" y="1660822"/>
                </a:lnTo>
                <a:lnTo>
                  <a:pt x="96701" y="1598934"/>
                </a:lnTo>
                <a:cubicBezTo>
                  <a:pt x="216635" y="1528533"/>
                  <a:pt x="343196" y="1472919"/>
                  <a:pt x="474335" y="1433056"/>
                </a:cubicBezTo>
                <a:cubicBezTo>
                  <a:pt x="639999" y="1382669"/>
                  <a:pt x="820102" y="1358856"/>
                  <a:pt x="994299" y="1335806"/>
                </a:cubicBezTo>
                <a:cubicBezTo>
                  <a:pt x="1210239" y="1307231"/>
                  <a:pt x="1404650" y="1282275"/>
                  <a:pt x="1605231" y="1265702"/>
                </a:cubicBezTo>
                <a:cubicBezTo>
                  <a:pt x="1656428" y="1261511"/>
                  <a:pt x="1708411" y="1257987"/>
                  <a:pt x="1758819" y="1254558"/>
                </a:cubicBezTo>
                <a:cubicBezTo>
                  <a:pt x="1877487" y="1246557"/>
                  <a:pt x="2000094" y="1238365"/>
                  <a:pt x="2118106" y="1220077"/>
                </a:cubicBezTo>
                <a:cubicBezTo>
                  <a:pt x="2239531" y="1201313"/>
                  <a:pt x="2359513" y="1172357"/>
                  <a:pt x="2475557" y="1144353"/>
                </a:cubicBezTo>
                <a:cubicBezTo>
                  <a:pt x="2508243" y="1136448"/>
                  <a:pt x="2541060" y="1128542"/>
                  <a:pt x="2573878" y="1120827"/>
                </a:cubicBezTo>
                <a:cubicBezTo>
                  <a:pt x="2684276" y="1094919"/>
                  <a:pt x="2797694" y="1071963"/>
                  <a:pt x="2907437" y="1049675"/>
                </a:cubicBezTo>
                <a:cubicBezTo>
                  <a:pt x="2978061" y="1035387"/>
                  <a:pt x="3051178" y="1020528"/>
                  <a:pt x="3122589" y="1005098"/>
                </a:cubicBezTo>
                <a:cubicBezTo>
                  <a:pt x="3206997" y="986810"/>
                  <a:pt x="3302823" y="966141"/>
                  <a:pt x="3391169" y="935756"/>
                </a:cubicBezTo>
                <a:cubicBezTo>
                  <a:pt x="3494479" y="900132"/>
                  <a:pt x="3578886" y="856508"/>
                  <a:pt x="3642290" y="806216"/>
                </a:cubicBezTo>
                <a:cubicBezTo>
                  <a:pt x="3720133" y="744303"/>
                  <a:pt x="3773953" y="668103"/>
                  <a:pt x="3825937" y="594475"/>
                </a:cubicBezTo>
                <a:cubicBezTo>
                  <a:pt x="3837621" y="577902"/>
                  <a:pt x="3849435" y="561233"/>
                  <a:pt x="3861381" y="544755"/>
                </a:cubicBezTo>
                <a:cubicBezTo>
                  <a:pt x="3889997" y="505416"/>
                  <a:pt x="3920715" y="465983"/>
                  <a:pt x="3950381" y="427978"/>
                </a:cubicBezTo>
                <a:cubicBezTo>
                  <a:pt x="4007353" y="354921"/>
                  <a:pt x="4066163" y="279388"/>
                  <a:pt x="4112370" y="201378"/>
                </a:cubicBezTo>
                <a:cubicBezTo>
                  <a:pt x="4144662" y="146800"/>
                  <a:pt x="4170785" y="89364"/>
                  <a:pt x="4195989" y="33834"/>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1" name="Graphic 141">
            <a:extLst>
              <a:ext uri="{FF2B5EF4-FFF2-40B4-BE49-F238E27FC236}">
                <a16:creationId xmlns:a16="http://schemas.microsoft.com/office/drawing/2014/main" id="{03E9870D-4BBA-43AF-8D44-BBADF020CFF6}"/>
              </a:ext>
            </a:extLst>
          </p:cNvPr>
          <p:cNvGrpSpPr/>
          <p:nvPr/>
        </p:nvGrpSpPr>
        <p:grpSpPr>
          <a:xfrm>
            <a:off x="10849" y="15178"/>
            <a:ext cx="2198951" cy="3331254"/>
            <a:chOff x="4473129" y="923925"/>
            <a:chExt cx="3308947" cy="5012817"/>
          </a:xfrm>
          <a:noFill/>
        </p:grpSpPr>
        <p:sp>
          <p:nvSpPr>
            <p:cNvPr id="12" name="Freeform: Shape 11">
              <a:extLst>
                <a:ext uri="{FF2B5EF4-FFF2-40B4-BE49-F238E27FC236}">
                  <a16:creationId xmlns:a16="http://schemas.microsoft.com/office/drawing/2014/main" id="{34BC5055-C77D-43CD-BB1D-A77B6779CDAD}"/>
                </a:ext>
              </a:extLst>
            </p:cNvPr>
            <p:cNvSpPr/>
            <p:nvPr/>
          </p:nvSpPr>
          <p:spPr>
            <a:xfrm>
              <a:off x="4485988" y="924020"/>
              <a:ext cx="3296088" cy="5012722"/>
            </a:xfrm>
            <a:custGeom>
              <a:avLst/>
              <a:gdLst>
                <a:gd name="connsiteX0" fmla="*/ 0 w 3296088"/>
                <a:gd name="connsiteY0" fmla="*/ 5012722 h 5012722"/>
                <a:gd name="connsiteX1" fmla="*/ 244031 w 3296088"/>
                <a:gd name="connsiteY1" fmla="*/ 4820222 h 5012722"/>
                <a:gd name="connsiteX2" fmla="*/ 729234 w 3296088"/>
                <a:gd name="connsiteY2" fmla="*/ 4360641 h 5012722"/>
                <a:gd name="connsiteX3" fmla="*/ 881444 w 3296088"/>
                <a:gd name="connsiteY3" fmla="*/ 4173950 h 5012722"/>
                <a:gd name="connsiteX4" fmla="*/ 1151287 w 3296088"/>
                <a:gd name="connsiteY4" fmla="*/ 3972877 h 5012722"/>
                <a:gd name="connsiteX5" fmla="*/ 1498664 w 3296088"/>
                <a:gd name="connsiteY5" fmla="*/ 3786188 h 5012722"/>
                <a:gd name="connsiteX6" fmla="*/ 1716881 w 3296088"/>
                <a:gd name="connsiteY6" fmla="*/ 3674174 h 5012722"/>
                <a:gd name="connsiteX7" fmla="*/ 1913573 w 3296088"/>
                <a:gd name="connsiteY7" fmla="*/ 3477387 h 5012722"/>
                <a:gd name="connsiteX8" fmla="*/ 2167700 w 3296088"/>
                <a:gd name="connsiteY8" fmla="*/ 3042190 h 5012722"/>
                <a:gd name="connsiteX9" fmla="*/ 2273903 w 3296088"/>
                <a:gd name="connsiteY9" fmla="*/ 2775014 h 5012722"/>
                <a:gd name="connsiteX10" fmla="*/ 2463356 w 3296088"/>
                <a:gd name="connsiteY10" fmla="*/ 2335530 h 5012722"/>
                <a:gd name="connsiteX11" fmla="*/ 2741866 w 3296088"/>
                <a:gd name="connsiteY11" fmla="*/ 1982248 h 5012722"/>
                <a:gd name="connsiteX12" fmla="*/ 2985897 w 3296088"/>
                <a:gd name="connsiteY12" fmla="*/ 1634681 h 5012722"/>
                <a:gd name="connsiteX13" fmla="*/ 3212687 w 3296088"/>
                <a:gd name="connsiteY13" fmla="*/ 1226820 h 5012722"/>
                <a:gd name="connsiteX14" fmla="*/ 3281553 w 3296088"/>
                <a:gd name="connsiteY14" fmla="*/ 959644 h 5012722"/>
                <a:gd name="connsiteX15" fmla="*/ 3295936 w 3296088"/>
                <a:gd name="connsiteY15" fmla="*/ 701135 h 5012722"/>
                <a:gd name="connsiteX16" fmla="*/ 3267266 w 3296088"/>
                <a:gd name="connsiteY16" fmla="*/ 436817 h 5012722"/>
                <a:gd name="connsiteX17" fmla="*/ 3105341 w 3296088"/>
                <a:gd name="connsiteY17" fmla="*/ 0 h 501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296088" h="5012722">
                  <a:moveTo>
                    <a:pt x="0" y="5012722"/>
                  </a:moveTo>
                  <a:cubicBezTo>
                    <a:pt x="81820" y="4949095"/>
                    <a:pt x="163544" y="4885468"/>
                    <a:pt x="244031" y="4820222"/>
                  </a:cubicBezTo>
                  <a:cubicBezTo>
                    <a:pt x="417671" y="4679633"/>
                    <a:pt x="589883" y="4535139"/>
                    <a:pt x="729234" y="4360641"/>
                  </a:cubicBezTo>
                  <a:cubicBezTo>
                    <a:pt x="779431" y="4297776"/>
                    <a:pt x="825818" y="4231958"/>
                    <a:pt x="881444" y="4173950"/>
                  </a:cubicBezTo>
                  <a:cubicBezTo>
                    <a:pt x="959358" y="4092607"/>
                    <a:pt x="1054799" y="4031075"/>
                    <a:pt x="1151287" y="3972877"/>
                  </a:cubicBezTo>
                  <a:cubicBezTo>
                    <a:pt x="1263968" y="3904964"/>
                    <a:pt x="1379315" y="3841337"/>
                    <a:pt x="1498664" y="3786188"/>
                  </a:cubicBezTo>
                  <a:cubicBezTo>
                    <a:pt x="1573149" y="3751802"/>
                    <a:pt x="1649159" y="3720179"/>
                    <a:pt x="1716881" y="3674174"/>
                  </a:cubicBezTo>
                  <a:cubicBezTo>
                    <a:pt x="1794034" y="3621691"/>
                    <a:pt x="1856708" y="3551492"/>
                    <a:pt x="1913573" y="3477387"/>
                  </a:cubicBezTo>
                  <a:cubicBezTo>
                    <a:pt x="2016157" y="3343751"/>
                    <a:pt x="2099024" y="3196114"/>
                    <a:pt x="2167700" y="3042190"/>
                  </a:cubicBezTo>
                  <a:cubicBezTo>
                    <a:pt x="2206752" y="2954655"/>
                    <a:pt x="2241233" y="2865215"/>
                    <a:pt x="2273903" y="2775014"/>
                  </a:cubicBezTo>
                  <a:cubicBezTo>
                    <a:pt x="2328482" y="2624423"/>
                    <a:pt x="2379440" y="2471642"/>
                    <a:pt x="2463356" y="2335530"/>
                  </a:cubicBezTo>
                  <a:cubicBezTo>
                    <a:pt x="2542127" y="2207705"/>
                    <a:pt x="2647855" y="2099501"/>
                    <a:pt x="2741866" y="1982248"/>
                  </a:cubicBezTo>
                  <a:cubicBezTo>
                    <a:pt x="2830449" y="1871758"/>
                    <a:pt x="2908554" y="1753362"/>
                    <a:pt x="2985897" y="1634681"/>
                  </a:cubicBezTo>
                  <a:cubicBezTo>
                    <a:pt x="3071146" y="1503902"/>
                    <a:pt x="3156395" y="1372172"/>
                    <a:pt x="3212687" y="1226820"/>
                  </a:cubicBezTo>
                  <a:cubicBezTo>
                    <a:pt x="3246025" y="1140809"/>
                    <a:pt x="3268790" y="1051084"/>
                    <a:pt x="3281553" y="959644"/>
                  </a:cubicBezTo>
                  <a:cubicBezTo>
                    <a:pt x="3293555" y="874014"/>
                    <a:pt x="3296888" y="787527"/>
                    <a:pt x="3295936" y="701135"/>
                  </a:cubicBezTo>
                  <a:cubicBezTo>
                    <a:pt x="3294888" y="612172"/>
                    <a:pt x="3289268" y="523018"/>
                    <a:pt x="3267266" y="436817"/>
                  </a:cubicBezTo>
                  <a:cubicBezTo>
                    <a:pt x="3227832" y="282416"/>
                    <a:pt x="3105341" y="0"/>
                    <a:pt x="3105341" y="0"/>
                  </a:cubicBezTo>
                </a:path>
              </a:pathLst>
            </a:custGeom>
            <a:noFill/>
            <a:ln w="9525" cap="rnd">
              <a:solidFill>
                <a:schemeClr val="accent2">
                  <a:alpha val="75000"/>
                </a:schemeClr>
              </a:solidFill>
              <a:prstDash val="lgDash"/>
              <a:round/>
            </a:ln>
          </p:spPr>
          <p:txBody>
            <a:bodyPr rtlCol="0" anchor="ctr"/>
            <a:lstStyle/>
            <a:p>
              <a:endParaRPr lang="en-US"/>
            </a:p>
          </p:txBody>
        </p:sp>
        <p:sp>
          <p:nvSpPr>
            <p:cNvPr id="13" name="Freeform: Shape 12">
              <a:extLst>
                <a:ext uri="{FF2B5EF4-FFF2-40B4-BE49-F238E27FC236}">
                  <a16:creationId xmlns:a16="http://schemas.microsoft.com/office/drawing/2014/main" id="{DB12D0B8-9385-489A-85AE-3D14AD0BA2FC}"/>
                </a:ext>
              </a:extLst>
            </p:cNvPr>
            <p:cNvSpPr/>
            <p:nvPr/>
          </p:nvSpPr>
          <p:spPr>
            <a:xfrm>
              <a:off x="4473129" y="923925"/>
              <a:ext cx="2977477" cy="4627149"/>
            </a:xfrm>
            <a:custGeom>
              <a:avLst/>
              <a:gdLst>
                <a:gd name="connsiteX0" fmla="*/ 0 w 2977477"/>
                <a:gd name="connsiteY0" fmla="*/ 4627150 h 4627149"/>
                <a:gd name="connsiteX1" fmla="*/ 275082 w 2977477"/>
                <a:gd name="connsiteY1" fmla="*/ 4341590 h 4627149"/>
                <a:gd name="connsiteX2" fmla="*/ 502825 w 2977477"/>
                <a:gd name="connsiteY2" fmla="*/ 4054126 h 4627149"/>
                <a:gd name="connsiteX3" fmla="*/ 666179 w 2977477"/>
                <a:gd name="connsiteY3" fmla="*/ 3890677 h 4627149"/>
                <a:gd name="connsiteX4" fmla="*/ 864203 w 2977477"/>
                <a:gd name="connsiteY4" fmla="*/ 3675983 h 4627149"/>
                <a:gd name="connsiteX5" fmla="*/ 982599 w 2977477"/>
                <a:gd name="connsiteY5" fmla="*/ 3557492 h 4627149"/>
                <a:gd name="connsiteX6" fmla="*/ 1188244 w 2977477"/>
                <a:gd name="connsiteY6" fmla="*/ 3329654 h 4627149"/>
                <a:gd name="connsiteX7" fmla="*/ 1344740 w 2977477"/>
                <a:gd name="connsiteY7" fmla="*/ 3146774 h 4627149"/>
                <a:gd name="connsiteX8" fmla="*/ 1470755 w 2977477"/>
                <a:gd name="connsiteY8" fmla="*/ 2984659 h 4627149"/>
                <a:gd name="connsiteX9" fmla="*/ 1657636 w 2977477"/>
                <a:gd name="connsiteY9" fmla="*/ 2670239 h 4627149"/>
                <a:gd name="connsiteX10" fmla="*/ 1762887 w 2977477"/>
                <a:gd name="connsiteY10" fmla="*/ 2473547 h 4627149"/>
                <a:gd name="connsiteX11" fmla="*/ 1866710 w 2977477"/>
                <a:gd name="connsiteY11" fmla="*/ 2290667 h 4627149"/>
                <a:gd name="connsiteX12" fmla="*/ 2106263 w 2977477"/>
                <a:gd name="connsiteY12" fmla="*/ 2030254 h 4627149"/>
                <a:gd name="connsiteX13" fmla="*/ 2277237 w 2977477"/>
                <a:gd name="connsiteY13" fmla="*/ 1859185 h 4627149"/>
                <a:gd name="connsiteX14" fmla="*/ 2499455 w 2977477"/>
                <a:gd name="connsiteY14" fmla="*/ 1656207 h 4627149"/>
                <a:gd name="connsiteX15" fmla="*/ 2707100 w 2977477"/>
                <a:gd name="connsiteY15" fmla="*/ 1390269 h 4627149"/>
                <a:gd name="connsiteX16" fmla="*/ 2812352 w 2977477"/>
                <a:gd name="connsiteY16" fmla="*/ 1230916 h 4627149"/>
                <a:gd name="connsiteX17" fmla="*/ 2898172 w 2977477"/>
                <a:gd name="connsiteY17" fmla="*/ 1036987 h 4627149"/>
                <a:gd name="connsiteX18" fmla="*/ 2963228 w 2977477"/>
                <a:gd name="connsiteY18" fmla="*/ 850011 h 4627149"/>
                <a:gd name="connsiteX19" fmla="*/ 2977325 w 2977477"/>
                <a:gd name="connsiteY19" fmla="*/ 745427 h 4627149"/>
                <a:gd name="connsiteX20" fmla="*/ 2929509 w 2977477"/>
                <a:gd name="connsiteY20" fmla="*/ 480155 h 4627149"/>
                <a:gd name="connsiteX21" fmla="*/ 2563082 w 2977477"/>
                <a:gd name="connsiteY21" fmla="*/ 0 h 4627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77477" h="4627149">
                  <a:moveTo>
                    <a:pt x="0" y="4627150"/>
                  </a:moveTo>
                  <a:cubicBezTo>
                    <a:pt x="79820" y="4552283"/>
                    <a:pt x="203835" y="4424648"/>
                    <a:pt x="275082" y="4341590"/>
                  </a:cubicBezTo>
                  <a:cubicBezTo>
                    <a:pt x="354711" y="4248722"/>
                    <a:pt x="421005" y="4145090"/>
                    <a:pt x="502825" y="4054126"/>
                  </a:cubicBezTo>
                  <a:cubicBezTo>
                    <a:pt x="554355" y="3996881"/>
                    <a:pt x="612362" y="3945827"/>
                    <a:pt x="666179" y="3890677"/>
                  </a:cubicBezTo>
                  <a:cubicBezTo>
                    <a:pt x="734187" y="3821049"/>
                    <a:pt x="796671" y="3746183"/>
                    <a:pt x="864203" y="3675983"/>
                  </a:cubicBezTo>
                  <a:cubicBezTo>
                    <a:pt x="902875" y="3635788"/>
                    <a:pt x="943642" y="3597593"/>
                    <a:pt x="982599" y="3557492"/>
                  </a:cubicBezTo>
                  <a:cubicBezTo>
                    <a:pt x="1053941" y="3484150"/>
                    <a:pt x="1121378" y="3407093"/>
                    <a:pt x="1188244" y="3329654"/>
                  </a:cubicBezTo>
                  <a:cubicBezTo>
                    <a:pt x="1240631" y="3268885"/>
                    <a:pt x="1293495" y="3208496"/>
                    <a:pt x="1344740" y="3146774"/>
                  </a:cubicBezTo>
                  <a:cubicBezTo>
                    <a:pt x="1388459" y="3094101"/>
                    <a:pt x="1431512" y="3040761"/>
                    <a:pt x="1470755" y="2984659"/>
                  </a:cubicBezTo>
                  <a:cubicBezTo>
                    <a:pt x="1540764" y="2884646"/>
                    <a:pt x="1598771" y="2777109"/>
                    <a:pt x="1657636" y="2670239"/>
                  </a:cubicBezTo>
                  <a:cubicBezTo>
                    <a:pt x="1693545" y="2605088"/>
                    <a:pt x="1728502" y="2539460"/>
                    <a:pt x="1762887" y="2473547"/>
                  </a:cubicBezTo>
                  <a:cubicBezTo>
                    <a:pt x="1795367" y="2411349"/>
                    <a:pt x="1826419" y="2348103"/>
                    <a:pt x="1866710" y="2290667"/>
                  </a:cubicBezTo>
                  <a:cubicBezTo>
                    <a:pt x="1934623" y="2193893"/>
                    <a:pt x="2022729" y="2114169"/>
                    <a:pt x="2106263" y="2030254"/>
                  </a:cubicBezTo>
                  <a:cubicBezTo>
                    <a:pt x="2163128" y="1973104"/>
                    <a:pt x="2218182" y="1914049"/>
                    <a:pt x="2277237" y="1859185"/>
                  </a:cubicBezTo>
                  <a:cubicBezTo>
                    <a:pt x="2350770" y="1790891"/>
                    <a:pt x="2430304" y="1728978"/>
                    <a:pt x="2499455" y="1656207"/>
                  </a:cubicBezTo>
                  <a:cubicBezTo>
                    <a:pt x="2576989" y="1574578"/>
                    <a:pt x="2641568" y="1481900"/>
                    <a:pt x="2707100" y="1390269"/>
                  </a:cubicBezTo>
                  <a:cubicBezTo>
                    <a:pt x="2744153" y="1338453"/>
                    <a:pt x="2781586" y="1286732"/>
                    <a:pt x="2812352" y="1230916"/>
                  </a:cubicBezTo>
                  <a:cubicBezTo>
                    <a:pt x="2846546" y="1168908"/>
                    <a:pt x="2872550" y="1102900"/>
                    <a:pt x="2898172" y="1036987"/>
                  </a:cubicBezTo>
                  <a:cubicBezTo>
                    <a:pt x="2922175" y="975455"/>
                    <a:pt x="2948273" y="914305"/>
                    <a:pt x="2963228" y="850011"/>
                  </a:cubicBezTo>
                  <a:cubicBezTo>
                    <a:pt x="2971229" y="815626"/>
                    <a:pt x="2976563" y="780764"/>
                    <a:pt x="2977325" y="745427"/>
                  </a:cubicBezTo>
                  <a:cubicBezTo>
                    <a:pt x="2979230" y="654844"/>
                    <a:pt x="2963323" y="564261"/>
                    <a:pt x="2929509" y="480155"/>
                  </a:cubicBezTo>
                  <a:cubicBezTo>
                    <a:pt x="2851309" y="285655"/>
                    <a:pt x="2563082" y="0"/>
                    <a:pt x="2563082" y="0"/>
                  </a:cubicBezTo>
                </a:path>
              </a:pathLst>
            </a:custGeom>
            <a:noFill/>
            <a:ln w="9525" cap="rnd">
              <a:solidFill>
                <a:schemeClr val="accent2">
                  <a:alpha val="75000"/>
                </a:schemeClr>
              </a:solidFill>
              <a:prstDash val="lgDash"/>
              <a:round/>
            </a:ln>
          </p:spPr>
          <p:txBody>
            <a:bodyPr rtlCol="0" anchor="ctr"/>
            <a:lstStyle/>
            <a:p>
              <a:endParaRPr lang="en-US"/>
            </a:p>
          </p:txBody>
        </p:sp>
        <p:sp>
          <p:nvSpPr>
            <p:cNvPr id="14" name="Freeform: Shape 13">
              <a:extLst>
                <a:ext uri="{FF2B5EF4-FFF2-40B4-BE49-F238E27FC236}">
                  <a16:creationId xmlns:a16="http://schemas.microsoft.com/office/drawing/2014/main" id="{D158A14A-147E-4130-A5E2-38FD84B181AF}"/>
                </a:ext>
              </a:extLst>
            </p:cNvPr>
            <p:cNvSpPr/>
            <p:nvPr/>
          </p:nvSpPr>
          <p:spPr>
            <a:xfrm>
              <a:off x="4494561" y="923925"/>
              <a:ext cx="2356712" cy="4118991"/>
            </a:xfrm>
            <a:custGeom>
              <a:avLst/>
              <a:gdLst>
                <a:gd name="connsiteX0" fmla="*/ 1707071 w 2356712"/>
                <a:gd name="connsiteY0" fmla="*/ 0 h 4118991"/>
                <a:gd name="connsiteX1" fmla="*/ 1824514 w 2356712"/>
                <a:gd name="connsiteY1" fmla="*/ 244697 h 4118991"/>
                <a:gd name="connsiteX2" fmla="*/ 1908715 w 2356712"/>
                <a:gd name="connsiteY2" fmla="*/ 328994 h 4118991"/>
                <a:gd name="connsiteX3" fmla="*/ 2226469 w 2356712"/>
                <a:gd name="connsiteY3" fmla="*/ 603695 h 4118991"/>
                <a:gd name="connsiteX4" fmla="*/ 2355628 w 2356712"/>
                <a:gd name="connsiteY4" fmla="*/ 900494 h 4118991"/>
                <a:gd name="connsiteX5" fmla="*/ 2281428 w 2356712"/>
                <a:gd name="connsiteY5" fmla="*/ 1206913 h 4118991"/>
                <a:gd name="connsiteX6" fmla="*/ 2092452 w 2356712"/>
                <a:gd name="connsiteY6" fmla="*/ 1460659 h 4118991"/>
                <a:gd name="connsiteX7" fmla="*/ 1834039 w 2356712"/>
                <a:gd name="connsiteY7" fmla="*/ 1625822 h 4118991"/>
                <a:gd name="connsiteX8" fmla="*/ 1558862 w 2356712"/>
                <a:gd name="connsiteY8" fmla="*/ 1743075 h 4118991"/>
                <a:gd name="connsiteX9" fmla="*/ 1386554 w 2356712"/>
                <a:gd name="connsiteY9" fmla="*/ 1869948 h 4118991"/>
                <a:gd name="connsiteX10" fmla="*/ 1271683 w 2356712"/>
                <a:gd name="connsiteY10" fmla="*/ 2073402 h 4118991"/>
                <a:gd name="connsiteX11" fmla="*/ 1178338 w 2356712"/>
                <a:gd name="connsiteY11" fmla="*/ 2355914 h 4118991"/>
                <a:gd name="connsiteX12" fmla="*/ 1113758 w 2356712"/>
                <a:gd name="connsiteY12" fmla="*/ 2578513 h 4118991"/>
                <a:gd name="connsiteX13" fmla="*/ 1034796 w 2356712"/>
                <a:gd name="connsiteY13" fmla="*/ 2834640 h 4118991"/>
                <a:gd name="connsiteX14" fmla="*/ 905637 w 2356712"/>
                <a:gd name="connsiteY14" fmla="*/ 3081242 h 4118991"/>
                <a:gd name="connsiteX15" fmla="*/ 793147 w 2356712"/>
                <a:gd name="connsiteY15" fmla="*/ 3258407 h 4118991"/>
                <a:gd name="connsiteX16" fmla="*/ 546735 w 2356712"/>
                <a:gd name="connsiteY16" fmla="*/ 3571970 h 4118991"/>
                <a:gd name="connsiteX17" fmla="*/ 346996 w 2356712"/>
                <a:gd name="connsiteY17" fmla="*/ 3771900 h 4118991"/>
                <a:gd name="connsiteX18" fmla="*/ 174689 w 2356712"/>
                <a:gd name="connsiteY18" fmla="*/ 3944207 h 4118991"/>
                <a:gd name="connsiteX19" fmla="*/ 0 w 2356712"/>
                <a:gd name="connsiteY19" fmla="*/ 4118991 h 4118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356712" h="4118991">
                  <a:moveTo>
                    <a:pt x="1707071" y="0"/>
                  </a:moveTo>
                  <a:cubicBezTo>
                    <a:pt x="1715357" y="22098"/>
                    <a:pt x="1812608" y="224409"/>
                    <a:pt x="1824514" y="244697"/>
                  </a:cubicBezTo>
                  <a:cubicBezTo>
                    <a:pt x="1844802" y="279273"/>
                    <a:pt x="1876996" y="304324"/>
                    <a:pt x="1908715" y="328994"/>
                  </a:cubicBezTo>
                  <a:cubicBezTo>
                    <a:pt x="2019967" y="415195"/>
                    <a:pt x="2137886" y="494633"/>
                    <a:pt x="2226469" y="603695"/>
                  </a:cubicBezTo>
                  <a:cubicBezTo>
                    <a:pt x="2296287" y="689610"/>
                    <a:pt x="2347817" y="790480"/>
                    <a:pt x="2355628" y="900494"/>
                  </a:cubicBezTo>
                  <a:cubicBezTo>
                    <a:pt x="2363248" y="1007078"/>
                    <a:pt x="2329910" y="1111187"/>
                    <a:pt x="2281428" y="1206913"/>
                  </a:cubicBezTo>
                  <a:cubicBezTo>
                    <a:pt x="2233422" y="1301877"/>
                    <a:pt x="2170938" y="1388936"/>
                    <a:pt x="2092452" y="1460659"/>
                  </a:cubicBezTo>
                  <a:cubicBezTo>
                    <a:pt x="2016538" y="1530001"/>
                    <a:pt x="1927765" y="1583436"/>
                    <a:pt x="1834039" y="1625822"/>
                  </a:cubicBezTo>
                  <a:cubicBezTo>
                    <a:pt x="1743075" y="1666970"/>
                    <a:pt x="1647730" y="1697736"/>
                    <a:pt x="1558862" y="1743075"/>
                  </a:cubicBezTo>
                  <a:cubicBezTo>
                    <a:pt x="1494758" y="1775841"/>
                    <a:pt x="1434275" y="1816132"/>
                    <a:pt x="1386554" y="1869948"/>
                  </a:cubicBezTo>
                  <a:cubicBezTo>
                    <a:pt x="1334548" y="1928622"/>
                    <a:pt x="1300544" y="2000345"/>
                    <a:pt x="1271683" y="2073402"/>
                  </a:cubicBezTo>
                  <a:cubicBezTo>
                    <a:pt x="1235202" y="2165699"/>
                    <a:pt x="1206722" y="2260759"/>
                    <a:pt x="1178338" y="2355914"/>
                  </a:cubicBezTo>
                  <a:cubicBezTo>
                    <a:pt x="1156240" y="2429923"/>
                    <a:pt x="1134237" y="2504028"/>
                    <a:pt x="1113758" y="2578513"/>
                  </a:cubicBezTo>
                  <a:cubicBezTo>
                    <a:pt x="1090041" y="2664714"/>
                    <a:pt x="1068134" y="2751678"/>
                    <a:pt x="1034796" y="2834640"/>
                  </a:cubicBezTo>
                  <a:cubicBezTo>
                    <a:pt x="1000125" y="2920841"/>
                    <a:pt x="953643" y="3001613"/>
                    <a:pt x="905637" y="3081242"/>
                  </a:cubicBezTo>
                  <a:cubicBezTo>
                    <a:pt x="869442" y="3141155"/>
                    <a:pt x="832295" y="3200400"/>
                    <a:pt x="793147" y="3258407"/>
                  </a:cubicBezTo>
                  <a:cubicBezTo>
                    <a:pt x="718661" y="3368802"/>
                    <a:pt x="637223" y="3474434"/>
                    <a:pt x="546735" y="3571970"/>
                  </a:cubicBezTo>
                  <a:cubicBezTo>
                    <a:pt x="482632" y="3641027"/>
                    <a:pt x="414147" y="3705797"/>
                    <a:pt x="346996" y="3771900"/>
                  </a:cubicBezTo>
                  <a:cubicBezTo>
                    <a:pt x="288989" y="3828764"/>
                    <a:pt x="232029" y="3886676"/>
                    <a:pt x="174689" y="3944207"/>
                  </a:cubicBezTo>
                  <a:cubicBezTo>
                    <a:pt x="116586" y="4002596"/>
                    <a:pt x="58293" y="4060698"/>
                    <a:pt x="0" y="4118991"/>
                  </a:cubicBezTo>
                </a:path>
              </a:pathLst>
            </a:custGeom>
            <a:noFill/>
            <a:ln w="9525" cap="rnd">
              <a:solidFill>
                <a:schemeClr val="accent2">
                  <a:alpha val="75000"/>
                </a:schemeClr>
              </a:solidFill>
              <a:prstDash val="lgDash"/>
              <a:round/>
            </a:ln>
          </p:spPr>
          <p:txBody>
            <a:bodyPr rtlCol="0" anchor="ctr"/>
            <a:lstStyle/>
            <a:p>
              <a:endParaRPr lang="en-US"/>
            </a:p>
          </p:txBody>
        </p:sp>
        <p:sp>
          <p:nvSpPr>
            <p:cNvPr id="15" name="Freeform: Shape 14">
              <a:extLst>
                <a:ext uri="{FF2B5EF4-FFF2-40B4-BE49-F238E27FC236}">
                  <a16:creationId xmlns:a16="http://schemas.microsoft.com/office/drawing/2014/main" id="{75B8B1EB-5E2B-472C-AE60-2EC5961F16F9}"/>
                </a:ext>
              </a:extLst>
            </p:cNvPr>
            <p:cNvSpPr/>
            <p:nvPr/>
          </p:nvSpPr>
          <p:spPr>
            <a:xfrm>
              <a:off x="4473129" y="923925"/>
              <a:ext cx="2059193" cy="3980116"/>
            </a:xfrm>
            <a:custGeom>
              <a:avLst/>
              <a:gdLst>
                <a:gd name="connsiteX0" fmla="*/ 0 w 2059193"/>
                <a:gd name="connsiteY0" fmla="*/ 3980116 h 3980116"/>
                <a:gd name="connsiteX1" fmla="*/ 471583 w 2059193"/>
                <a:gd name="connsiteY1" fmla="*/ 3515678 h 3980116"/>
                <a:gd name="connsiteX2" fmla="*/ 758666 w 2059193"/>
                <a:gd name="connsiteY2" fmla="*/ 3163824 h 3980116"/>
                <a:gd name="connsiteX3" fmla="*/ 940499 w 2059193"/>
                <a:gd name="connsiteY3" fmla="*/ 2780824 h 3980116"/>
                <a:gd name="connsiteX4" fmla="*/ 1055370 w 2059193"/>
                <a:gd name="connsiteY4" fmla="*/ 2242185 h 3980116"/>
                <a:gd name="connsiteX5" fmla="*/ 1136714 w 2059193"/>
                <a:gd name="connsiteY5" fmla="*/ 1878330 h 3980116"/>
                <a:gd name="connsiteX6" fmla="*/ 1246727 w 2059193"/>
                <a:gd name="connsiteY6" fmla="*/ 1562386 h 3980116"/>
                <a:gd name="connsiteX7" fmla="*/ 1378363 w 2059193"/>
                <a:gd name="connsiteY7" fmla="*/ 1430750 h 3980116"/>
                <a:gd name="connsiteX8" fmla="*/ 1691831 w 2059193"/>
                <a:gd name="connsiteY8" fmla="*/ 1394841 h 3980116"/>
                <a:gd name="connsiteX9" fmla="*/ 1914335 w 2059193"/>
                <a:gd name="connsiteY9" fmla="*/ 1323023 h 3980116"/>
                <a:gd name="connsiteX10" fmla="*/ 2055495 w 2059193"/>
                <a:gd name="connsiteY10" fmla="*/ 1098042 h 3980116"/>
                <a:gd name="connsiteX11" fmla="*/ 2033969 w 2059193"/>
                <a:gd name="connsiteY11" fmla="*/ 930497 h 3980116"/>
                <a:gd name="connsiteX12" fmla="*/ 1885664 w 2059193"/>
                <a:gd name="connsiteY12" fmla="*/ 760571 h 3980116"/>
                <a:gd name="connsiteX13" fmla="*/ 1636871 w 2059193"/>
                <a:gd name="connsiteY13" fmla="*/ 612172 h 3980116"/>
                <a:gd name="connsiteX14" fmla="*/ 1335405 w 2059193"/>
                <a:gd name="connsiteY14" fmla="*/ 459010 h 3980116"/>
                <a:gd name="connsiteX15" fmla="*/ 1234916 w 2059193"/>
                <a:gd name="connsiteY15" fmla="*/ 269939 h 3980116"/>
                <a:gd name="connsiteX16" fmla="*/ 1386935 w 2059193"/>
                <a:gd name="connsiteY16" fmla="*/ 0 h 39801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9193" h="3980116">
                  <a:moveTo>
                    <a:pt x="0" y="3980116"/>
                  </a:moveTo>
                  <a:cubicBezTo>
                    <a:pt x="91345" y="3889534"/>
                    <a:pt x="382715" y="3608737"/>
                    <a:pt x="471583" y="3515678"/>
                  </a:cubicBezTo>
                  <a:cubicBezTo>
                    <a:pt x="576358" y="3405949"/>
                    <a:pt x="675989" y="3290983"/>
                    <a:pt x="758666" y="3163824"/>
                  </a:cubicBezTo>
                  <a:cubicBezTo>
                    <a:pt x="836105" y="3044857"/>
                    <a:pt x="897445" y="2916079"/>
                    <a:pt x="940499" y="2780824"/>
                  </a:cubicBezTo>
                  <a:cubicBezTo>
                    <a:pt x="996315" y="2605754"/>
                    <a:pt x="1020985" y="2422874"/>
                    <a:pt x="1055370" y="2242185"/>
                  </a:cubicBezTo>
                  <a:cubicBezTo>
                    <a:pt x="1078611" y="2120075"/>
                    <a:pt x="1107472" y="1999107"/>
                    <a:pt x="1136714" y="1878330"/>
                  </a:cubicBezTo>
                  <a:cubicBezTo>
                    <a:pt x="1163098" y="1769174"/>
                    <a:pt x="1189482" y="1658588"/>
                    <a:pt x="1246727" y="1562386"/>
                  </a:cubicBezTo>
                  <a:cubicBezTo>
                    <a:pt x="1279208" y="1507808"/>
                    <a:pt x="1321689" y="1459039"/>
                    <a:pt x="1378363" y="1430750"/>
                  </a:cubicBezTo>
                  <a:cubicBezTo>
                    <a:pt x="1473327" y="1383221"/>
                    <a:pt x="1584865" y="1402652"/>
                    <a:pt x="1691831" y="1394841"/>
                  </a:cubicBezTo>
                  <a:cubicBezTo>
                    <a:pt x="1771079" y="1389031"/>
                    <a:pt x="1849279" y="1368266"/>
                    <a:pt x="1914335" y="1323023"/>
                  </a:cubicBezTo>
                  <a:cubicBezTo>
                    <a:pt x="1989963" y="1270445"/>
                    <a:pt x="2041493" y="1189101"/>
                    <a:pt x="2055495" y="1098042"/>
                  </a:cubicBezTo>
                  <a:cubicBezTo>
                    <a:pt x="2064258" y="1041178"/>
                    <a:pt x="2057591" y="982980"/>
                    <a:pt x="2033969" y="930497"/>
                  </a:cubicBezTo>
                  <a:cubicBezTo>
                    <a:pt x="2002727" y="861060"/>
                    <a:pt x="1945958" y="807625"/>
                    <a:pt x="1885664" y="760571"/>
                  </a:cubicBezTo>
                  <a:cubicBezTo>
                    <a:pt x="1809179" y="700945"/>
                    <a:pt x="1725549" y="651415"/>
                    <a:pt x="1636871" y="612172"/>
                  </a:cubicBezTo>
                  <a:cubicBezTo>
                    <a:pt x="1532763" y="566071"/>
                    <a:pt x="1421606" y="532543"/>
                    <a:pt x="1335405" y="459010"/>
                  </a:cubicBezTo>
                  <a:cubicBezTo>
                    <a:pt x="1277969" y="409956"/>
                    <a:pt x="1232059" y="344615"/>
                    <a:pt x="1234916" y="269939"/>
                  </a:cubicBezTo>
                  <a:cubicBezTo>
                    <a:pt x="1237012" y="211741"/>
                    <a:pt x="1386935" y="0"/>
                    <a:pt x="1386935" y="0"/>
                  </a:cubicBezTo>
                </a:path>
              </a:pathLst>
            </a:custGeom>
            <a:noFill/>
            <a:ln w="9525" cap="rnd">
              <a:solidFill>
                <a:schemeClr val="accent2">
                  <a:alpha val="75000"/>
                </a:schemeClr>
              </a:solidFill>
              <a:prstDash val="lgDash"/>
              <a:round/>
            </a:ln>
          </p:spPr>
          <p:txBody>
            <a:bodyPr rtlCol="0" anchor="ctr"/>
            <a:lstStyle/>
            <a:p>
              <a:endParaRPr lang="en-US"/>
            </a:p>
          </p:txBody>
        </p:sp>
        <p:sp>
          <p:nvSpPr>
            <p:cNvPr id="16" name="Freeform: Shape 15">
              <a:extLst>
                <a:ext uri="{FF2B5EF4-FFF2-40B4-BE49-F238E27FC236}">
                  <a16:creationId xmlns:a16="http://schemas.microsoft.com/office/drawing/2014/main" id="{B4F5BD77-58D7-4B61-A666-1B4139A63A28}"/>
                </a:ext>
              </a:extLst>
            </p:cNvPr>
            <p:cNvSpPr/>
            <p:nvPr/>
          </p:nvSpPr>
          <p:spPr>
            <a:xfrm>
              <a:off x="4485131" y="1719357"/>
              <a:ext cx="743796" cy="2867501"/>
            </a:xfrm>
            <a:custGeom>
              <a:avLst/>
              <a:gdLst>
                <a:gd name="connsiteX0" fmla="*/ 11144 w 743796"/>
                <a:gd name="connsiteY0" fmla="*/ 0 h 2867501"/>
                <a:gd name="connsiteX1" fmla="*/ 353663 w 743796"/>
                <a:gd name="connsiteY1" fmla="*/ 55245 h 2867501"/>
                <a:gd name="connsiteX2" fmla="*/ 571405 w 743796"/>
                <a:gd name="connsiteY2" fmla="*/ 179737 h 2867501"/>
                <a:gd name="connsiteX3" fmla="*/ 688658 w 743796"/>
                <a:gd name="connsiteY3" fmla="*/ 368808 h 2867501"/>
                <a:gd name="connsiteX4" fmla="*/ 731711 w 743796"/>
                <a:gd name="connsiteY4" fmla="*/ 612934 h 2867501"/>
                <a:gd name="connsiteX5" fmla="*/ 725233 w 743796"/>
                <a:gd name="connsiteY5" fmla="*/ 995648 h 2867501"/>
                <a:gd name="connsiteX6" fmla="*/ 742855 w 743796"/>
                <a:gd name="connsiteY6" fmla="*/ 1499330 h 2867501"/>
                <a:gd name="connsiteX7" fmla="*/ 707898 w 743796"/>
                <a:gd name="connsiteY7" fmla="*/ 1793081 h 2867501"/>
                <a:gd name="connsiteX8" fmla="*/ 633222 w 743796"/>
                <a:gd name="connsiteY8" fmla="*/ 2073592 h 2867501"/>
                <a:gd name="connsiteX9" fmla="*/ 404527 w 743796"/>
                <a:gd name="connsiteY9" fmla="*/ 2472404 h 2867501"/>
                <a:gd name="connsiteX10" fmla="*/ 0 w 743796"/>
                <a:gd name="connsiteY10" fmla="*/ 2867501 h 2867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3796" h="2867501">
                  <a:moveTo>
                    <a:pt x="11144" y="0"/>
                  </a:moveTo>
                  <a:cubicBezTo>
                    <a:pt x="101060" y="2953"/>
                    <a:pt x="268796" y="25146"/>
                    <a:pt x="353663" y="55245"/>
                  </a:cubicBezTo>
                  <a:cubicBezTo>
                    <a:pt x="433483" y="83534"/>
                    <a:pt x="510635" y="120967"/>
                    <a:pt x="571405" y="179737"/>
                  </a:cubicBezTo>
                  <a:cubicBezTo>
                    <a:pt x="625412" y="231934"/>
                    <a:pt x="663607" y="297942"/>
                    <a:pt x="688658" y="368808"/>
                  </a:cubicBezTo>
                  <a:cubicBezTo>
                    <a:pt x="716375" y="447103"/>
                    <a:pt x="727996" y="529876"/>
                    <a:pt x="731711" y="612934"/>
                  </a:cubicBezTo>
                  <a:cubicBezTo>
                    <a:pt x="737426" y="740474"/>
                    <a:pt x="724948" y="867918"/>
                    <a:pt x="725233" y="995648"/>
                  </a:cubicBezTo>
                  <a:cubicBezTo>
                    <a:pt x="725710" y="1163765"/>
                    <a:pt x="748665" y="1331309"/>
                    <a:pt x="742855" y="1499330"/>
                  </a:cubicBezTo>
                  <a:cubicBezTo>
                    <a:pt x="739426" y="1598009"/>
                    <a:pt x="725996" y="1696022"/>
                    <a:pt x="707898" y="1793081"/>
                  </a:cubicBezTo>
                  <a:cubicBezTo>
                    <a:pt x="690086" y="1888426"/>
                    <a:pt x="666845" y="1982724"/>
                    <a:pt x="633222" y="2073592"/>
                  </a:cubicBezTo>
                  <a:cubicBezTo>
                    <a:pt x="579692" y="2218182"/>
                    <a:pt x="499682" y="2351056"/>
                    <a:pt x="404527" y="2472404"/>
                  </a:cubicBezTo>
                  <a:cubicBezTo>
                    <a:pt x="266033" y="2648902"/>
                    <a:pt x="179642" y="2732818"/>
                    <a:pt x="0" y="2867501"/>
                  </a:cubicBezTo>
                </a:path>
              </a:pathLst>
            </a:custGeom>
            <a:noFill/>
            <a:ln w="9525" cap="rnd">
              <a:solidFill>
                <a:schemeClr val="accent2">
                  <a:alpha val="75000"/>
                </a:schemeClr>
              </a:solidFill>
              <a:prstDash val="lgDash"/>
              <a:round/>
            </a:ln>
          </p:spPr>
          <p:txBody>
            <a:bodyPr rtlCol="0" anchor="ctr"/>
            <a:lstStyle/>
            <a:p>
              <a:endParaRPr lang="en-US"/>
            </a:p>
          </p:txBody>
        </p:sp>
        <p:sp>
          <p:nvSpPr>
            <p:cNvPr id="17" name="Freeform: Shape 16">
              <a:extLst>
                <a:ext uri="{FF2B5EF4-FFF2-40B4-BE49-F238E27FC236}">
                  <a16:creationId xmlns:a16="http://schemas.microsoft.com/office/drawing/2014/main" id="{F5CBEC6B-EDB6-40B8-8771-E5AF41B8D698}"/>
                </a:ext>
              </a:extLst>
            </p:cNvPr>
            <p:cNvSpPr/>
            <p:nvPr/>
          </p:nvSpPr>
          <p:spPr>
            <a:xfrm>
              <a:off x="4473129" y="1912731"/>
              <a:ext cx="597294" cy="2543540"/>
            </a:xfrm>
            <a:custGeom>
              <a:avLst/>
              <a:gdLst>
                <a:gd name="connsiteX0" fmla="*/ 16478 w 597294"/>
                <a:gd name="connsiteY0" fmla="*/ 2079 h 2543540"/>
                <a:gd name="connsiteX1" fmla="*/ 299847 w 597294"/>
                <a:gd name="connsiteY1" fmla="*/ 53991 h 2543540"/>
                <a:gd name="connsiteX2" fmla="*/ 503206 w 597294"/>
                <a:gd name="connsiteY2" fmla="*/ 291354 h 2543540"/>
                <a:gd name="connsiteX3" fmla="*/ 525113 w 597294"/>
                <a:gd name="connsiteY3" fmla="*/ 724265 h 2543540"/>
                <a:gd name="connsiteX4" fmla="*/ 578930 w 597294"/>
                <a:gd name="connsiteY4" fmla="*/ 1117267 h 2543540"/>
                <a:gd name="connsiteX5" fmla="*/ 592931 w 597294"/>
                <a:gd name="connsiteY5" fmla="*/ 1476359 h 2543540"/>
                <a:gd name="connsiteX6" fmla="*/ 503206 w 597294"/>
                <a:gd name="connsiteY6" fmla="*/ 1859359 h 2543540"/>
                <a:gd name="connsiteX7" fmla="*/ 291846 w 597294"/>
                <a:gd name="connsiteY7" fmla="*/ 2250361 h 2543540"/>
                <a:gd name="connsiteX8" fmla="*/ 0 w 597294"/>
                <a:gd name="connsiteY8" fmla="*/ 2543540 h 25435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7294" h="2543540">
                  <a:moveTo>
                    <a:pt x="16478" y="2079"/>
                  </a:moveTo>
                  <a:cubicBezTo>
                    <a:pt x="101441" y="-6684"/>
                    <a:pt x="224885" y="12557"/>
                    <a:pt x="299847" y="53991"/>
                  </a:cubicBezTo>
                  <a:cubicBezTo>
                    <a:pt x="394240" y="106092"/>
                    <a:pt x="468440" y="189341"/>
                    <a:pt x="503206" y="291354"/>
                  </a:cubicBezTo>
                  <a:cubicBezTo>
                    <a:pt x="550069" y="429085"/>
                    <a:pt x="520827" y="577770"/>
                    <a:pt x="525113" y="724265"/>
                  </a:cubicBezTo>
                  <a:cubicBezTo>
                    <a:pt x="529019" y="856472"/>
                    <a:pt x="561118" y="986012"/>
                    <a:pt x="578930" y="1117267"/>
                  </a:cubicBezTo>
                  <a:cubicBezTo>
                    <a:pt x="595122" y="1236234"/>
                    <a:pt x="602742" y="1356630"/>
                    <a:pt x="592931" y="1476359"/>
                  </a:cubicBezTo>
                  <a:cubicBezTo>
                    <a:pt x="582073" y="1607709"/>
                    <a:pt x="549783" y="1736011"/>
                    <a:pt x="503206" y="1859359"/>
                  </a:cubicBezTo>
                  <a:cubicBezTo>
                    <a:pt x="450628" y="1998710"/>
                    <a:pt x="383857" y="2133298"/>
                    <a:pt x="291846" y="2250361"/>
                  </a:cubicBezTo>
                  <a:cubicBezTo>
                    <a:pt x="231553" y="2327132"/>
                    <a:pt x="73819" y="2479532"/>
                    <a:pt x="0" y="2543540"/>
                  </a:cubicBezTo>
                </a:path>
              </a:pathLst>
            </a:custGeom>
            <a:noFill/>
            <a:ln w="9525" cap="rnd">
              <a:solidFill>
                <a:schemeClr val="accent2">
                  <a:alpha val="75000"/>
                </a:schemeClr>
              </a:solidFill>
              <a:prstDash val="lgDash"/>
              <a:round/>
            </a:ln>
          </p:spPr>
          <p:txBody>
            <a:bodyPr rtlCol="0" anchor="ctr"/>
            <a:lstStyle/>
            <a:p>
              <a:endParaRPr lang="en-US"/>
            </a:p>
          </p:txBody>
        </p:sp>
        <p:sp>
          <p:nvSpPr>
            <p:cNvPr id="18" name="Freeform: Shape 17">
              <a:extLst>
                <a:ext uri="{FF2B5EF4-FFF2-40B4-BE49-F238E27FC236}">
                  <a16:creationId xmlns:a16="http://schemas.microsoft.com/office/drawing/2014/main" id="{91BD0EE8-AA47-4044-9251-9F5A4B820120}"/>
                </a:ext>
              </a:extLst>
            </p:cNvPr>
            <p:cNvSpPr/>
            <p:nvPr/>
          </p:nvSpPr>
          <p:spPr>
            <a:xfrm>
              <a:off x="4491417" y="2227197"/>
              <a:ext cx="389425" cy="2011236"/>
            </a:xfrm>
            <a:custGeom>
              <a:avLst/>
              <a:gdLst>
                <a:gd name="connsiteX0" fmla="*/ 0 w 389425"/>
                <a:gd name="connsiteY0" fmla="*/ 33 h 2011236"/>
                <a:gd name="connsiteX1" fmla="*/ 171260 w 389425"/>
                <a:gd name="connsiteY1" fmla="*/ 60326 h 2011236"/>
                <a:gd name="connsiteX2" fmla="*/ 211455 w 389425"/>
                <a:gd name="connsiteY2" fmla="*/ 221204 h 2011236"/>
                <a:gd name="connsiteX3" fmla="*/ 243078 w 389425"/>
                <a:gd name="connsiteY3" fmla="*/ 448089 h 2011236"/>
                <a:gd name="connsiteX4" fmla="*/ 346424 w 389425"/>
                <a:gd name="connsiteY4" fmla="*/ 789941 h 2011236"/>
                <a:gd name="connsiteX5" fmla="*/ 372237 w 389425"/>
                <a:gd name="connsiteY5" fmla="*/ 942151 h 2011236"/>
                <a:gd name="connsiteX6" fmla="*/ 386620 w 389425"/>
                <a:gd name="connsiteY6" fmla="*/ 1272478 h 2011236"/>
                <a:gd name="connsiteX7" fmla="*/ 280416 w 389425"/>
                <a:gd name="connsiteY7" fmla="*/ 1660241 h 2011236"/>
                <a:gd name="connsiteX8" fmla="*/ 151257 w 389425"/>
                <a:gd name="connsiteY8" fmla="*/ 1844073 h 2011236"/>
                <a:gd name="connsiteX9" fmla="*/ 1905 w 389425"/>
                <a:gd name="connsiteY9" fmla="*/ 2011237 h 2011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9425" h="2011236">
                  <a:moveTo>
                    <a:pt x="0" y="33"/>
                  </a:moveTo>
                  <a:cubicBezTo>
                    <a:pt x="57912" y="-824"/>
                    <a:pt x="136112" y="14892"/>
                    <a:pt x="171260" y="60326"/>
                  </a:cubicBezTo>
                  <a:cubicBezTo>
                    <a:pt x="205645" y="104903"/>
                    <a:pt x="207740" y="164244"/>
                    <a:pt x="211455" y="221204"/>
                  </a:cubicBezTo>
                  <a:cubicBezTo>
                    <a:pt x="216408" y="297594"/>
                    <a:pt x="225838" y="373604"/>
                    <a:pt x="243078" y="448089"/>
                  </a:cubicBezTo>
                  <a:cubicBezTo>
                    <a:pt x="269939" y="564199"/>
                    <a:pt x="319183" y="673927"/>
                    <a:pt x="346424" y="789941"/>
                  </a:cubicBezTo>
                  <a:cubicBezTo>
                    <a:pt x="358235" y="840043"/>
                    <a:pt x="365951" y="891097"/>
                    <a:pt x="372237" y="942151"/>
                  </a:cubicBezTo>
                  <a:cubicBezTo>
                    <a:pt x="385858" y="1051784"/>
                    <a:pt x="394049" y="1162274"/>
                    <a:pt x="386620" y="1272478"/>
                  </a:cubicBezTo>
                  <a:cubicBezTo>
                    <a:pt x="377476" y="1407828"/>
                    <a:pt x="344996" y="1541178"/>
                    <a:pt x="280416" y="1660241"/>
                  </a:cubicBezTo>
                  <a:cubicBezTo>
                    <a:pt x="244602" y="1726249"/>
                    <a:pt x="199358" y="1786352"/>
                    <a:pt x="151257" y="1844073"/>
                  </a:cubicBezTo>
                  <a:cubicBezTo>
                    <a:pt x="79534" y="1930084"/>
                    <a:pt x="89345" y="1941419"/>
                    <a:pt x="1905" y="2011237"/>
                  </a:cubicBezTo>
                </a:path>
              </a:pathLst>
            </a:custGeom>
            <a:noFill/>
            <a:ln w="9525" cap="rnd">
              <a:solidFill>
                <a:schemeClr val="accent2">
                  <a:alpha val="75000"/>
                </a:schemeClr>
              </a:solidFill>
              <a:prstDash val="lgDash"/>
              <a:round/>
            </a:ln>
          </p:spPr>
          <p:txBody>
            <a:bodyPr rtlCol="0" anchor="ctr"/>
            <a:lstStyle/>
            <a:p>
              <a:endParaRPr lang="en-US"/>
            </a:p>
          </p:txBody>
        </p:sp>
      </p:grpSp>
      <p:grpSp>
        <p:nvGrpSpPr>
          <p:cNvPr id="19" name="Graphic 157">
            <a:extLst>
              <a:ext uri="{FF2B5EF4-FFF2-40B4-BE49-F238E27FC236}">
                <a16:creationId xmlns:a16="http://schemas.microsoft.com/office/drawing/2014/main" id="{C3279E8D-2BAA-4CB1-834B-09FADD54DE56}"/>
              </a:ext>
            </a:extLst>
          </p:cNvPr>
          <p:cNvGrpSpPr/>
          <p:nvPr/>
        </p:nvGrpSpPr>
        <p:grpSpPr>
          <a:xfrm>
            <a:off x="8610600" y="3276600"/>
            <a:ext cx="3529260" cy="3581399"/>
            <a:chOff x="4114800" y="1423987"/>
            <a:chExt cx="3961542" cy="4007547"/>
          </a:xfrm>
          <a:noFill/>
        </p:grpSpPr>
        <p:sp>
          <p:nvSpPr>
            <p:cNvPr id="20" name="Freeform: Shape 19">
              <a:extLst>
                <a:ext uri="{FF2B5EF4-FFF2-40B4-BE49-F238E27FC236}">
                  <a16:creationId xmlns:a16="http://schemas.microsoft.com/office/drawing/2014/main" id="{3456F18E-4F61-486D-9CD6-65B30372C534}"/>
                </a:ext>
              </a:extLst>
            </p:cNvPr>
            <p:cNvSpPr/>
            <p:nvPr/>
          </p:nvSpPr>
          <p:spPr>
            <a:xfrm>
              <a:off x="4114800" y="1423987"/>
              <a:ext cx="3946874" cy="3989641"/>
            </a:xfrm>
            <a:custGeom>
              <a:avLst/>
              <a:gdLst>
                <a:gd name="connsiteX0" fmla="*/ 0 w 3946874"/>
                <a:gd name="connsiteY0" fmla="*/ 3989641 h 3989641"/>
                <a:gd name="connsiteX1" fmla="*/ 79439 w 3946874"/>
                <a:gd name="connsiteY1" fmla="*/ 3891153 h 3989641"/>
                <a:gd name="connsiteX2" fmla="*/ 297371 w 3946874"/>
                <a:gd name="connsiteY2" fmla="*/ 3626930 h 3989641"/>
                <a:gd name="connsiteX3" fmla="*/ 454343 w 3946874"/>
                <a:gd name="connsiteY3" fmla="*/ 3440335 h 3989641"/>
                <a:gd name="connsiteX4" fmla="*/ 622363 w 3946874"/>
                <a:gd name="connsiteY4" fmla="*/ 3290697 h 3989641"/>
                <a:gd name="connsiteX5" fmla="*/ 927068 w 3946874"/>
                <a:gd name="connsiteY5" fmla="*/ 3087434 h 3989641"/>
                <a:gd name="connsiteX6" fmla="*/ 1176338 w 3946874"/>
                <a:gd name="connsiteY6" fmla="*/ 2915603 h 3989641"/>
                <a:gd name="connsiteX7" fmla="*/ 1394270 w 3946874"/>
                <a:gd name="connsiteY7" fmla="*/ 2780729 h 3989641"/>
                <a:gd name="connsiteX8" fmla="*/ 1601057 w 3946874"/>
                <a:gd name="connsiteY8" fmla="*/ 2723483 h 3989641"/>
                <a:gd name="connsiteX9" fmla="*/ 1756220 w 3946874"/>
                <a:gd name="connsiteY9" fmla="*/ 2743772 h 3989641"/>
                <a:gd name="connsiteX10" fmla="*/ 1889189 w 3946874"/>
                <a:gd name="connsiteY10" fmla="*/ 2765965 h 3989641"/>
                <a:gd name="connsiteX11" fmla="*/ 2007394 w 3946874"/>
                <a:gd name="connsiteY11" fmla="*/ 2765965 h 3989641"/>
                <a:gd name="connsiteX12" fmla="*/ 2184654 w 3946874"/>
                <a:gd name="connsiteY12" fmla="*/ 2671763 h 3989641"/>
                <a:gd name="connsiteX13" fmla="*/ 2372773 w 3946874"/>
                <a:gd name="connsiteY13" fmla="*/ 2538984 h 3989641"/>
                <a:gd name="connsiteX14" fmla="*/ 2439543 w 3946874"/>
                <a:gd name="connsiteY14" fmla="*/ 2510504 h 3989641"/>
                <a:gd name="connsiteX15" fmla="*/ 2650617 w 3946874"/>
                <a:gd name="connsiteY15" fmla="*/ 2434781 h 3989641"/>
                <a:gd name="connsiteX16" fmla="*/ 2785110 w 3946874"/>
                <a:gd name="connsiteY16" fmla="*/ 2383060 h 3989641"/>
                <a:gd name="connsiteX17" fmla="*/ 2897315 w 3946874"/>
                <a:gd name="connsiteY17" fmla="*/ 2318861 h 3989641"/>
                <a:gd name="connsiteX18" fmla="*/ 2997994 w 3946874"/>
                <a:gd name="connsiteY18" fmla="*/ 2226183 h 3989641"/>
                <a:gd name="connsiteX19" fmla="*/ 3061240 w 3946874"/>
                <a:gd name="connsiteY19" fmla="*/ 2141506 h 3989641"/>
                <a:gd name="connsiteX20" fmla="*/ 3152108 w 3946874"/>
                <a:gd name="connsiteY20" fmla="*/ 2005203 h 3989641"/>
                <a:gd name="connsiteX21" fmla="*/ 3274124 w 3946874"/>
                <a:gd name="connsiteY21" fmla="*/ 1871567 h 3989641"/>
                <a:gd name="connsiteX22" fmla="*/ 3388138 w 3946874"/>
                <a:gd name="connsiteY22" fmla="*/ 1770888 h 3989641"/>
                <a:gd name="connsiteX23" fmla="*/ 3466529 w 3946874"/>
                <a:gd name="connsiteY23" fmla="*/ 1679162 h 3989641"/>
                <a:gd name="connsiteX24" fmla="*/ 3538633 w 3946874"/>
                <a:gd name="connsiteY24" fmla="*/ 1551718 h 3989641"/>
                <a:gd name="connsiteX25" fmla="*/ 3588544 w 3946874"/>
                <a:gd name="connsiteY25" fmla="*/ 1376172 h 3989641"/>
                <a:gd name="connsiteX26" fmla="*/ 3597402 w 3946874"/>
                <a:gd name="connsiteY26" fmla="*/ 1293305 h 3989641"/>
                <a:gd name="connsiteX27" fmla="*/ 3721227 w 3946874"/>
                <a:gd name="connsiteY27" fmla="*/ 880491 h 3989641"/>
                <a:gd name="connsiteX28" fmla="*/ 3761137 w 3946874"/>
                <a:gd name="connsiteY28" fmla="*/ 463677 h 3989641"/>
                <a:gd name="connsiteX29" fmla="*/ 3946874 w 3946874"/>
                <a:gd name="connsiteY29" fmla="*/ 0 h 3989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3946874" h="3989641">
                  <a:moveTo>
                    <a:pt x="0" y="3989641"/>
                  </a:moveTo>
                  <a:cubicBezTo>
                    <a:pt x="19050" y="3957257"/>
                    <a:pt x="50959" y="3916013"/>
                    <a:pt x="79439" y="3891153"/>
                  </a:cubicBezTo>
                  <a:cubicBezTo>
                    <a:pt x="165544" y="3815906"/>
                    <a:pt x="227933" y="3717989"/>
                    <a:pt x="297371" y="3626930"/>
                  </a:cubicBezTo>
                  <a:cubicBezTo>
                    <a:pt x="346615" y="3562255"/>
                    <a:pt x="398050" y="3499009"/>
                    <a:pt x="454343" y="3440335"/>
                  </a:cubicBezTo>
                  <a:cubicBezTo>
                    <a:pt x="506349" y="3386042"/>
                    <a:pt x="562642" y="3336227"/>
                    <a:pt x="622363" y="3290697"/>
                  </a:cubicBezTo>
                  <a:cubicBezTo>
                    <a:pt x="719519" y="3216688"/>
                    <a:pt x="824960" y="3154585"/>
                    <a:pt x="927068" y="3087434"/>
                  </a:cubicBezTo>
                  <a:cubicBezTo>
                    <a:pt x="1011365" y="3031998"/>
                    <a:pt x="1093565" y="2973324"/>
                    <a:pt x="1176338" y="2915603"/>
                  </a:cubicBezTo>
                  <a:cubicBezTo>
                    <a:pt x="1246537" y="2866644"/>
                    <a:pt x="1317308" y="2818066"/>
                    <a:pt x="1394270" y="2780729"/>
                  </a:cubicBezTo>
                  <a:cubicBezTo>
                    <a:pt x="1459421" y="2749106"/>
                    <a:pt x="1528763" y="2724436"/>
                    <a:pt x="1601057" y="2723483"/>
                  </a:cubicBezTo>
                  <a:cubicBezTo>
                    <a:pt x="1653350" y="2722721"/>
                    <a:pt x="1704785" y="2733485"/>
                    <a:pt x="1756220" y="2743772"/>
                  </a:cubicBezTo>
                  <a:cubicBezTo>
                    <a:pt x="1800320" y="2752630"/>
                    <a:pt x="1844612" y="2760250"/>
                    <a:pt x="1889189" y="2765965"/>
                  </a:cubicBezTo>
                  <a:cubicBezTo>
                    <a:pt x="1928622" y="2771013"/>
                    <a:pt x="1968437" y="2773299"/>
                    <a:pt x="2007394" y="2765965"/>
                  </a:cubicBezTo>
                  <a:cubicBezTo>
                    <a:pt x="2073878" y="2753487"/>
                    <a:pt x="2130647" y="2712911"/>
                    <a:pt x="2184654" y="2671763"/>
                  </a:cubicBezTo>
                  <a:cubicBezTo>
                    <a:pt x="2245900" y="2625090"/>
                    <a:pt x="2304002" y="2573465"/>
                    <a:pt x="2372773" y="2538984"/>
                  </a:cubicBezTo>
                  <a:cubicBezTo>
                    <a:pt x="2394395" y="2528126"/>
                    <a:pt x="2416874" y="2518982"/>
                    <a:pt x="2439543" y="2510504"/>
                  </a:cubicBezTo>
                  <a:cubicBezTo>
                    <a:pt x="2509552" y="2484215"/>
                    <a:pt x="2580037" y="2459450"/>
                    <a:pt x="2650617" y="2434781"/>
                  </a:cubicBezTo>
                  <a:cubicBezTo>
                    <a:pt x="2695956" y="2418874"/>
                    <a:pt x="2741295" y="2402872"/>
                    <a:pt x="2785110" y="2383060"/>
                  </a:cubicBezTo>
                  <a:cubicBezTo>
                    <a:pt x="2824448" y="2365248"/>
                    <a:pt x="2862358" y="2344198"/>
                    <a:pt x="2897315" y="2318861"/>
                  </a:cubicBezTo>
                  <a:cubicBezTo>
                    <a:pt x="2934367" y="2292096"/>
                    <a:pt x="2968085" y="2260854"/>
                    <a:pt x="2997994" y="2226183"/>
                  </a:cubicBezTo>
                  <a:cubicBezTo>
                    <a:pt x="3020949" y="2199513"/>
                    <a:pt x="3041714" y="2170938"/>
                    <a:pt x="3061240" y="2141506"/>
                  </a:cubicBezTo>
                  <a:cubicBezTo>
                    <a:pt x="3091529" y="2095976"/>
                    <a:pt x="3119533" y="2049018"/>
                    <a:pt x="3152108" y="2005203"/>
                  </a:cubicBezTo>
                  <a:cubicBezTo>
                    <a:pt x="3188113" y="1956626"/>
                    <a:pt x="3229261" y="1912144"/>
                    <a:pt x="3274124" y="1871567"/>
                  </a:cubicBezTo>
                  <a:cubicBezTo>
                    <a:pt x="3311747" y="1837563"/>
                    <a:pt x="3351848" y="1806321"/>
                    <a:pt x="3388138" y="1770888"/>
                  </a:cubicBezTo>
                  <a:cubicBezTo>
                    <a:pt x="3416999" y="1742694"/>
                    <a:pt x="3443002" y="1711833"/>
                    <a:pt x="3466529" y="1679162"/>
                  </a:cubicBezTo>
                  <a:cubicBezTo>
                    <a:pt x="3495008" y="1639348"/>
                    <a:pt x="3519392" y="1596771"/>
                    <a:pt x="3538633" y="1551718"/>
                  </a:cubicBezTo>
                  <a:cubicBezTo>
                    <a:pt x="3562731" y="1495616"/>
                    <a:pt x="3578924" y="1436465"/>
                    <a:pt x="3588544" y="1376172"/>
                  </a:cubicBezTo>
                  <a:cubicBezTo>
                    <a:pt x="3592925" y="1348740"/>
                    <a:pt x="3595688" y="1321022"/>
                    <a:pt x="3597402" y="1293305"/>
                  </a:cubicBezTo>
                  <a:cubicBezTo>
                    <a:pt x="3605974" y="1155859"/>
                    <a:pt x="3717703" y="1018127"/>
                    <a:pt x="3721227" y="880491"/>
                  </a:cubicBezTo>
                  <a:cubicBezTo>
                    <a:pt x="3724751" y="740855"/>
                    <a:pt x="3743135" y="602171"/>
                    <a:pt x="3761137" y="463677"/>
                  </a:cubicBezTo>
                  <a:cubicBezTo>
                    <a:pt x="3776186" y="347758"/>
                    <a:pt x="3934968" y="116205"/>
                    <a:pt x="3946874" y="0"/>
                  </a:cubicBezTo>
                </a:path>
              </a:pathLst>
            </a:custGeom>
            <a:noFill/>
            <a:ln w="9525" cap="rnd">
              <a:solidFill>
                <a:schemeClr val="accent2">
                  <a:alpha val="75000"/>
                </a:schemeClr>
              </a:solidFill>
              <a:prstDash val="lgDash"/>
              <a:round/>
            </a:ln>
          </p:spPr>
          <p:txBody>
            <a:bodyPr rtlCol="0" anchor="ctr"/>
            <a:lstStyle/>
            <a:p>
              <a:endParaRPr lang="en-US"/>
            </a:p>
          </p:txBody>
        </p:sp>
        <p:sp>
          <p:nvSpPr>
            <p:cNvPr id="21" name="Freeform: Shape 20">
              <a:extLst>
                <a:ext uri="{FF2B5EF4-FFF2-40B4-BE49-F238E27FC236}">
                  <a16:creationId xmlns:a16="http://schemas.microsoft.com/office/drawing/2014/main" id="{318DDF45-08F0-46B6-A0B7-133735C94F47}"/>
                </a:ext>
              </a:extLst>
            </p:cNvPr>
            <p:cNvSpPr/>
            <p:nvPr/>
          </p:nvSpPr>
          <p:spPr>
            <a:xfrm>
              <a:off x="4395978" y="2441733"/>
              <a:ext cx="3665410" cy="2985611"/>
            </a:xfrm>
            <a:custGeom>
              <a:avLst/>
              <a:gdLst>
                <a:gd name="connsiteX0" fmla="*/ 0 w 3665410"/>
                <a:gd name="connsiteY0" fmla="*/ 2985611 h 2985611"/>
                <a:gd name="connsiteX1" fmla="*/ 166211 w 3665410"/>
                <a:gd name="connsiteY1" fmla="*/ 2699766 h 2985611"/>
                <a:gd name="connsiteX2" fmla="*/ 397002 w 3665410"/>
                <a:gd name="connsiteY2" fmla="*/ 2414969 h 2985611"/>
                <a:gd name="connsiteX3" fmla="*/ 620173 w 3665410"/>
                <a:gd name="connsiteY3" fmla="*/ 2237899 h 2985611"/>
                <a:gd name="connsiteX4" fmla="*/ 823341 w 3665410"/>
                <a:gd name="connsiteY4" fmla="*/ 2085499 h 2985611"/>
                <a:gd name="connsiteX5" fmla="*/ 1089565 w 3665410"/>
                <a:gd name="connsiteY5" fmla="*/ 1911477 h 2985611"/>
                <a:gd name="connsiteX6" fmla="*/ 1145000 w 3665410"/>
                <a:gd name="connsiteY6" fmla="*/ 1886807 h 2985611"/>
                <a:gd name="connsiteX7" fmla="*/ 1375791 w 3665410"/>
                <a:gd name="connsiteY7" fmla="*/ 1842135 h 2985611"/>
                <a:gd name="connsiteX8" fmla="*/ 1486567 w 3665410"/>
                <a:gd name="connsiteY8" fmla="*/ 1857566 h 2985611"/>
                <a:gd name="connsiteX9" fmla="*/ 1568101 w 3665410"/>
                <a:gd name="connsiteY9" fmla="*/ 1871377 h 2985611"/>
                <a:gd name="connsiteX10" fmla="*/ 1810607 w 3665410"/>
                <a:gd name="connsiteY10" fmla="*/ 1871377 h 2985611"/>
                <a:gd name="connsiteX11" fmla="*/ 1997964 w 3665410"/>
                <a:gd name="connsiteY11" fmla="*/ 1790605 h 2985611"/>
                <a:gd name="connsiteX12" fmla="*/ 2109883 w 3665410"/>
                <a:gd name="connsiteY12" fmla="*/ 1702784 h 2985611"/>
                <a:gd name="connsiteX13" fmla="*/ 2321433 w 3665410"/>
                <a:gd name="connsiteY13" fmla="*/ 1552384 h 2985611"/>
                <a:gd name="connsiteX14" fmla="*/ 2558891 w 3665410"/>
                <a:gd name="connsiteY14" fmla="*/ 1453420 h 2985611"/>
                <a:gd name="connsiteX15" fmla="*/ 2709767 w 3665410"/>
                <a:gd name="connsiteY15" fmla="*/ 1377887 h 2985611"/>
                <a:gd name="connsiteX16" fmla="*/ 2885408 w 3665410"/>
                <a:gd name="connsiteY16" fmla="*/ 1237393 h 2985611"/>
                <a:gd name="connsiteX17" fmla="*/ 3017711 w 3665410"/>
                <a:gd name="connsiteY17" fmla="*/ 1072229 h 2985611"/>
                <a:gd name="connsiteX18" fmla="*/ 3150680 w 3665410"/>
                <a:gd name="connsiteY18" fmla="*/ 921830 h 2985611"/>
                <a:gd name="connsiteX19" fmla="*/ 3255169 w 3665410"/>
                <a:gd name="connsiteY19" fmla="*/ 801815 h 2985611"/>
                <a:gd name="connsiteX20" fmla="*/ 3339275 w 3665410"/>
                <a:gd name="connsiteY20" fmla="*/ 694182 h 2985611"/>
                <a:gd name="connsiteX21" fmla="*/ 3409188 w 3665410"/>
                <a:gd name="connsiteY21" fmla="*/ 546926 h 2985611"/>
                <a:gd name="connsiteX22" fmla="*/ 3464243 w 3665410"/>
                <a:gd name="connsiteY22" fmla="*/ 347663 h 2985611"/>
                <a:gd name="connsiteX23" fmla="*/ 3665411 w 3665410"/>
                <a:gd name="connsiteY23" fmla="*/ 0 h 2985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665410" h="2985611">
                  <a:moveTo>
                    <a:pt x="0" y="2985611"/>
                  </a:moveTo>
                  <a:cubicBezTo>
                    <a:pt x="0" y="2985611"/>
                    <a:pt x="86773" y="2802827"/>
                    <a:pt x="166211" y="2699766"/>
                  </a:cubicBezTo>
                  <a:cubicBezTo>
                    <a:pt x="240983" y="2602706"/>
                    <a:pt x="309182" y="2500122"/>
                    <a:pt x="397002" y="2414969"/>
                  </a:cubicBezTo>
                  <a:cubicBezTo>
                    <a:pt x="465296" y="2348865"/>
                    <a:pt x="543592" y="2294477"/>
                    <a:pt x="620173" y="2237899"/>
                  </a:cubicBezTo>
                  <a:cubicBezTo>
                    <a:pt x="688277" y="2187607"/>
                    <a:pt x="755333" y="2135886"/>
                    <a:pt x="823341" y="2085499"/>
                  </a:cubicBezTo>
                  <a:cubicBezTo>
                    <a:pt x="908685" y="2022253"/>
                    <a:pt x="994791" y="1959197"/>
                    <a:pt x="1089565" y="1911477"/>
                  </a:cubicBezTo>
                  <a:cubicBezTo>
                    <a:pt x="1107662" y="1902428"/>
                    <a:pt x="1126141" y="1894141"/>
                    <a:pt x="1145000" y="1886807"/>
                  </a:cubicBezTo>
                  <a:cubicBezTo>
                    <a:pt x="1218819" y="1858232"/>
                    <a:pt x="1296924" y="1838611"/>
                    <a:pt x="1375791" y="1842135"/>
                  </a:cubicBezTo>
                  <a:cubicBezTo>
                    <a:pt x="1413129" y="1843754"/>
                    <a:pt x="1449896" y="1850422"/>
                    <a:pt x="1486567" y="1857566"/>
                  </a:cubicBezTo>
                  <a:cubicBezTo>
                    <a:pt x="1513618" y="1862804"/>
                    <a:pt x="1540859" y="1867376"/>
                    <a:pt x="1568101" y="1871377"/>
                  </a:cubicBezTo>
                  <a:cubicBezTo>
                    <a:pt x="1648778" y="1883188"/>
                    <a:pt x="1730978" y="1887665"/>
                    <a:pt x="1810607" y="1871377"/>
                  </a:cubicBezTo>
                  <a:cubicBezTo>
                    <a:pt x="1877854" y="1857661"/>
                    <a:pt x="1941100" y="1829086"/>
                    <a:pt x="1997964" y="1790605"/>
                  </a:cubicBezTo>
                  <a:cubicBezTo>
                    <a:pt x="2037302" y="1764030"/>
                    <a:pt x="2073497" y="1733264"/>
                    <a:pt x="2109883" y="1702784"/>
                  </a:cubicBezTo>
                  <a:cubicBezTo>
                    <a:pt x="2176367" y="1647063"/>
                    <a:pt x="2244852" y="1593151"/>
                    <a:pt x="2321433" y="1552384"/>
                  </a:cubicBezTo>
                  <a:cubicBezTo>
                    <a:pt x="2397157" y="1512094"/>
                    <a:pt x="2479548" y="1486281"/>
                    <a:pt x="2558891" y="1453420"/>
                  </a:cubicBezTo>
                  <a:cubicBezTo>
                    <a:pt x="2610898" y="1431798"/>
                    <a:pt x="2661571" y="1407033"/>
                    <a:pt x="2709767" y="1377887"/>
                  </a:cubicBezTo>
                  <a:cubicBezTo>
                    <a:pt x="2774252" y="1338929"/>
                    <a:pt x="2834069" y="1292447"/>
                    <a:pt x="2885408" y="1237393"/>
                  </a:cubicBezTo>
                  <a:cubicBezTo>
                    <a:pt x="2933605" y="1185767"/>
                    <a:pt x="2973324" y="1127093"/>
                    <a:pt x="3017711" y="1072229"/>
                  </a:cubicBezTo>
                  <a:cubicBezTo>
                    <a:pt x="3059811" y="1020223"/>
                    <a:pt x="3105912" y="971645"/>
                    <a:pt x="3150680" y="921830"/>
                  </a:cubicBezTo>
                  <a:cubicBezTo>
                    <a:pt x="3186113" y="882396"/>
                    <a:pt x="3220593" y="842010"/>
                    <a:pt x="3255169" y="801815"/>
                  </a:cubicBezTo>
                  <a:cubicBezTo>
                    <a:pt x="3284887" y="767239"/>
                    <a:pt x="3314605" y="732473"/>
                    <a:pt x="3339275" y="694182"/>
                  </a:cubicBezTo>
                  <a:cubicBezTo>
                    <a:pt x="3368707" y="648367"/>
                    <a:pt x="3390138" y="597980"/>
                    <a:pt x="3409188" y="546926"/>
                  </a:cubicBezTo>
                  <a:cubicBezTo>
                    <a:pt x="3433382" y="482156"/>
                    <a:pt x="3453384" y="415861"/>
                    <a:pt x="3464243" y="347663"/>
                  </a:cubicBezTo>
                  <a:cubicBezTo>
                    <a:pt x="3476244" y="272224"/>
                    <a:pt x="3661696" y="76295"/>
                    <a:pt x="3665411" y="0"/>
                  </a:cubicBezTo>
                </a:path>
              </a:pathLst>
            </a:custGeom>
            <a:noFill/>
            <a:ln w="9525" cap="rnd">
              <a:solidFill>
                <a:schemeClr val="accent2">
                  <a:alpha val="75000"/>
                </a:schemeClr>
              </a:solidFill>
              <a:prstDash val="lgDash"/>
              <a:round/>
            </a:ln>
          </p:spPr>
          <p:txBody>
            <a:bodyPr rtlCol="0" anchor="ctr"/>
            <a:lstStyle/>
            <a:p>
              <a:endParaRPr lang="en-US"/>
            </a:p>
          </p:txBody>
        </p:sp>
        <p:sp>
          <p:nvSpPr>
            <p:cNvPr id="22" name="Freeform: Shape 21">
              <a:extLst>
                <a:ext uri="{FF2B5EF4-FFF2-40B4-BE49-F238E27FC236}">
                  <a16:creationId xmlns:a16="http://schemas.microsoft.com/office/drawing/2014/main" id="{B9D0CC0F-710D-43F4-BC86-763767420133}"/>
                </a:ext>
              </a:extLst>
            </p:cNvPr>
            <p:cNvSpPr/>
            <p:nvPr/>
          </p:nvSpPr>
          <p:spPr>
            <a:xfrm>
              <a:off x="7790402" y="5229700"/>
              <a:ext cx="285940" cy="199072"/>
            </a:xfrm>
            <a:custGeom>
              <a:avLst/>
              <a:gdLst>
                <a:gd name="connsiteX0" fmla="*/ 0 w 285940"/>
                <a:gd name="connsiteY0" fmla="*/ 199073 h 199072"/>
                <a:gd name="connsiteX1" fmla="*/ 285940 w 285940"/>
                <a:gd name="connsiteY1" fmla="*/ 0 h 199072"/>
              </a:gdLst>
              <a:ahLst/>
              <a:cxnLst>
                <a:cxn ang="0">
                  <a:pos x="connsiteX0" y="connsiteY0"/>
                </a:cxn>
                <a:cxn ang="0">
                  <a:pos x="connsiteX1" y="connsiteY1"/>
                </a:cxn>
              </a:cxnLst>
              <a:rect l="l" t="t" r="r" b="b"/>
              <a:pathLst>
                <a:path w="285940" h="199072">
                  <a:moveTo>
                    <a:pt x="0" y="199073"/>
                  </a:moveTo>
                  <a:cubicBezTo>
                    <a:pt x="0" y="199073"/>
                    <a:pt x="242125" y="39243"/>
                    <a:pt x="285940" y="0"/>
                  </a:cubicBezTo>
                </a:path>
              </a:pathLst>
            </a:custGeom>
            <a:noFill/>
            <a:ln w="9525" cap="rnd">
              <a:solidFill>
                <a:schemeClr val="accent2">
                  <a:alpha val="75000"/>
                </a:schemeClr>
              </a:solidFill>
              <a:prstDash val="lgDash"/>
              <a:round/>
            </a:ln>
          </p:spPr>
          <p:txBody>
            <a:bodyPr rtlCol="0" anchor="ctr"/>
            <a:lstStyle/>
            <a:p>
              <a:endParaRPr lang="en-US"/>
            </a:p>
          </p:txBody>
        </p:sp>
        <p:sp>
          <p:nvSpPr>
            <p:cNvPr id="23" name="Freeform: Shape 22">
              <a:extLst>
                <a:ext uri="{FF2B5EF4-FFF2-40B4-BE49-F238E27FC236}">
                  <a16:creationId xmlns:a16="http://schemas.microsoft.com/office/drawing/2014/main" id="{6FB36AB6-CB81-495A-8A33-C0BCE67D6F23}"/>
                </a:ext>
              </a:extLst>
            </p:cNvPr>
            <p:cNvSpPr/>
            <p:nvPr/>
          </p:nvSpPr>
          <p:spPr>
            <a:xfrm>
              <a:off x="7393114" y="5049773"/>
              <a:ext cx="655796" cy="381190"/>
            </a:xfrm>
            <a:custGeom>
              <a:avLst/>
              <a:gdLst>
                <a:gd name="connsiteX0" fmla="*/ 0 w 655796"/>
                <a:gd name="connsiteY0" fmla="*/ 381190 h 381190"/>
                <a:gd name="connsiteX1" fmla="*/ 655796 w 655796"/>
                <a:gd name="connsiteY1" fmla="*/ 0 h 381190"/>
              </a:gdLst>
              <a:ahLst/>
              <a:cxnLst>
                <a:cxn ang="0">
                  <a:pos x="connsiteX0" y="connsiteY0"/>
                </a:cxn>
                <a:cxn ang="0">
                  <a:pos x="connsiteX1" y="connsiteY1"/>
                </a:cxn>
              </a:cxnLst>
              <a:rect l="l" t="t" r="r" b="b"/>
              <a:pathLst>
                <a:path w="655796" h="381190">
                  <a:moveTo>
                    <a:pt x="0" y="381190"/>
                  </a:moveTo>
                  <a:cubicBezTo>
                    <a:pt x="0" y="381190"/>
                    <a:pt x="461105" y="172117"/>
                    <a:pt x="655796" y="0"/>
                  </a:cubicBezTo>
                </a:path>
              </a:pathLst>
            </a:custGeom>
            <a:noFill/>
            <a:ln w="9525" cap="rnd">
              <a:solidFill>
                <a:schemeClr val="accent2">
                  <a:alpha val="75000"/>
                </a:schemeClr>
              </a:solidFill>
              <a:prstDash val="lgDash"/>
              <a:round/>
            </a:ln>
          </p:spPr>
          <p:txBody>
            <a:bodyPr rtlCol="0" anchor="ctr"/>
            <a:lstStyle/>
            <a:p>
              <a:endParaRPr lang="en-US"/>
            </a:p>
          </p:txBody>
        </p:sp>
        <p:sp>
          <p:nvSpPr>
            <p:cNvPr id="24" name="Freeform: Shape 23">
              <a:extLst>
                <a:ext uri="{FF2B5EF4-FFF2-40B4-BE49-F238E27FC236}">
                  <a16:creationId xmlns:a16="http://schemas.microsoft.com/office/drawing/2014/main" id="{1993F7E6-ABF6-482D-BEA5-B4E607DDB433}"/>
                </a:ext>
              </a:extLst>
            </p:cNvPr>
            <p:cNvSpPr/>
            <p:nvPr/>
          </p:nvSpPr>
          <p:spPr>
            <a:xfrm>
              <a:off x="5154072" y="3867816"/>
              <a:ext cx="2907315" cy="1544764"/>
            </a:xfrm>
            <a:custGeom>
              <a:avLst/>
              <a:gdLst>
                <a:gd name="connsiteX0" fmla="*/ 0 w 2907315"/>
                <a:gd name="connsiteY0" fmla="*/ 1544764 h 1544764"/>
                <a:gd name="connsiteX1" fmla="*/ 201644 w 2907315"/>
                <a:gd name="connsiteY1" fmla="*/ 1352550 h 1544764"/>
                <a:gd name="connsiteX2" fmla="*/ 423196 w 2907315"/>
                <a:gd name="connsiteY2" fmla="*/ 1196054 h 1544764"/>
                <a:gd name="connsiteX3" fmla="*/ 782193 w 2907315"/>
                <a:gd name="connsiteY3" fmla="*/ 1099947 h 1544764"/>
                <a:gd name="connsiteX4" fmla="*/ 1052513 w 2907315"/>
                <a:gd name="connsiteY4" fmla="*/ 1042321 h 1544764"/>
                <a:gd name="connsiteX5" fmla="*/ 1311783 w 2907315"/>
                <a:gd name="connsiteY5" fmla="*/ 1056037 h 1544764"/>
                <a:gd name="connsiteX6" fmla="*/ 1484662 w 2907315"/>
                <a:gd name="connsiteY6" fmla="*/ 1083469 h 1544764"/>
                <a:gd name="connsiteX7" fmla="*/ 1788224 w 2907315"/>
                <a:gd name="connsiteY7" fmla="*/ 1023080 h 1544764"/>
                <a:gd name="connsiteX8" fmla="*/ 2269045 w 2907315"/>
                <a:gd name="connsiteY8" fmla="*/ 734758 h 1544764"/>
                <a:gd name="connsiteX9" fmla="*/ 2534984 w 2907315"/>
                <a:gd name="connsiteY9" fmla="*/ 572738 h 1544764"/>
                <a:gd name="connsiteX10" fmla="*/ 2907316 w 2907315"/>
                <a:gd name="connsiteY10" fmla="*/ 0 h 1544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907315" h="1544764">
                  <a:moveTo>
                    <a:pt x="0" y="1544764"/>
                  </a:moveTo>
                  <a:cubicBezTo>
                    <a:pt x="0" y="1544764"/>
                    <a:pt x="98012" y="1443990"/>
                    <a:pt x="201644" y="1352550"/>
                  </a:cubicBezTo>
                  <a:cubicBezTo>
                    <a:pt x="271272" y="1291209"/>
                    <a:pt x="343662" y="1234249"/>
                    <a:pt x="423196" y="1196054"/>
                  </a:cubicBezTo>
                  <a:cubicBezTo>
                    <a:pt x="537591" y="1141095"/>
                    <a:pt x="661226" y="1127189"/>
                    <a:pt x="782193" y="1099947"/>
                  </a:cubicBezTo>
                  <a:cubicBezTo>
                    <a:pt x="872300" y="1079659"/>
                    <a:pt x="961358" y="1051370"/>
                    <a:pt x="1052513" y="1042321"/>
                  </a:cubicBezTo>
                  <a:cubicBezTo>
                    <a:pt x="1139000" y="1033653"/>
                    <a:pt x="1225868" y="1040321"/>
                    <a:pt x="1311783" y="1056037"/>
                  </a:cubicBezTo>
                  <a:cubicBezTo>
                    <a:pt x="1369314" y="1066609"/>
                    <a:pt x="1426559" y="1079373"/>
                    <a:pt x="1484662" y="1083469"/>
                  </a:cubicBezTo>
                  <a:cubicBezTo>
                    <a:pt x="1587913" y="1090803"/>
                    <a:pt x="1690402" y="1064800"/>
                    <a:pt x="1788224" y="1023080"/>
                  </a:cubicBezTo>
                  <a:cubicBezTo>
                    <a:pt x="1956721" y="951262"/>
                    <a:pt x="2106549" y="825722"/>
                    <a:pt x="2269045" y="734758"/>
                  </a:cubicBezTo>
                  <a:cubicBezTo>
                    <a:pt x="2359438" y="684181"/>
                    <a:pt x="2452497" y="640556"/>
                    <a:pt x="2534984" y="572738"/>
                  </a:cubicBezTo>
                  <a:cubicBezTo>
                    <a:pt x="2673001" y="459391"/>
                    <a:pt x="2847023" y="191453"/>
                    <a:pt x="2907316" y="0"/>
                  </a:cubicBezTo>
                </a:path>
              </a:pathLst>
            </a:custGeom>
            <a:noFill/>
            <a:ln w="9525" cap="rnd">
              <a:solidFill>
                <a:schemeClr val="accent2">
                  <a:alpha val="75000"/>
                </a:schemeClr>
              </a:solidFill>
              <a:prstDash val="lgDash"/>
              <a:round/>
            </a:ln>
          </p:spPr>
          <p:txBody>
            <a:bodyPr rtlCol="0" anchor="ctr"/>
            <a:lstStyle/>
            <a:p>
              <a:endParaRPr lang="en-US"/>
            </a:p>
          </p:txBody>
        </p:sp>
        <p:sp>
          <p:nvSpPr>
            <p:cNvPr id="25" name="Freeform: Shape 24">
              <a:extLst>
                <a:ext uri="{FF2B5EF4-FFF2-40B4-BE49-F238E27FC236}">
                  <a16:creationId xmlns:a16="http://schemas.microsoft.com/office/drawing/2014/main" id="{DCA0B097-C21A-40B4-95E4-2FFA9697F824}"/>
                </a:ext>
              </a:extLst>
            </p:cNvPr>
            <p:cNvSpPr/>
            <p:nvPr/>
          </p:nvSpPr>
          <p:spPr>
            <a:xfrm>
              <a:off x="4907946" y="3479100"/>
              <a:ext cx="3168300" cy="1952434"/>
            </a:xfrm>
            <a:custGeom>
              <a:avLst/>
              <a:gdLst>
                <a:gd name="connsiteX0" fmla="*/ 0 w 3168300"/>
                <a:gd name="connsiteY0" fmla="*/ 1952435 h 1952434"/>
                <a:gd name="connsiteX1" fmla="*/ 202121 w 3168300"/>
                <a:gd name="connsiteY1" fmla="*/ 1687068 h 1952434"/>
                <a:gd name="connsiteX2" fmla="*/ 545116 w 3168300"/>
                <a:gd name="connsiteY2" fmla="*/ 1450277 h 1952434"/>
                <a:gd name="connsiteX3" fmla="*/ 906780 w 3168300"/>
                <a:gd name="connsiteY3" fmla="*/ 1354455 h 1952434"/>
                <a:gd name="connsiteX4" fmla="*/ 1332262 w 3168300"/>
                <a:gd name="connsiteY4" fmla="*/ 1285304 h 1952434"/>
                <a:gd name="connsiteX5" fmla="*/ 1691259 w 3168300"/>
                <a:gd name="connsiteY5" fmla="*/ 1240060 h 1952434"/>
                <a:gd name="connsiteX6" fmla="*/ 2010346 w 3168300"/>
                <a:gd name="connsiteY6" fmla="*/ 1141667 h 1952434"/>
                <a:gd name="connsiteX7" fmla="*/ 2393252 w 3168300"/>
                <a:gd name="connsiteY7" fmla="*/ 1027271 h 1952434"/>
                <a:gd name="connsiteX8" fmla="*/ 2582037 w 3168300"/>
                <a:gd name="connsiteY8" fmla="*/ 958120 h 1952434"/>
                <a:gd name="connsiteX9" fmla="*/ 2760155 w 3168300"/>
                <a:gd name="connsiteY9" fmla="*/ 827723 h 1952434"/>
                <a:gd name="connsiteX10" fmla="*/ 2914364 w 3168300"/>
                <a:gd name="connsiteY10" fmla="*/ 567023 h 1952434"/>
                <a:gd name="connsiteX11" fmla="*/ 3168301 w 3168300"/>
                <a:gd name="connsiteY11" fmla="*/ 0 h 1952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68300" h="1952434">
                  <a:moveTo>
                    <a:pt x="0" y="1952435"/>
                  </a:moveTo>
                  <a:cubicBezTo>
                    <a:pt x="0" y="1952435"/>
                    <a:pt x="91059" y="1796415"/>
                    <a:pt x="202121" y="1687068"/>
                  </a:cubicBezTo>
                  <a:cubicBezTo>
                    <a:pt x="301943" y="1588675"/>
                    <a:pt x="416528" y="1505617"/>
                    <a:pt x="545116" y="1450277"/>
                  </a:cubicBezTo>
                  <a:cubicBezTo>
                    <a:pt x="659987" y="1400747"/>
                    <a:pt x="783622" y="1377601"/>
                    <a:pt x="906780" y="1354455"/>
                  </a:cubicBezTo>
                  <a:cubicBezTo>
                    <a:pt x="1048036" y="1327976"/>
                    <a:pt x="1189482" y="1301972"/>
                    <a:pt x="1332262" y="1285304"/>
                  </a:cubicBezTo>
                  <a:cubicBezTo>
                    <a:pt x="1452182" y="1271302"/>
                    <a:pt x="1573340" y="1265873"/>
                    <a:pt x="1691259" y="1240060"/>
                  </a:cubicBezTo>
                  <a:cubicBezTo>
                    <a:pt x="1800035" y="1216247"/>
                    <a:pt x="1904619" y="1176718"/>
                    <a:pt x="2010346" y="1141667"/>
                  </a:cubicBezTo>
                  <a:cubicBezTo>
                    <a:pt x="2136743" y="1099661"/>
                    <a:pt x="2265902" y="1066229"/>
                    <a:pt x="2393252" y="1027271"/>
                  </a:cubicBezTo>
                  <a:cubicBezTo>
                    <a:pt x="2457450" y="1007650"/>
                    <a:pt x="2521744" y="987552"/>
                    <a:pt x="2582037" y="958120"/>
                  </a:cubicBezTo>
                  <a:cubicBezTo>
                    <a:pt x="2648807" y="925449"/>
                    <a:pt x="2710815" y="883349"/>
                    <a:pt x="2760155" y="827723"/>
                  </a:cubicBezTo>
                  <a:cubicBezTo>
                    <a:pt x="2827496" y="751904"/>
                    <a:pt x="2867978" y="657511"/>
                    <a:pt x="2914364" y="567023"/>
                  </a:cubicBezTo>
                  <a:cubicBezTo>
                    <a:pt x="2972753" y="453200"/>
                    <a:pt x="3119152" y="118015"/>
                    <a:pt x="3168301" y="0"/>
                  </a:cubicBezTo>
                </a:path>
              </a:pathLst>
            </a:custGeom>
            <a:noFill/>
            <a:ln w="9525" cap="rnd">
              <a:solidFill>
                <a:schemeClr val="accent2">
                  <a:alpha val="75000"/>
                </a:schemeClr>
              </a:solidFill>
              <a:prstDash val="lgDash"/>
              <a:round/>
            </a:ln>
          </p:spPr>
          <p:txBody>
            <a:bodyPr rtlCol="0" anchor="ctr"/>
            <a:lstStyle/>
            <a:p>
              <a:endParaRPr lang="en-US"/>
            </a:p>
          </p:txBody>
        </p:sp>
        <p:sp>
          <p:nvSpPr>
            <p:cNvPr id="26" name="Freeform: Shape 25">
              <a:extLst>
                <a:ext uri="{FF2B5EF4-FFF2-40B4-BE49-F238E27FC236}">
                  <a16:creationId xmlns:a16="http://schemas.microsoft.com/office/drawing/2014/main" id="{AB2AF0F5-7EAA-4BAB-8DE2-D84E124170FA}"/>
                </a:ext>
              </a:extLst>
            </p:cNvPr>
            <p:cNvSpPr/>
            <p:nvPr/>
          </p:nvSpPr>
          <p:spPr>
            <a:xfrm>
              <a:off x="4704778" y="2976752"/>
              <a:ext cx="3356800" cy="2452020"/>
            </a:xfrm>
            <a:custGeom>
              <a:avLst/>
              <a:gdLst>
                <a:gd name="connsiteX0" fmla="*/ 0 w 3356800"/>
                <a:gd name="connsiteY0" fmla="*/ 2452021 h 2452020"/>
                <a:gd name="connsiteX1" fmla="*/ 130874 w 3356800"/>
                <a:gd name="connsiteY1" fmla="*/ 2247710 h 2452020"/>
                <a:gd name="connsiteX2" fmla="*/ 437197 w 3356800"/>
                <a:gd name="connsiteY2" fmla="*/ 1941195 h 2452020"/>
                <a:gd name="connsiteX3" fmla="*/ 737140 w 3356800"/>
                <a:gd name="connsiteY3" fmla="*/ 1736884 h 2452020"/>
                <a:gd name="connsiteX4" fmla="*/ 1031843 w 3356800"/>
                <a:gd name="connsiteY4" fmla="*/ 1685068 h 2452020"/>
                <a:gd name="connsiteX5" fmla="*/ 1287304 w 3356800"/>
                <a:gd name="connsiteY5" fmla="*/ 1655826 h 2452020"/>
                <a:gd name="connsiteX6" fmla="*/ 1471994 w 3356800"/>
                <a:gd name="connsiteY6" fmla="*/ 1634300 h 2452020"/>
                <a:gd name="connsiteX7" fmla="*/ 1898237 w 3356800"/>
                <a:gd name="connsiteY7" fmla="*/ 1512665 h 2452020"/>
                <a:gd name="connsiteX8" fmla="*/ 2229136 w 3356800"/>
                <a:gd name="connsiteY8" fmla="*/ 1355598 h 2452020"/>
                <a:gd name="connsiteX9" fmla="*/ 2512314 w 3356800"/>
                <a:gd name="connsiteY9" fmla="*/ 1238631 h 2452020"/>
                <a:gd name="connsiteX10" fmla="*/ 2758535 w 3356800"/>
                <a:gd name="connsiteY10" fmla="*/ 1096994 h 2452020"/>
                <a:gd name="connsiteX11" fmla="*/ 2935510 w 3356800"/>
                <a:gd name="connsiteY11" fmla="*/ 919925 h 2452020"/>
                <a:gd name="connsiteX12" fmla="*/ 3081719 w 3356800"/>
                <a:gd name="connsiteY12" fmla="*/ 687419 h 2452020"/>
                <a:gd name="connsiteX13" fmla="*/ 3356800 w 3356800"/>
                <a:gd name="connsiteY13" fmla="*/ 0 h 245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56800" h="2452020">
                  <a:moveTo>
                    <a:pt x="0" y="2452021"/>
                  </a:moveTo>
                  <a:cubicBezTo>
                    <a:pt x="0" y="2452021"/>
                    <a:pt x="57150" y="2344198"/>
                    <a:pt x="130874" y="2247710"/>
                  </a:cubicBezTo>
                  <a:cubicBezTo>
                    <a:pt x="218694" y="2132648"/>
                    <a:pt x="328136" y="2036635"/>
                    <a:pt x="437197" y="1941195"/>
                  </a:cubicBezTo>
                  <a:cubicBezTo>
                    <a:pt x="529304" y="1860709"/>
                    <a:pt x="623030" y="1779556"/>
                    <a:pt x="737140" y="1736884"/>
                  </a:cubicBezTo>
                  <a:cubicBezTo>
                    <a:pt x="830866" y="1701736"/>
                    <a:pt x="932021" y="1695450"/>
                    <a:pt x="1031843" y="1685068"/>
                  </a:cubicBezTo>
                  <a:cubicBezTo>
                    <a:pt x="1117092" y="1676210"/>
                    <a:pt x="1202055" y="1665160"/>
                    <a:pt x="1287304" y="1655826"/>
                  </a:cubicBezTo>
                  <a:cubicBezTo>
                    <a:pt x="1348931" y="1649063"/>
                    <a:pt x="1410653" y="1643539"/>
                    <a:pt x="1471994" y="1634300"/>
                  </a:cubicBezTo>
                  <a:cubicBezTo>
                    <a:pt x="1618679" y="1612011"/>
                    <a:pt x="1761935" y="1571149"/>
                    <a:pt x="1898237" y="1512665"/>
                  </a:cubicBezTo>
                  <a:cubicBezTo>
                    <a:pt x="2010442" y="1464564"/>
                    <a:pt x="2117503" y="1405128"/>
                    <a:pt x="2229136" y="1355598"/>
                  </a:cubicBezTo>
                  <a:cubicBezTo>
                    <a:pt x="2322481" y="1314164"/>
                    <a:pt x="2418969" y="1280160"/>
                    <a:pt x="2512314" y="1238631"/>
                  </a:cubicBezTo>
                  <a:cubicBezTo>
                    <a:pt x="2599087" y="1199960"/>
                    <a:pt x="2683193" y="1154811"/>
                    <a:pt x="2758535" y="1096994"/>
                  </a:cubicBezTo>
                  <a:cubicBezTo>
                    <a:pt x="2825020" y="1046035"/>
                    <a:pt x="2883789" y="985837"/>
                    <a:pt x="2935510" y="919925"/>
                  </a:cubicBezTo>
                  <a:cubicBezTo>
                    <a:pt x="2992184" y="847725"/>
                    <a:pt x="3039904" y="769144"/>
                    <a:pt x="3081719" y="687419"/>
                  </a:cubicBezTo>
                  <a:cubicBezTo>
                    <a:pt x="3138297" y="576739"/>
                    <a:pt x="3314129" y="116776"/>
                    <a:pt x="3356800" y="0"/>
                  </a:cubicBezTo>
                </a:path>
              </a:pathLst>
            </a:custGeom>
            <a:noFill/>
            <a:ln w="9525" cap="rnd">
              <a:solidFill>
                <a:schemeClr val="accent2">
                  <a:alpha val="75000"/>
                </a:schemeClr>
              </a:solidFill>
              <a:prstDash val="lgDash"/>
              <a:round/>
            </a:ln>
          </p:spPr>
          <p:txBody>
            <a:bodyPr rtlCol="0" anchor="ctr"/>
            <a:lstStyle/>
            <a:p>
              <a:endParaRPr lang="en-US"/>
            </a:p>
          </p:txBody>
        </p:sp>
      </p:grpSp>
      <p:sp>
        <p:nvSpPr>
          <p:cNvPr id="2" name="Title Placeholder 1">
            <a:extLst>
              <a:ext uri="{FF2B5EF4-FFF2-40B4-BE49-F238E27FC236}">
                <a16:creationId xmlns:a16="http://schemas.microsoft.com/office/drawing/2014/main" id="{B760C036-BBCE-4F9E-AD56-DD36D4407B2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3A5D7EC-1E6A-473F-B5A4-18CDFB6CF95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F9981C7-34D5-49A4-949D-715FD4BD8FE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lang="en-US" sz="900" kern="1200" cap="all" spc="200" smtClean="0">
                <a:solidFill>
                  <a:schemeClr val="accent1"/>
                </a:solidFill>
                <a:latin typeface="+mn-lt"/>
                <a:ea typeface="+mn-ea"/>
                <a:cs typeface="Segoe UI Semilight" panose="020B0402040204020203" pitchFamily="34" charset="0"/>
              </a:defRPr>
            </a:lvl1pPr>
          </a:lstStyle>
          <a:p>
            <a:fld id="{0DAF61AA-5A98-4049-A93E-477E5505141A}" type="datetimeFigureOut">
              <a:rPr lang="en-US" smtClean="0"/>
              <a:pPr/>
              <a:t>12/6/2024</a:t>
            </a:fld>
            <a:endParaRPr lang="en-US"/>
          </a:p>
        </p:txBody>
      </p:sp>
      <p:sp>
        <p:nvSpPr>
          <p:cNvPr id="5" name="Footer Placeholder 4">
            <a:extLst>
              <a:ext uri="{FF2B5EF4-FFF2-40B4-BE49-F238E27FC236}">
                <a16:creationId xmlns:a16="http://schemas.microsoft.com/office/drawing/2014/main" id="{FA85CE6E-733D-4C60-B40B-C7C10CB5AFB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lang="en-US" sz="900" kern="1200" cap="all" spc="200" dirty="0">
                <a:solidFill>
                  <a:schemeClr val="accent1"/>
                </a:solidFill>
                <a:latin typeface="+mn-lt"/>
                <a:ea typeface="+mn-ea"/>
                <a:cs typeface="Segoe UI Semilight" panose="020B0402040204020203" pitchFamily="34" charset="0"/>
              </a:defRPr>
            </a:lvl1pPr>
          </a:lstStyle>
          <a:p>
            <a:endParaRPr lang="en-US"/>
          </a:p>
        </p:txBody>
      </p:sp>
      <p:sp>
        <p:nvSpPr>
          <p:cNvPr id="6" name="Slide Number Placeholder 5">
            <a:extLst>
              <a:ext uri="{FF2B5EF4-FFF2-40B4-BE49-F238E27FC236}">
                <a16:creationId xmlns:a16="http://schemas.microsoft.com/office/drawing/2014/main" id="{92D80D8B-7909-4114-8EBA-C3086DC62B08}"/>
              </a:ext>
            </a:extLst>
          </p:cNvPr>
          <p:cNvSpPr>
            <a:spLocks noGrp="1"/>
          </p:cNvSpPr>
          <p:nvPr>
            <p:ph type="sldNum" sz="quarter" idx="4"/>
          </p:nvPr>
        </p:nvSpPr>
        <p:spPr>
          <a:xfrm>
            <a:off x="9906000" y="6356350"/>
            <a:ext cx="1447800" cy="365125"/>
          </a:xfrm>
          <a:prstGeom prst="rect">
            <a:avLst/>
          </a:prstGeom>
        </p:spPr>
        <p:txBody>
          <a:bodyPr vert="horz" lIns="91440" tIns="45720" rIns="91440" bIns="45720" rtlCol="0" anchor="ctr"/>
          <a:lstStyle>
            <a:lvl1pPr algn="r">
              <a:defRPr lang="en-US" sz="900" kern="1200" cap="all" spc="200" smtClean="0">
                <a:solidFill>
                  <a:schemeClr val="accent1"/>
                </a:solidFill>
                <a:latin typeface="+mn-lt"/>
                <a:ea typeface="+mn-ea"/>
                <a:cs typeface="Segoe UI Semilight" panose="020B0402040204020203" pitchFamily="34" charset="0"/>
              </a:defRPr>
            </a:lvl1pPr>
          </a:lstStyle>
          <a:p>
            <a:fld id="{73B850FF-6169-4056-8077-06FFA93A5366}" type="slidenum">
              <a:rPr lang="en-US" smtClean="0"/>
              <a:pPr/>
              <a:t>‹#›</a:t>
            </a:fld>
            <a:endParaRPr lang="en-US"/>
          </a:p>
        </p:txBody>
      </p:sp>
    </p:spTree>
    <p:extLst>
      <p:ext uri="{BB962C8B-B14F-4D97-AF65-F5344CB8AC3E}">
        <p14:creationId xmlns:p14="http://schemas.microsoft.com/office/powerpoint/2010/main" val="2000424892"/>
      </p:ext>
    </p:extLst>
  </p:cSld>
  <p:clrMap bg1="lt1" tx1="dk1" bg2="lt2" tx2="dk2" accent1="accent1" accent2="accent2" accent3="accent3" accent4="accent4" accent5="accent5" accent6="accent6" hlink="hlink" folHlink="folHlink"/>
  <p:sldLayoutIdLst>
    <p:sldLayoutId id="2147483681" r:id="rId1"/>
    <p:sldLayoutId id="2147483682" r:id="rId2"/>
    <p:sldLayoutId id="2147483683" r:id="rId3"/>
    <p:sldLayoutId id="2147483684" r:id="rId4"/>
    <p:sldLayoutId id="2147483685" r:id="rId5"/>
    <p:sldLayoutId id="2147483679" r:id="rId6"/>
    <p:sldLayoutId id="2147483675" r:id="rId7"/>
    <p:sldLayoutId id="2147483676" r:id="rId8"/>
    <p:sldLayoutId id="2147483677" r:id="rId9"/>
    <p:sldLayoutId id="2147483678" r:id="rId10"/>
    <p:sldLayoutId id="2147483680" r:id="rId11"/>
  </p:sldLayoutIdLst>
  <p:txStyles>
    <p:titleStyle>
      <a:lvl1pPr algn="l" defTabSz="914400" rtl="0" eaLnBrk="1" latinLnBrk="0" hangingPunct="1">
        <a:lnSpc>
          <a:spcPct val="100000"/>
        </a:lnSpc>
        <a:spcBef>
          <a:spcPct val="0"/>
        </a:spcBef>
        <a:buNone/>
        <a:defRPr sz="4400" kern="1200">
          <a:solidFill>
            <a:schemeClr val="tx2"/>
          </a:solidFill>
          <a:latin typeface="+mj-lt"/>
          <a:ea typeface="+mj-ea"/>
          <a:cs typeface="+mj-cs"/>
        </a:defRPr>
      </a:lvl1pPr>
    </p:titleStyle>
    <p:bodyStyle>
      <a:lvl1pPr marL="228600" indent="-228600" algn="l" defTabSz="914400" rtl="0" eaLnBrk="1" latinLnBrk="0" hangingPunct="1">
        <a:lnSpc>
          <a:spcPct val="110000"/>
        </a:lnSpc>
        <a:spcBef>
          <a:spcPts val="1000"/>
        </a:spcBef>
        <a:buClr>
          <a:schemeClr val="accent5"/>
        </a:buClr>
        <a:buFont typeface="Avenir Next LT Pro" panose="020B0504020202020204" pitchFamily="34" charset="0"/>
        <a:buChar char="+"/>
        <a:defRPr sz="2800" kern="1200">
          <a:solidFill>
            <a:schemeClr val="tx2"/>
          </a:solidFill>
          <a:latin typeface="+mn-lt"/>
          <a:ea typeface="+mn-ea"/>
          <a:cs typeface="+mn-cs"/>
        </a:defRPr>
      </a:lvl1pPr>
      <a:lvl2pPr marL="685800" indent="-228600" algn="l" defTabSz="914400" rtl="0" eaLnBrk="1" latinLnBrk="0" hangingPunct="1">
        <a:lnSpc>
          <a:spcPct val="110000"/>
        </a:lnSpc>
        <a:spcBef>
          <a:spcPts val="500"/>
        </a:spcBef>
        <a:buClr>
          <a:schemeClr val="accent5"/>
        </a:buClr>
        <a:buFont typeface="Avenir Next LT Pro" panose="020B0504020202020204" pitchFamily="34" charset="0"/>
        <a:buChar char="+"/>
        <a:defRPr sz="2400" kern="1200">
          <a:solidFill>
            <a:schemeClr val="tx2"/>
          </a:solidFill>
          <a:latin typeface="+mn-lt"/>
          <a:ea typeface="+mn-ea"/>
          <a:cs typeface="+mn-cs"/>
        </a:defRPr>
      </a:lvl2pPr>
      <a:lvl3pPr marL="1143000" indent="-228600" algn="l" defTabSz="914400" rtl="0" eaLnBrk="1" latinLnBrk="0" hangingPunct="1">
        <a:lnSpc>
          <a:spcPct val="110000"/>
        </a:lnSpc>
        <a:spcBef>
          <a:spcPts val="500"/>
        </a:spcBef>
        <a:buClr>
          <a:schemeClr val="accent5"/>
        </a:buClr>
        <a:buFont typeface="Avenir Next LT Pro" panose="020B0504020202020204" pitchFamily="34" charset="0"/>
        <a:buChar char="+"/>
        <a:defRPr sz="2000" kern="1200">
          <a:solidFill>
            <a:schemeClr val="tx2"/>
          </a:solidFill>
          <a:latin typeface="+mn-lt"/>
          <a:ea typeface="+mn-ea"/>
          <a:cs typeface="+mn-cs"/>
        </a:defRPr>
      </a:lvl3pPr>
      <a:lvl4pPr marL="1600200" indent="-228600" algn="l" defTabSz="914400" rtl="0" eaLnBrk="1" latinLnBrk="0" hangingPunct="1">
        <a:lnSpc>
          <a:spcPct val="110000"/>
        </a:lnSpc>
        <a:spcBef>
          <a:spcPts val="500"/>
        </a:spcBef>
        <a:buClr>
          <a:schemeClr val="accent5"/>
        </a:buClr>
        <a:buFont typeface="Avenir Next LT Pro" panose="020B0504020202020204" pitchFamily="34" charset="0"/>
        <a:buChar char="+"/>
        <a:defRPr sz="1800" kern="1200">
          <a:solidFill>
            <a:schemeClr val="tx2"/>
          </a:solidFill>
          <a:latin typeface="+mn-lt"/>
          <a:ea typeface="+mn-ea"/>
          <a:cs typeface="+mn-cs"/>
        </a:defRPr>
      </a:lvl4pPr>
      <a:lvl5pPr marL="2057400" indent="-228600" algn="l" defTabSz="914400" rtl="0" eaLnBrk="1" latinLnBrk="0" hangingPunct="1">
        <a:lnSpc>
          <a:spcPct val="110000"/>
        </a:lnSpc>
        <a:spcBef>
          <a:spcPts val="500"/>
        </a:spcBef>
        <a:buClr>
          <a:schemeClr val="accent5"/>
        </a:buClr>
        <a:buFont typeface="Avenir Next LT Pro" panose="020B0504020202020204" pitchFamily="34" charset="0"/>
        <a:buChar char="+"/>
        <a:defRPr sz="18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esmmweighless.com/preventable-cost-obesity/" TargetMode="External"/><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hyperlink" Target="https://archive.ics.uci.edu/dataset/544/estimation+of+obesity+levels+based+on+eating+habits+and+physical+condition" TargetMode="Externa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3.svg"/><Relationship Id="rId2" Type="http://schemas.openxmlformats.org/officeDocument/2006/relationships/image" Target="../media/image3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15" name="Rectangle 314">
            <a:extLst>
              <a:ext uri="{FF2B5EF4-FFF2-40B4-BE49-F238E27FC236}">
                <a16:creationId xmlns:a16="http://schemas.microsoft.com/office/drawing/2014/main" id="{247A131F-D5DE-41A5-B4CF-4F345319B4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2"/>
          </a:solid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65000"/>
                  <a:lumOff val="35000"/>
                </a:schemeClr>
              </a:solidFill>
              <a:latin typeface="AvenirNext LT Pro Medium" panose="020B0504020202020204" pitchFamily="34" charset="0"/>
            </a:endParaRPr>
          </a:p>
        </p:txBody>
      </p:sp>
      <p:sp>
        <p:nvSpPr>
          <p:cNvPr id="316" name="Freeform: Shape 315">
            <a:extLst>
              <a:ext uri="{FF2B5EF4-FFF2-40B4-BE49-F238E27FC236}">
                <a16:creationId xmlns:a16="http://schemas.microsoft.com/office/drawing/2014/main" id="{3AF4666D-BD98-40A5-A75F-478B982010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692844" y="-3086"/>
            <a:ext cx="1326111" cy="59760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spcAft>
                <a:spcPts val="600"/>
              </a:spcAft>
            </a:pPr>
            <a:r>
              <a:rPr lang="en-US">
                <a:solidFill>
                  <a:schemeClr val="tx1">
                    <a:lumMod val="65000"/>
                    <a:lumOff val="35000"/>
                  </a:schemeClr>
                </a:solidFill>
                <a:latin typeface="AvenirNext LT Pro Medium" panose="020B0504020202020204" pitchFamily="34" charset="0"/>
              </a:rPr>
              <a:t> </a:t>
            </a:r>
          </a:p>
        </p:txBody>
      </p:sp>
      <p:sp>
        <p:nvSpPr>
          <p:cNvPr id="317" name="Freeform: Shape 316">
            <a:extLst>
              <a:ext uri="{FF2B5EF4-FFF2-40B4-BE49-F238E27FC236}">
                <a16:creationId xmlns:a16="http://schemas.microsoft.com/office/drawing/2014/main" id="{68680585-71F9-4721-A998-4974171D2E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9256" y="6172200"/>
            <a:ext cx="1482102" cy="67936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spcAft>
                <a:spcPts val="600"/>
              </a:spcAft>
            </a:pPr>
            <a:r>
              <a:rPr lang="en-US">
                <a:solidFill>
                  <a:schemeClr val="tx1">
                    <a:lumMod val="65000"/>
                    <a:lumOff val="35000"/>
                  </a:schemeClr>
                </a:solidFill>
                <a:latin typeface="AvenirNext LT Pro Medium" panose="020B0504020202020204" pitchFamily="34" charset="0"/>
              </a:rPr>
              <a:t> </a:t>
            </a:r>
          </a:p>
        </p:txBody>
      </p:sp>
      <p:sp>
        <p:nvSpPr>
          <p:cNvPr id="230" name="Freeform: Shape 229">
            <a:extLst>
              <a:ext uri="{FF2B5EF4-FFF2-40B4-BE49-F238E27FC236}">
                <a16:creationId xmlns:a16="http://schemas.microsoft.com/office/drawing/2014/main" id="{12BC95C2-2EEC-4F59-ABA8-660B0D059C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977352" y="5197178"/>
            <a:ext cx="4211600" cy="1660822"/>
          </a:xfrm>
          <a:custGeom>
            <a:avLst/>
            <a:gdLst>
              <a:gd name="connsiteX0" fmla="*/ 4211600 w 4211600"/>
              <a:gd name="connsiteY0" fmla="*/ 0 h 1660822"/>
              <a:gd name="connsiteX1" fmla="*/ 4211600 w 4211600"/>
              <a:gd name="connsiteY1" fmla="*/ 58430 h 1660822"/>
              <a:gd name="connsiteX2" fmla="*/ 4136524 w 4211600"/>
              <a:gd name="connsiteY2" fmla="*/ 208808 h 1660822"/>
              <a:gd name="connsiteX3" fmla="*/ 3973354 w 4211600"/>
              <a:gd name="connsiteY3" fmla="*/ 437313 h 1660822"/>
              <a:gd name="connsiteX4" fmla="*/ 3884746 w 4211600"/>
              <a:gd name="connsiteY4" fmla="*/ 553613 h 1660822"/>
              <a:gd name="connsiteX5" fmla="*/ 3849435 w 4211600"/>
              <a:gd name="connsiteY5" fmla="*/ 603143 h 1660822"/>
              <a:gd name="connsiteX6" fmla="*/ 3661849 w 4211600"/>
              <a:gd name="connsiteY6" fmla="*/ 819075 h 1660822"/>
              <a:gd name="connsiteX7" fmla="*/ 3402589 w 4211600"/>
              <a:gd name="connsiteY7" fmla="*/ 952996 h 1660822"/>
              <a:gd name="connsiteX8" fmla="*/ 3130202 w 4211600"/>
              <a:gd name="connsiteY8" fmla="*/ 1023386 h 1660822"/>
              <a:gd name="connsiteX9" fmla="*/ 2914657 w 4211600"/>
              <a:gd name="connsiteY9" fmla="*/ 1068058 h 1660822"/>
              <a:gd name="connsiteX10" fmla="*/ 2582149 w 4211600"/>
              <a:gd name="connsiteY10" fmla="*/ 1138924 h 1660822"/>
              <a:gd name="connsiteX11" fmla="*/ 2483958 w 4211600"/>
              <a:gd name="connsiteY11" fmla="*/ 1162356 h 1660822"/>
              <a:gd name="connsiteX12" fmla="*/ 2123750 w 4211600"/>
              <a:gd name="connsiteY12" fmla="*/ 1238651 h 1660822"/>
              <a:gd name="connsiteX13" fmla="*/ 1761444 w 4211600"/>
              <a:gd name="connsiteY13" fmla="*/ 1273417 h 1660822"/>
              <a:gd name="connsiteX14" fmla="*/ 1608382 w 4211600"/>
              <a:gd name="connsiteY14" fmla="*/ 1284466 h 1660822"/>
              <a:gd name="connsiteX15" fmla="*/ 999942 w 4211600"/>
              <a:gd name="connsiteY15" fmla="*/ 1354284 h 1660822"/>
              <a:gd name="connsiteX16" fmla="*/ 484705 w 4211600"/>
              <a:gd name="connsiteY16" fmla="*/ 1450487 h 1660822"/>
              <a:gd name="connsiteX17" fmla="*/ 113310 w 4211600"/>
              <a:gd name="connsiteY17" fmla="*/ 1613700 h 1660822"/>
              <a:gd name="connsiteX18" fmla="*/ 39668 w 4211600"/>
              <a:gd name="connsiteY18" fmla="*/ 1660822 h 1660822"/>
              <a:gd name="connsiteX19" fmla="*/ 0 w 4211600"/>
              <a:gd name="connsiteY19" fmla="*/ 1660822 h 1660822"/>
              <a:gd name="connsiteX20" fmla="*/ 96701 w 4211600"/>
              <a:gd name="connsiteY20" fmla="*/ 1598934 h 1660822"/>
              <a:gd name="connsiteX21" fmla="*/ 474335 w 4211600"/>
              <a:gd name="connsiteY21" fmla="*/ 1433056 h 1660822"/>
              <a:gd name="connsiteX22" fmla="*/ 994299 w 4211600"/>
              <a:gd name="connsiteY22" fmla="*/ 1335806 h 1660822"/>
              <a:gd name="connsiteX23" fmla="*/ 1605231 w 4211600"/>
              <a:gd name="connsiteY23" fmla="*/ 1265702 h 1660822"/>
              <a:gd name="connsiteX24" fmla="*/ 1758819 w 4211600"/>
              <a:gd name="connsiteY24" fmla="*/ 1254558 h 1660822"/>
              <a:gd name="connsiteX25" fmla="*/ 2118106 w 4211600"/>
              <a:gd name="connsiteY25" fmla="*/ 1220077 h 1660822"/>
              <a:gd name="connsiteX26" fmla="*/ 2475557 w 4211600"/>
              <a:gd name="connsiteY26" fmla="*/ 1144353 h 1660822"/>
              <a:gd name="connsiteX27" fmla="*/ 2573878 w 4211600"/>
              <a:gd name="connsiteY27" fmla="*/ 1120827 h 1660822"/>
              <a:gd name="connsiteX28" fmla="*/ 2907437 w 4211600"/>
              <a:gd name="connsiteY28" fmla="*/ 1049675 h 1660822"/>
              <a:gd name="connsiteX29" fmla="*/ 3122589 w 4211600"/>
              <a:gd name="connsiteY29" fmla="*/ 1005098 h 1660822"/>
              <a:gd name="connsiteX30" fmla="*/ 3391169 w 4211600"/>
              <a:gd name="connsiteY30" fmla="*/ 935756 h 1660822"/>
              <a:gd name="connsiteX31" fmla="*/ 3642290 w 4211600"/>
              <a:gd name="connsiteY31" fmla="*/ 806216 h 1660822"/>
              <a:gd name="connsiteX32" fmla="*/ 3825937 w 4211600"/>
              <a:gd name="connsiteY32" fmla="*/ 594475 h 1660822"/>
              <a:gd name="connsiteX33" fmla="*/ 3861381 w 4211600"/>
              <a:gd name="connsiteY33" fmla="*/ 544755 h 1660822"/>
              <a:gd name="connsiteX34" fmla="*/ 3950381 w 4211600"/>
              <a:gd name="connsiteY34" fmla="*/ 427978 h 1660822"/>
              <a:gd name="connsiteX35" fmla="*/ 4112370 w 4211600"/>
              <a:gd name="connsiteY35" fmla="*/ 201378 h 1660822"/>
              <a:gd name="connsiteX36" fmla="*/ 4195989 w 4211600"/>
              <a:gd name="connsiteY36" fmla="*/ 33834 h 1660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4211600" h="1660822">
                <a:moveTo>
                  <a:pt x="4211600" y="0"/>
                </a:moveTo>
                <a:lnTo>
                  <a:pt x="4211600" y="58430"/>
                </a:lnTo>
                <a:lnTo>
                  <a:pt x="4136524" y="208808"/>
                </a:lnTo>
                <a:cubicBezTo>
                  <a:pt x="4089791" y="287770"/>
                  <a:pt x="4030588" y="363780"/>
                  <a:pt x="3973354" y="437313"/>
                </a:cubicBezTo>
                <a:cubicBezTo>
                  <a:pt x="3943819" y="475222"/>
                  <a:pt x="3913231" y="514465"/>
                  <a:pt x="3884746" y="553613"/>
                </a:cubicBezTo>
                <a:cubicBezTo>
                  <a:pt x="3872801" y="569996"/>
                  <a:pt x="3861119" y="586569"/>
                  <a:pt x="3849435" y="603143"/>
                </a:cubicBezTo>
                <a:cubicBezTo>
                  <a:pt x="3796665" y="678009"/>
                  <a:pt x="3742187" y="755352"/>
                  <a:pt x="3661849" y="819075"/>
                </a:cubicBezTo>
                <a:cubicBezTo>
                  <a:pt x="3596214" y="871176"/>
                  <a:pt x="3509050" y="916230"/>
                  <a:pt x="3402589" y="952996"/>
                </a:cubicBezTo>
                <a:cubicBezTo>
                  <a:pt x="3312406" y="984048"/>
                  <a:pt x="3215660" y="1005003"/>
                  <a:pt x="3130202" y="1023386"/>
                </a:cubicBezTo>
                <a:cubicBezTo>
                  <a:pt x="3058529" y="1038816"/>
                  <a:pt x="2985412" y="1053675"/>
                  <a:pt x="2914657" y="1068058"/>
                </a:cubicBezTo>
                <a:cubicBezTo>
                  <a:pt x="2805176" y="1090251"/>
                  <a:pt x="2692021" y="1113207"/>
                  <a:pt x="2582149" y="1138924"/>
                </a:cubicBezTo>
                <a:cubicBezTo>
                  <a:pt x="2549330" y="1146639"/>
                  <a:pt x="2516644" y="1154450"/>
                  <a:pt x="2483958" y="1162356"/>
                </a:cubicBezTo>
                <a:cubicBezTo>
                  <a:pt x="2367257" y="1190550"/>
                  <a:pt x="2246621" y="1219601"/>
                  <a:pt x="2123750" y="1238651"/>
                </a:cubicBezTo>
                <a:cubicBezTo>
                  <a:pt x="2004294" y="1257129"/>
                  <a:pt x="1880769" y="1265416"/>
                  <a:pt x="1761444" y="1273417"/>
                </a:cubicBezTo>
                <a:cubicBezTo>
                  <a:pt x="1711167" y="1276751"/>
                  <a:pt x="1659184" y="1280275"/>
                  <a:pt x="1608382" y="1284466"/>
                </a:cubicBezTo>
                <a:cubicBezTo>
                  <a:pt x="1408589" y="1300944"/>
                  <a:pt x="1214570" y="1325805"/>
                  <a:pt x="999942" y="1354284"/>
                </a:cubicBezTo>
                <a:cubicBezTo>
                  <a:pt x="826403" y="1377240"/>
                  <a:pt x="647744" y="1400957"/>
                  <a:pt x="484705" y="1450487"/>
                </a:cubicBezTo>
                <a:cubicBezTo>
                  <a:pt x="355831" y="1489635"/>
                  <a:pt x="231387" y="1544374"/>
                  <a:pt x="113310" y="1613700"/>
                </a:cubicBezTo>
                <a:lnTo>
                  <a:pt x="39668" y="1660822"/>
                </a:lnTo>
                <a:lnTo>
                  <a:pt x="0" y="1660822"/>
                </a:lnTo>
                <a:lnTo>
                  <a:pt x="96701" y="1598934"/>
                </a:lnTo>
                <a:cubicBezTo>
                  <a:pt x="216635" y="1528533"/>
                  <a:pt x="343196" y="1472919"/>
                  <a:pt x="474335" y="1433056"/>
                </a:cubicBezTo>
                <a:cubicBezTo>
                  <a:pt x="639999" y="1382669"/>
                  <a:pt x="820102" y="1358856"/>
                  <a:pt x="994299" y="1335806"/>
                </a:cubicBezTo>
                <a:cubicBezTo>
                  <a:pt x="1210239" y="1307231"/>
                  <a:pt x="1404650" y="1282275"/>
                  <a:pt x="1605231" y="1265702"/>
                </a:cubicBezTo>
                <a:cubicBezTo>
                  <a:pt x="1656428" y="1261511"/>
                  <a:pt x="1708411" y="1257987"/>
                  <a:pt x="1758819" y="1254558"/>
                </a:cubicBezTo>
                <a:cubicBezTo>
                  <a:pt x="1877487" y="1246557"/>
                  <a:pt x="2000094" y="1238365"/>
                  <a:pt x="2118106" y="1220077"/>
                </a:cubicBezTo>
                <a:cubicBezTo>
                  <a:pt x="2239531" y="1201313"/>
                  <a:pt x="2359513" y="1172357"/>
                  <a:pt x="2475557" y="1144353"/>
                </a:cubicBezTo>
                <a:cubicBezTo>
                  <a:pt x="2508243" y="1136448"/>
                  <a:pt x="2541060" y="1128542"/>
                  <a:pt x="2573878" y="1120827"/>
                </a:cubicBezTo>
                <a:cubicBezTo>
                  <a:pt x="2684276" y="1094919"/>
                  <a:pt x="2797694" y="1071963"/>
                  <a:pt x="2907437" y="1049675"/>
                </a:cubicBezTo>
                <a:cubicBezTo>
                  <a:pt x="2978061" y="1035387"/>
                  <a:pt x="3051178" y="1020528"/>
                  <a:pt x="3122589" y="1005098"/>
                </a:cubicBezTo>
                <a:cubicBezTo>
                  <a:pt x="3206997" y="986810"/>
                  <a:pt x="3302823" y="966141"/>
                  <a:pt x="3391169" y="935756"/>
                </a:cubicBezTo>
                <a:cubicBezTo>
                  <a:pt x="3494479" y="900132"/>
                  <a:pt x="3578886" y="856508"/>
                  <a:pt x="3642290" y="806216"/>
                </a:cubicBezTo>
                <a:cubicBezTo>
                  <a:pt x="3720133" y="744303"/>
                  <a:pt x="3773953" y="668103"/>
                  <a:pt x="3825937" y="594475"/>
                </a:cubicBezTo>
                <a:cubicBezTo>
                  <a:pt x="3837621" y="577902"/>
                  <a:pt x="3849435" y="561233"/>
                  <a:pt x="3861381" y="544755"/>
                </a:cubicBezTo>
                <a:cubicBezTo>
                  <a:pt x="3889997" y="505416"/>
                  <a:pt x="3920715" y="465983"/>
                  <a:pt x="3950381" y="427978"/>
                </a:cubicBezTo>
                <a:cubicBezTo>
                  <a:pt x="4007353" y="354921"/>
                  <a:pt x="4066163" y="279388"/>
                  <a:pt x="4112370" y="201378"/>
                </a:cubicBezTo>
                <a:cubicBezTo>
                  <a:pt x="4144662" y="146800"/>
                  <a:pt x="4170785" y="89364"/>
                  <a:pt x="4195989" y="33834"/>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318" name="Graphic 141">
            <a:extLst>
              <a:ext uri="{FF2B5EF4-FFF2-40B4-BE49-F238E27FC236}">
                <a16:creationId xmlns:a16="http://schemas.microsoft.com/office/drawing/2014/main" id="{03E9870D-4BBA-43AF-8D44-BBADF020CFF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849" y="15178"/>
            <a:ext cx="2198951" cy="3331254"/>
            <a:chOff x="4473129" y="923925"/>
            <a:chExt cx="3308947" cy="5012817"/>
          </a:xfrm>
          <a:noFill/>
        </p:grpSpPr>
        <p:sp>
          <p:nvSpPr>
            <p:cNvPr id="319" name="Freeform: Shape 318">
              <a:extLst>
                <a:ext uri="{FF2B5EF4-FFF2-40B4-BE49-F238E27FC236}">
                  <a16:creationId xmlns:a16="http://schemas.microsoft.com/office/drawing/2014/main" id="{34BC5055-C77D-43CD-BB1D-A77B6779CD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85988" y="924020"/>
              <a:ext cx="3296088" cy="5012722"/>
            </a:xfrm>
            <a:custGeom>
              <a:avLst/>
              <a:gdLst>
                <a:gd name="connsiteX0" fmla="*/ 0 w 3296088"/>
                <a:gd name="connsiteY0" fmla="*/ 5012722 h 5012722"/>
                <a:gd name="connsiteX1" fmla="*/ 244031 w 3296088"/>
                <a:gd name="connsiteY1" fmla="*/ 4820222 h 5012722"/>
                <a:gd name="connsiteX2" fmla="*/ 729234 w 3296088"/>
                <a:gd name="connsiteY2" fmla="*/ 4360641 h 5012722"/>
                <a:gd name="connsiteX3" fmla="*/ 881444 w 3296088"/>
                <a:gd name="connsiteY3" fmla="*/ 4173950 h 5012722"/>
                <a:gd name="connsiteX4" fmla="*/ 1151287 w 3296088"/>
                <a:gd name="connsiteY4" fmla="*/ 3972877 h 5012722"/>
                <a:gd name="connsiteX5" fmla="*/ 1498664 w 3296088"/>
                <a:gd name="connsiteY5" fmla="*/ 3786188 h 5012722"/>
                <a:gd name="connsiteX6" fmla="*/ 1716881 w 3296088"/>
                <a:gd name="connsiteY6" fmla="*/ 3674174 h 5012722"/>
                <a:gd name="connsiteX7" fmla="*/ 1913573 w 3296088"/>
                <a:gd name="connsiteY7" fmla="*/ 3477387 h 5012722"/>
                <a:gd name="connsiteX8" fmla="*/ 2167700 w 3296088"/>
                <a:gd name="connsiteY8" fmla="*/ 3042190 h 5012722"/>
                <a:gd name="connsiteX9" fmla="*/ 2273903 w 3296088"/>
                <a:gd name="connsiteY9" fmla="*/ 2775014 h 5012722"/>
                <a:gd name="connsiteX10" fmla="*/ 2463356 w 3296088"/>
                <a:gd name="connsiteY10" fmla="*/ 2335530 h 5012722"/>
                <a:gd name="connsiteX11" fmla="*/ 2741866 w 3296088"/>
                <a:gd name="connsiteY11" fmla="*/ 1982248 h 5012722"/>
                <a:gd name="connsiteX12" fmla="*/ 2985897 w 3296088"/>
                <a:gd name="connsiteY12" fmla="*/ 1634681 h 5012722"/>
                <a:gd name="connsiteX13" fmla="*/ 3212687 w 3296088"/>
                <a:gd name="connsiteY13" fmla="*/ 1226820 h 5012722"/>
                <a:gd name="connsiteX14" fmla="*/ 3281553 w 3296088"/>
                <a:gd name="connsiteY14" fmla="*/ 959644 h 5012722"/>
                <a:gd name="connsiteX15" fmla="*/ 3295936 w 3296088"/>
                <a:gd name="connsiteY15" fmla="*/ 701135 h 5012722"/>
                <a:gd name="connsiteX16" fmla="*/ 3267266 w 3296088"/>
                <a:gd name="connsiteY16" fmla="*/ 436817 h 5012722"/>
                <a:gd name="connsiteX17" fmla="*/ 3105341 w 3296088"/>
                <a:gd name="connsiteY17" fmla="*/ 0 h 501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296088" h="5012722">
                  <a:moveTo>
                    <a:pt x="0" y="5012722"/>
                  </a:moveTo>
                  <a:cubicBezTo>
                    <a:pt x="81820" y="4949095"/>
                    <a:pt x="163544" y="4885468"/>
                    <a:pt x="244031" y="4820222"/>
                  </a:cubicBezTo>
                  <a:cubicBezTo>
                    <a:pt x="417671" y="4679633"/>
                    <a:pt x="589883" y="4535139"/>
                    <a:pt x="729234" y="4360641"/>
                  </a:cubicBezTo>
                  <a:cubicBezTo>
                    <a:pt x="779431" y="4297776"/>
                    <a:pt x="825818" y="4231958"/>
                    <a:pt x="881444" y="4173950"/>
                  </a:cubicBezTo>
                  <a:cubicBezTo>
                    <a:pt x="959358" y="4092607"/>
                    <a:pt x="1054799" y="4031075"/>
                    <a:pt x="1151287" y="3972877"/>
                  </a:cubicBezTo>
                  <a:cubicBezTo>
                    <a:pt x="1263968" y="3904964"/>
                    <a:pt x="1379315" y="3841337"/>
                    <a:pt x="1498664" y="3786188"/>
                  </a:cubicBezTo>
                  <a:cubicBezTo>
                    <a:pt x="1573149" y="3751802"/>
                    <a:pt x="1649159" y="3720179"/>
                    <a:pt x="1716881" y="3674174"/>
                  </a:cubicBezTo>
                  <a:cubicBezTo>
                    <a:pt x="1794034" y="3621691"/>
                    <a:pt x="1856708" y="3551492"/>
                    <a:pt x="1913573" y="3477387"/>
                  </a:cubicBezTo>
                  <a:cubicBezTo>
                    <a:pt x="2016157" y="3343751"/>
                    <a:pt x="2099024" y="3196114"/>
                    <a:pt x="2167700" y="3042190"/>
                  </a:cubicBezTo>
                  <a:cubicBezTo>
                    <a:pt x="2206752" y="2954655"/>
                    <a:pt x="2241233" y="2865215"/>
                    <a:pt x="2273903" y="2775014"/>
                  </a:cubicBezTo>
                  <a:cubicBezTo>
                    <a:pt x="2328482" y="2624423"/>
                    <a:pt x="2379440" y="2471642"/>
                    <a:pt x="2463356" y="2335530"/>
                  </a:cubicBezTo>
                  <a:cubicBezTo>
                    <a:pt x="2542127" y="2207705"/>
                    <a:pt x="2647855" y="2099501"/>
                    <a:pt x="2741866" y="1982248"/>
                  </a:cubicBezTo>
                  <a:cubicBezTo>
                    <a:pt x="2830449" y="1871758"/>
                    <a:pt x="2908554" y="1753362"/>
                    <a:pt x="2985897" y="1634681"/>
                  </a:cubicBezTo>
                  <a:cubicBezTo>
                    <a:pt x="3071146" y="1503902"/>
                    <a:pt x="3156395" y="1372172"/>
                    <a:pt x="3212687" y="1226820"/>
                  </a:cubicBezTo>
                  <a:cubicBezTo>
                    <a:pt x="3246025" y="1140809"/>
                    <a:pt x="3268790" y="1051084"/>
                    <a:pt x="3281553" y="959644"/>
                  </a:cubicBezTo>
                  <a:cubicBezTo>
                    <a:pt x="3293555" y="874014"/>
                    <a:pt x="3296888" y="787527"/>
                    <a:pt x="3295936" y="701135"/>
                  </a:cubicBezTo>
                  <a:cubicBezTo>
                    <a:pt x="3294888" y="612172"/>
                    <a:pt x="3289268" y="523018"/>
                    <a:pt x="3267266" y="436817"/>
                  </a:cubicBezTo>
                  <a:cubicBezTo>
                    <a:pt x="3227832" y="282416"/>
                    <a:pt x="3105341" y="0"/>
                    <a:pt x="3105341" y="0"/>
                  </a:cubicBezTo>
                </a:path>
              </a:pathLst>
            </a:custGeom>
            <a:noFill/>
            <a:ln w="9525" cap="rnd">
              <a:solidFill>
                <a:schemeClr val="accent2">
                  <a:alpha val="75000"/>
                </a:schemeClr>
              </a:solidFill>
              <a:prstDash val="lgDash"/>
              <a:round/>
            </a:ln>
          </p:spPr>
          <p:txBody>
            <a:bodyPr rtlCol="0" anchor="ctr"/>
            <a:lstStyle/>
            <a:p>
              <a:endParaRPr lang="en-US"/>
            </a:p>
          </p:txBody>
        </p:sp>
        <p:sp>
          <p:nvSpPr>
            <p:cNvPr id="320" name="Freeform: Shape 319">
              <a:extLst>
                <a:ext uri="{FF2B5EF4-FFF2-40B4-BE49-F238E27FC236}">
                  <a16:creationId xmlns:a16="http://schemas.microsoft.com/office/drawing/2014/main" id="{DB12D0B8-9385-489A-85AE-3D14AD0BA2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73129" y="923925"/>
              <a:ext cx="2977477" cy="4627149"/>
            </a:xfrm>
            <a:custGeom>
              <a:avLst/>
              <a:gdLst>
                <a:gd name="connsiteX0" fmla="*/ 0 w 2977477"/>
                <a:gd name="connsiteY0" fmla="*/ 4627150 h 4627149"/>
                <a:gd name="connsiteX1" fmla="*/ 275082 w 2977477"/>
                <a:gd name="connsiteY1" fmla="*/ 4341590 h 4627149"/>
                <a:gd name="connsiteX2" fmla="*/ 502825 w 2977477"/>
                <a:gd name="connsiteY2" fmla="*/ 4054126 h 4627149"/>
                <a:gd name="connsiteX3" fmla="*/ 666179 w 2977477"/>
                <a:gd name="connsiteY3" fmla="*/ 3890677 h 4627149"/>
                <a:gd name="connsiteX4" fmla="*/ 864203 w 2977477"/>
                <a:gd name="connsiteY4" fmla="*/ 3675983 h 4627149"/>
                <a:gd name="connsiteX5" fmla="*/ 982599 w 2977477"/>
                <a:gd name="connsiteY5" fmla="*/ 3557492 h 4627149"/>
                <a:gd name="connsiteX6" fmla="*/ 1188244 w 2977477"/>
                <a:gd name="connsiteY6" fmla="*/ 3329654 h 4627149"/>
                <a:gd name="connsiteX7" fmla="*/ 1344740 w 2977477"/>
                <a:gd name="connsiteY7" fmla="*/ 3146774 h 4627149"/>
                <a:gd name="connsiteX8" fmla="*/ 1470755 w 2977477"/>
                <a:gd name="connsiteY8" fmla="*/ 2984659 h 4627149"/>
                <a:gd name="connsiteX9" fmla="*/ 1657636 w 2977477"/>
                <a:gd name="connsiteY9" fmla="*/ 2670239 h 4627149"/>
                <a:gd name="connsiteX10" fmla="*/ 1762887 w 2977477"/>
                <a:gd name="connsiteY10" fmla="*/ 2473547 h 4627149"/>
                <a:gd name="connsiteX11" fmla="*/ 1866710 w 2977477"/>
                <a:gd name="connsiteY11" fmla="*/ 2290667 h 4627149"/>
                <a:gd name="connsiteX12" fmla="*/ 2106263 w 2977477"/>
                <a:gd name="connsiteY12" fmla="*/ 2030254 h 4627149"/>
                <a:gd name="connsiteX13" fmla="*/ 2277237 w 2977477"/>
                <a:gd name="connsiteY13" fmla="*/ 1859185 h 4627149"/>
                <a:gd name="connsiteX14" fmla="*/ 2499455 w 2977477"/>
                <a:gd name="connsiteY14" fmla="*/ 1656207 h 4627149"/>
                <a:gd name="connsiteX15" fmla="*/ 2707100 w 2977477"/>
                <a:gd name="connsiteY15" fmla="*/ 1390269 h 4627149"/>
                <a:gd name="connsiteX16" fmla="*/ 2812352 w 2977477"/>
                <a:gd name="connsiteY16" fmla="*/ 1230916 h 4627149"/>
                <a:gd name="connsiteX17" fmla="*/ 2898172 w 2977477"/>
                <a:gd name="connsiteY17" fmla="*/ 1036987 h 4627149"/>
                <a:gd name="connsiteX18" fmla="*/ 2963228 w 2977477"/>
                <a:gd name="connsiteY18" fmla="*/ 850011 h 4627149"/>
                <a:gd name="connsiteX19" fmla="*/ 2977325 w 2977477"/>
                <a:gd name="connsiteY19" fmla="*/ 745427 h 4627149"/>
                <a:gd name="connsiteX20" fmla="*/ 2929509 w 2977477"/>
                <a:gd name="connsiteY20" fmla="*/ 480155 h 4627149"/>
                <a:gd name="connsiteX21" fmla="*/ 2563082 w 2977477"/>
                <a:gd name="connsiteY21" fmla="*/ 0 h 4627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77477" h="4627149">
                  <a:moveTo>
                    <a:pt x="0" y="4627150"/>
                  </a:moveTo>
                  <a:cubicBezTo>
                    <a:pt x="79820" y="4552283"/>
                    <a:pt x="203835" y="4424648"/>
                    <a:pt x="275082" y="4341590"/>
                  </a:cubicBezTo>
                  <a:cubicBezTo>
                    <a:pt x="354711" y="4248722"/>
                    <a:pt x="421005" y="4145090"/>
                    <a:pt x="502825" y="4054126"/>
                  </a:cubicBezTo>
                  <a:cubicBezTo>
                    <a:pt x="554355" y="3996881"/>
                    <a:pt x="612362" y="3945827"/>
                    <a:pt x="666179" y="3890677"/>
                  </a:cubicBezTo>
                  <a:cubicBezTo>
                    <a:pt x="734187" y="3821049"/>
                    <a:pt x="796671" y="3746183"/>
                    <a:pt x="864203" y="3675983"/>
                  </a:cubicBezTo>
                  <a:cubicBezTo>
                    <a:pt x="902875" y="3635788"/>
                    <a:pt x="943642" y="3597593"/>
                    <a:pt x="982599" y="3557492"/>
                  </a:cubicBezTo>
                  <a:cubicBezTo>
                    <a:pt x="1053941" y="3484150"/>
                    <a:pt x="1121378" y="3407093"/>
                    <a:pt x="1188244" y="3329654"/>
                  </a:cubicBezTo>
                  <a:cubicBezTo>
                    <a:pt x="1240631" y="3268885"/>
                    <a:pt x="1293495" y="3208496"/>
                    <a:pt x="1344740" y="3146774"/>
                  </a:cubicBezTo>
                  <a:cubicBezTo>
                    <a:pt x="1388459" y="3094101"/>
                    <a:pt x="1431512" y="3040761"/>
                    <a:pt x="1470755" y="2984659"/>
                  </a:cubicBezTo>
                  <a:cubicBezTo>
                    <a:pt x="1540764" y="2884646"/>
                    <a:pt x="1598771" y="2777109"/>
                    <a:pt x="1657636" y="2670239"/>
                  </a:cubicBezTo>
                  <a:cubicBezTo>
                    <a:pt x="1693545" y="2605088"/>
                    <a:pt x="1728502" y="2539460"/>
                    <a:pt x="1762887" y="2473547"/>
                  </a:cubicBezTo>
                  <a:cubicBezTo>
                    <a:pt x="1795367" y="2411349"/>
                    <a:pt x="1826419" y="2348103"/>
                    <a:pt x="1866710" y="2290667"/>
                  </a:cubicBezTo>
                  <a:cubicBezTo>
                    <a:pt x="1934623" y="2193893"/>
                    <a:pt x="2022729" y="2114169"/>
                    <a:pt x="2106263" y="2030254"/>
                  </a:cubicBezTo>
                  <a:cubicBezTo>
                    <a:pt x="2163128" y="1973104"/>
                    <a:pt x="2218182" y="1914049"/>
                    <a:pt x="2277237" y="1859185"/>
                  </a:cubicBezTo>
                  <a:cubicBezTo>
                    <a:pt x="2350770" y="1790891"/>
                    <a:pt x="2430304" y="1728978"/>
                    <a:pt x="2499455" y="1656207"/>
                  </a:cubicBezTo>
                  <a:cubicBezTo>
                    <a:pt x="2576989" y="1574578"/>
                    <a:pt x="2641568" y="1481900"/>
                    <a:pt x="2707100" y="1390269"/>
                  </a:cubicBezTo>
                  <a:cubicBezTo>
                    <a:pt x="2744153" y="1338453"/>
                    <a:pt x="2781586" y="1286732"/>
                    <a:pt x="2812352" y="1230916"/>
                  </a:cubicBezTo>
                  <a:cubicBezTo>
                    <a:pt x="2846546" y="1168908"/>
                    <a:pt x="2872550" y="1102900"/>
                    <a:pt x="2898172" y="1036987"/>
                  </a:cubicBezTo>
                  <a:cubicBezTo>
                    <a:pt x="2922175" y="975455"/>
                    <a:pt x="2948273" y="914305"/>
                    <a:pt x="2963228" y="850011"/>
                  </a:cubicBezTo>
                  <a:cubicBezTo>
                    <a:pt x="2971229" y="815626"/>
                    <a:pt x="2976563" y="780764"/>
                    <a:pt x="2977325" y="745427"/>
                  </a:cubicBezTo>
                  <a:cubicBezTo>
                    <a:pt x="2979230" y="654844"/>
                    <a:pt x="2963323" y="564261"/>
                    <a:pt x="2929509" y="480155"/>
                  </a:cubicBezTo>
                  <a:cubicBezTo>
                    <a:pt x="2851309" y="285655"/>
                    <a:pt x="2563082" y="0"/>
                    <a:pt x="2563082" y="0"/>
                  </a:cubicBezTo>
                </a:path>
              </a:pathLst>
            </a:custGeom>
            <a:noFill/>
            <a:ln w="9525" cap="rnd">
              <a:solidFill>
                <a:schemeClr val="accent2">
                  <a:alpha val="75000"/>
                </a:schemeClr>
              </a:solidFill>
              <a:prstDash val="lgDash"/>
              <a:round/>
            </a:ln>
          </p:spPr>
          <p:txBody>
            <a:bodyPr rtlCol="0" anchor="ctr"/>
            <a:lstStyle/>
            <a:p>
              <a:endParaRPr lang="en-US"/>
            </a:p>
          </p:txBody>
        </p:sp>
        <p:sp>
          <p:nvSpPr>
            <p:cNvPr id="321" name="Freeform: Shape 320">
              <a:extLst>
                <a:ext uri="{FF2B5EF4-FFF2-40B4-BE49-F238E27FC236}">
                  <a16:creationId xmlns:a16="http://schemas.microsoft.com/office/drawing/2014/main" id="{D158A14A-147E-4130-A5E2-38FD84B181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94561" y="923925"/>
              <a:ext cx="2356712" cy="4118991"/>
            </a:xfrm>
            <a:custGeom>
              <a:avLst/>
              <a:gdLst>
                <a:gd name="connsiteX0" fmla="*/ 1707071 w 2356712"/>
                <a:gd name="connsiteY0" fmla="*/ 0 h 4118991"/>
                <a:gd name="connsiteX1" fmla="*/ 1824514 w 2356712"/>
                <a:gd name="connsiteY1" fmla="*/ 244697 h 4118991"/>
                <a:gd name="connsiteX2" fmla="*/ 1908715 w 2356712"/>
                <a:gd name="connsiteY2" fmla="*/ 328994 h 4118991"/>
                <a:gd name="connsiteX3" fmla="*/ 2226469 w 2356712"/>
                <a:gd name="connsiteY3" fmla="*/ 603695 h 4118991"/>
                <a:gd name="connsiteX4" fmla="*/ 2355628 w 2356712"/>
                <a:gd name="connsiteY4" fmla="*/ 900494 h 4118991"/>
                <a:gd name="connsiteX5" fmla="*/ 2281428 w 2356712"/>
                <a:gd name="connsiteY5" fmla="*/ 1206913 h 4118991"/>
                <a:gd name="connsiteX6" fmla="*/ 2092452 w 2356712"/>
                <a:gd name="connsiteY6" fmla="*/ 1460659 h 4118991"/>
                <a:gd name="connsiteX7" fmla="*/ 1834039 w 2356712"/>
                <a:gd name="connsiteY7" fmla="*/ 1625822 h 4118991"/>
                <a:gd name="connsiteX8" fmla="*/ 1558862 w 2356712"/>
                <a:gd name="connsiteY8" fmla="*/ 1743075 h 4118991"/>
                <a:gd name="connsiteX9" fmla="*/ 1386554 w 2356712"/>
                <a:gd name="connsiteY9" fmla="*/ 1869948 h 4118991"/>
                <a:gd name="connsiteX10" fmla="*/ 1271683 w 2356712"/>
                <a:gd name="connsiteY10" fmla="*/ 2073402 h 4118991"/>
                <a:gd name="connsiteX11" fmla="*/ 1178338 w 2356712"/>
                <a:gd name="connsiteY11" fmla="*/ 2355914 h 4118991"/>
                <a:gd name="connsiteX12" fmla="*/ 1113758 w 2356712"/>
                <a:gd name="connsiteY12" fmla="*/ 2578513 h 4118991"/>
                <a:gd name="connsiteX13" fmla="*/ 1034796 w 2356712"/>
                <a:gd name="connsiteY13" fmla="*/ 2834640 h 4118991"/>
                <a:gd name="connsiteX14" fmla="*/ 905637 w 2356712"/>
                <a:gd name="connsiteY14" fmla="*/ 3081242 h 4118991"/>
                <a:gd name="connsiteX15" fmla="*/ 793147 w 2356712"/>
                <a:gd name="connsiteY15" fmla="*/ 3258407 h 4118991"/>
                <a:gd name="connsiteX16" fmla="*/ 546735 w 2356712"/>
                <a:gd name="connsiteY16" fmla="*/ 3571970 h 4118991"/>
                <a:gd name="connsiteX17" fmla="*/ 346996 w 2356712"/>
                <a:gd name="connsiteY17" fmla="*/ 3771900 h 4118991"/>
                <a:gd name="connsiteX18" fmla="*/ 174689 w 2356712"/>
                <a:gd name="connsiteY18" fmla="*/ 3944207 h 4118991"/>
                <a:gd name="connsiteX19" fmla="*/ 0 w 2356712"/>
                <a:gd name="connsiteY19" fmla="*/ 4118991 h 4118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356712" h="4118991">
                  <a:moveTo>
                    <a:pt x="1707071" y="0"/>
                  </a:moveTo>
                  <a:cubicBezTo>
                    <a:pt x="1715357" y="22098"/>
                    <a:pt x="1812608" y="224409"/>
                    <a:pt x="1824514" y="244697"/>
                  </a:cubicBezTo>
                  <a:cubicBezTo>
                    <a:pt x="1844802" y="279273"/>
                    <a:pt x="1876996" y="304324"/>
                    <a:pt x="1908715" y="328994"/>
                  </a:cubicBezTo>
                  <a:cubicBezTo>
                    <a:pt x="2019967" y="415195"/>
                    <a:pt x="2137886" y="494633"/>
                    <a:pt x="2226469" y="603695"/>
                  </a:cubicBezTo>
                  <a:cubicBezTo>
                    <a:pt x="2296287" y="689610"/>
                    <a:pt x="2347817" y="790480"/>
                    <a:pt x="2355628" y="900494"/>
                  </a:cubicBezTo>
                  <a:cubicBezTo>
                    <a:pt x="2363248" y="1007078"/>
                    <a:pt x="2329910" y="1111187"/>
                    <a:pt x="2281428" y="1206913"/>
                  </a:cubicBezTo>
                  <a:cubicBezTo>
                    <a:pt x="2233422" y="1301877"/>
                    <a:pt x="2170938" y="1388936"/>
                    <a:pt x="2092452" y="1460659"/>
                  </a:cubicBezTo>
                  <a:cubicBezTo>
                    <a:pt x="2016538" y="1530001"/>
                    <a:pt x="1927765" y="1583436"/>
                    <a:pt x="1834039" y="1625822"/>
                  </a:cubicBezTo>
                  <a:cubicBezTo>
                    <a:pt x="1743075" y="1666970"/>
                    <a:pt x="1647730" y="1697736"/>
                    <a:pt x="1558862" y="1743075"/>
                  </a:cubicBezTo>
                  <a:cubicBezTo>
                    <a:pt x="1494758" y="1775841"/>
                    <a:pt x="1434275" y="1816132"/>
                    <a:pt x="1386554" y="1869948"/>
                  </a:cubicBezTo>
                  <a:cubicBezTo>
                    <a:pt x="1334548" y="1928622"/>
                    <a:pt x="1300544" y="2000345"/>
                    <a:pt x="1271683" y="2073402"/>
                  </a:cubicBezTo>
                  <a:cubicBezTo>
                    <a:pt x="1235202" y="2165699"/>
                    <a:pt x="1206722" y="2260759"/>
                    <a:pt x="1178338" y="2355914"/>
                  </a:cubicBezTo>
                  <a:cubicBezTo>
                    <a:pt x="1156240" y="2429923"/>
                    <a:pt x="1134237" y="2504028"/>
                    <a:pt x="1113758" y="2578513"/>
                  </a:cubicBezTo>
                  <a:cubicBezTo>
                    <a:pt x="1090041" y="2664714"/>
                    <a:pt x="1068134" y="2751678"/>
                    <a:pt x="1034796" y="2834640"/>
                  </a:cubicBezTo>
                  <a:cubicBezTo>
                    <a:pt x="1000125" y="2920841"/>
                    <a:pt x="953643" y="3001613"/>
                    <a:pt x="905637" y="3081242"/>
                  </a:cubicBezTo>
                  <a:cubicBezTo>
                    <a:pt x="869442" y="3141155"/>
                    <a:pt x="832295" y="3200400"/>
                    <a:pt x="793147" y="3258407"/>
                  </a:cubicBezTo>
                  <a:cubicBezTo>
                    <a:pt x="718661" y="3368802"/>
                    <a:pt x="637223" y="3474434"/>
                    <a:pt x="546735" y="3571970"/>
                  </a:cubicBezTo>
                  <a:cubicBezTo>
                    <a:pt x="482632" y="3641027"/>
                    <a:pt x="414147" y="3705797"/>
                    <a:pt x="346996" y="3771900"/>
                  </a:cubicBezTo>
                  <a:cubicBezTo>
                    <a:pt x="288989" y="3828764"/>
                    <a:pt x="232029" y="3886676"/>
                    <a:pt x="174689" y="3944207"/>
                  </a:cubicBezTo>
                  <a:cubicBezTo>
                    <a:pt x="116586" y="4002596"/>
                    <a:pt x="58293" y="4060698"/>
                    <a:pt x="0" y="4118991"/>
                  </a:cubicBezTo>
                </a:path>
              </a:pathLst>
            </a:custGeom>
            <a:noFill/>
            <a:ln w="9525" cap="rnd">
              <a:solidFill>
                <a:schemeClr val="accent2">
                  <a:alpha val="75000"/>
                </a:schemeClr>
              </a:solidFill>
              <a:prstDash val="lgDash"/>
              <a:round/>
            </a:ln>
          </p:spPr>
          <p:txBody>
            <a:bodyPr rtlCol="0" anchor="ctr"/>
            <a:lstStyle/>
            <a:p>
              <a:endParaRPr lang="en-US"/>
            </a:p>
          </p:txBody>
        </p:sp>
        <p:sp>
          <p:nvSpPr>
            <p:cNvPr id="322" name="Freeform: Shape 321">
              <a:extLst>
                <a:ext uri="{FF2B5EF4-FFF2-40B4-BE49-F238E27FC236}">
                  <a16:creationId xmlns:a16="http://schemas.microsoft.com/office/drawing/2014/main" id="{75B8B1EB-5E2B-472C-AE60-2EC5961F16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73129" y="923925"/>
              <a:ext cx="2059193" cy="3980116"/>
            </a:xfrm>
            <a:custGeom>
              <a:avLst/>
              <a:gdLst>
                <a:gd name="connsiteX0" fmla="*/ 0 w 2059193"/>
                <a:gd name="connsiteY0" fmla="*/ 3980116 h 3980116"/>
                <a:gd name="connsiteX1" fmla="*/ 471583 w 2059193"/>
                <a:gd name="connsiteY1" fmla="*/ 3515678 h 3980116"/>
                <a:gd name="connsiteX2" fmla="*/ 758666 w 2059193"/>
                <a:gd name="connsiteY2" fmla="*/ 3163824 h 3980116"/>
                <a:gd name="connsiteX3" fmla="*/ 940499 w 2059193"/>
                <a:gd name="connsiteY3" fmla="*/ 2780824 h 3980116"/>
                <a:gd name="connsiteX4" fmla="*/ 1055370 w 2059193"/>
                <a:gd name="connsiteY4" fmla="*/ 2242185 h 3980116"/>
                <a:gd name="connsiteX5" fmla="*/ 1136714 w 2059193"/>
                <a:gd name="connsiteY5" fmla="*/ 1878330 h 3980116"/>
                <a:gd name="connsiteX6" fmla="*/ 1246727 w 2059193"/>
                <a:gd name="connsiteY6" fmla="*/ 1562386 h 3980116"/>
                <a:gd name="connsiteX7" fmla="*/ 1378363 w 2059193"/>
                <a:gd name="connsiteY7" fmla="*/ 1430750 h 3980116"/>
                <a:gd name="connsiteX8" fmla="*/ 1691831 w 2059193"/>
                <a:gd name="connsiteY8" fmla="*/ 1394841 h 3980116"/>
                <a:gd name="connsiteX9" fmla="*/ 1914335 w 2059193"/>
                <a:gd name="connsiteY9" fmla="*/ 1323023 h 3980116"/>
                <a:gd name="connsiteX10" fmla="*/ 2055495 w 2059193"/>
                <a:gd name="connsiteY10" fmla="*/ 1098042 h 3980116"/>
                <a:gd name="connsiteX11" fmla="*/ 2033969 w 2059193"/>
                <a:gd name="connsiteY11" fmla="*/ 930497 h 3980116"/>
                <a:gd name="connsiteX12" fmla="*/ 1885664 w 2059193"/>
                <a:gd name="connsiteY12" fmla="*/ 760571 h 3980116"/>
                <a:gd name="connsiteX13" fmla="*/ 1636871 w 2059193"/>
                <a:gd name="connsiteY13" fmla="*/ 612172 h 3980116"/>
                <a:gd name="connsiteX14" fmla="*/ 1335405 w 2059193"/>
                <a:gd name="connsiteY14" fmla="*/ 459010 h 3980116"/>
                <a:gd name="connsiteX15" fmla="*/ 1234916 w 2059193"/>
                <a:gd name="connsiteY15" fmla="*/ 269939 h 3980116"/>
                <a:gd name="connsiteX16" fmla="*/ 1386935 w 2059193"/>
                <a:gd name="connsiteY16" fmla="*/ 0 h 39801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9193" h="3980116">
                  <a:moveTo>
                    <a:pt x="0" y="3980116"/>
                  </a:moveTo>
                  <a:cubicBezTo>
                    <a:pt x="91345" y="3889534"/>
                    <a:pt x="382715" y="3608737"/>
                    <a:pt x="471583" y="3515678"/>
                  </a:cubicBezTo>
                  <a:cubicBezTo>
                    <a:pt x="576358" y="3405949"/>
                    <a:pt x="675989" y="3290983"/>
                    <a:pt x="758666" y="3163824"/>
                  </a:cubicBezTo>
                  <a:cubicBezTo>
                    <a:pt x="836105" y="3044857"/>
                    <a:pt x="897445" y="2916079"/>
                    <a:pt x="940499" y="2780824"/>
                  </a:cubicBezTo>
                  <a:cubicBezTo>
                    <a:pt x="996315" y="2605754"/>
                    <a:pt x="1020985" y="2422874"/>
                    <a:pt x="1055370" y="2242185"/>
                  </a:cubicBezTo>
                  <a:cubicBezTo>
                    <a:pt x="1078611" y="2120075"/>
                    <a:pt x="1107472" y="1999107"/>
                    <a:pt x="1136714" y="1878330"/>
                  </a:cubicBezTo>
                  <a:cubicBezTo>
                    <a:pt x="1163098" y="1769174"/>
                    <a:pt x="1189482" y="1658588"/>
                    <a:pt x="1246727" y="1562386"/>
                  </a:cubicBezTo>
                  <a:cubicBezTo>
                    <a:pt x="1279208" y="1507808"/>
                    <a:pt x="1321689" y="1459039"/>
                    <a:pt x="1378363" y="1430750"/>
                  </a:cubicBezTo>
                  <a:cubicBezTo>
                    <a:pt x="1473327" y="1383221"/>
                    <a:pt x="1584865" y="1402652"/>
                    <a:pt x="1691831" y="1394841"/>
                  </a:cubicBezTo>
                  <a:cubicBezTo>
                    <a:pt x="1771079" y="1389031"/>
                    <a:pt x="1849279" y="1368266"/>
                    <a:pt x="1914335" y="1323023"/>
                  </a:cubicBezTo>
                  <a:cubicBezTo>
                    <a:pt x="1989963" y="1270445"/>
                    <a:pt x="2041493" y="1189101"/>
                    <a:pt x="2055495" y="1098042"/>
                  </a:cubicBezTo>
                  <a:cubicBezTo>
                    <a:pt x="2064258" y="1041178"/>
                    <a:pt x="2057591" y="982980"/>
                    <a:pt x="2033969" y="930497"/>
                  </a:cubicBezTo>
                  <a:cubicBezTo>
                    <a:pt x="2002727" y="861060"/>
                    <a:pt x="1945958" y="807625"/>
                    <a:pt x="1885664" y="760571"/>
                  </a:cubicBezTo>
                  <a:cubicBezTo>
                    <a:pt x="1809179" y="700945"/>
                    <a:pt x="1725549" y="651415"/>
                    <a:pt x="1636871" y="612172"/>
                  </a:cubicBezTo>
                  <a:cubicBezTo>
                    <a:pt x="1532763" y="566071"/>
                    <a:pt x="1421606" y="532543"/>
                    <a:pt x="1335405" y="459010"/>
                  </a:cubicBezTo>
                  <a:cubicBezTo>
                    <a:pt x="1277969" y="409956"/>
                    <a:pt x="1232059" y="344615"/>
                    <a:pt x="1234916" y="269939"/>
                  </a:cubicBezTo>
                  <a:cubicBezTo>
                    <a:pt x="1237012" y="211741"/>
                    <a:pt x="1386935" y="0"/>
                    <a:pt x="1386935" y="0"/>
                  </a:cubicBezTo>
                </a:path>
              </a:pathLst>
            </a:custGeom>
            <a:noFill/>
            <a:ln w="9525" cap="rnd">
              <a:solidFill>
                <a:schemeClr val="accent2">
                  <a:alpha val="75000"/>
                </a:schemeClr>
              </a:solidFill>
              <a:prstDash val="lgDash"/>
              <a:round/>
            </a:ln>
          </p:spPr>
          <p:txBody>
            <a:bodyPr rtlCol="0" anchor="ctr"/>
            <a:lstStyle/>
            <a:p>
              <a:endParaRPr lang="en-US"/>
            </a:p>
          </p:txBody>
        </p:sp>
        <p:sp>
          <p:nvSpPr>
            <p:cNvPr id="323" name="Freeform: Shape 322">
              <a:extLst>
                <a:ext uri="{FF2B5EF4-FFF2-40B4-BE49-F238E27FC236}">
                  <a16:creationId xmlns:a16="http://schemas.microsoft.com/office/drawing/2014/main" id="{B4F5BD77-58D7-4B61-A666-1B4139A63A2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85131" y="1719357"/>
              <a:ext cx="743796" cy="2867501"/>
            </a:xfrm>
            <a:custGeom>
              <a:avLst/>
              <a:gdLst>
                <a:gd name="connsiteX0" fmla="*/ 11144 w 743796"/>
                <a:gd name="connsiteY0" fmla="*/ 0 h 2867501"/>
                <a:gd name="connsiteX1" fmla="*/ 353663 w 743796"/>
                <a:gd name="connsiteY1" fmla="*/ 55245 h 2867501"/>
                <a:gd name="connsiteX2" fmla="*/ 571405 w 743796"/>
                <a:gd name="connsiteY2" fmla="*/ 179737 h 2867501"/>
                <a:gd name="connsiteX3" fmla="*/ 688658 w 743796"/>
                <a:gd name="connsiteY3" fmla="*/ 368808 h 2867501"/>
                <a:gd name="connsiteX4" fmla="*/ 731711 w 743796"/>
                <a:gd name="connsiteY4" fmla="*/ 612934 h 2867501"/>
                <a:gd name="connsiteX5" fmla="*/ 725233 w 743796"/>
                <a:gd name="connsiteY5" fmla="*/ 995648 h 2867501"/>
                <a:gd name="connsiteX6" fmla="*/ 742855 w 743796"/>
                <a:gd name="connsiteY6" fmla="*/ 1499330 h 2867501"/>
                <a:gd name="connsiteX7" fmla="*/ 707898 w 743796"/>
                <a:gd name="connsiteY7" fmla="*/ 1793081 h 2867501"/>
                <a:gd name="connsiteX8" fmla="*/ 633222 w 743796"/>
                <a:gd name="connsiteY8" fmla="*/ 2073592 h 2867501"/>
                <a:gd name="connsiteX9" fmla="*/ 404527 w 743796"/>
                <a:gd name="connsiteY9" fmla="*/ 2472404 h 2867501"/>
                <a:gd name="connsiteX10" fmla="*/ 0 w 743796"/>
                <a:gd name="connsiteY10" fmla="*/ 2867501 h 2867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3796" h="2867501">
                  <a:moveTo>
                    <a:pt x="11144" y="0"/>
                  </a:moveTo>
                  <a:cubicBezTo>
                    <a:pt x="101060" y="2953"/>
                    <a:pt x="268796" y="25146"/>
                    <a:pt x="353663" y="55245"/>
                  </a:cubicBezTo>
                  <a:cubicBezTo>
                    <a:pt x="433483" y="83534"/>
                    <a:pt x="510635" y="120967"/>
                    <a:pt x="571405" y="179737"/>
                  </a:cubicBezTo>
                  <a:cubicBezTo>
                    <a:pt x="625412" y="231934"/>
                    <a:pt x="663607" y="297942"/>
                    <a:pt x="688658" y="368808"/>
                  </a:cubicBezTo>
                  <a:cubicBezTo>
                    <a:pt x="716375" y="447103"/>
                    <a:pt x="727996" y="529876"/>
                    <a:pt x="731711" y="612934"/>
                  </a:cubicBezTo>
                  <a:cubicBezTo>
                    <a:pt x="737426" y="740474"/>
                    <a:pt x="724948" y="867918"/>
                    <a:pt x="725233" y="995648"/>
                  </a:cubicBezTo>
                  <a:cubicBezTo>
                    <a:pt x="725710" y="1163765"/>
                    <a:pt x="748665" y="1331309"/>
                    <a:pt x="742855" y="1499330"/>
                  </a:cubicBezTo>
                  <a:cubicBezTo>
                    <a:pt x="739426" y="1598009"/>
                    <a:pt x="725996" y="1696022"/>
                    <a:pt x="707898" y="1793081"/>
                  </a:cubicBezTo>
                  <a:cubicBezTo>
                    <a:pt x="690086" y="1888426"/>
                    <a:pt x="666845" y="1982724"/>
                    <a:pt x="633222" y="2073592"/>
                  </a:cubicBezTo>
                  <a:cubicBezTo>
                    <a:pt x="579692" y="2218182"/>
                    <a:pt x="499682" y="2351056"/>
                    <a:pt x="404527" y="2472404"/>
                  </a:cubicBezTo>
                  <a:cubicBezTo>
                    <a:pt x="266033" y="2648902"/>
                    <a:pt x="179642" y="2732818"/>
                    <a:pt x="0" y="2867501"/>
                  </a:cubicBezTo>
                </a:path>
              </a:pathLst>
            </a:custGeom>
            <a:noFill/>
            <a:ln w="9525" cap="rnd">
              <a:solidFill>
                <a:schemeClr val="accent2">
                  <a:alpha val="75000"/>
                </a:schemeClr>
              </a:solidFill>
              <a:prstDash val="lgDash"/>
              <a:round/>
            </a:ln>
          </p:spPr>
          <p:txBody>
            <a:bodyPr rtlCol="0" anchor="ctr"/>
            <a:lstStyle/>
            <a:p>
              <a:endParaRPr lang="en-US"/>
            </a:p>
          </p:txBody>
        </p:sp>
        <p:sp>
          <p:nvSpPr>
            <p:cNvPr id="324" name="Freeform: Shape 323">
              <a:extLst>
                <a:ext uri="{FF2B5EF4-FFF2-40B4-BE49-F238E27FC236}">
                  <a16:creationId xmlns:a16="http://schemas.microsoft.com/office/drawing/2014/main" id="{F5CBEC6B-EDB6-40B8-8771-E5AF41B8D69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73129" y="1912731"/>
              <a:ext cx="597294" cy="2543540"/>
            </a:xfrm>
            <a:custGeom>
              <a:avLst/>
              <a:gdLst>
                <a:gd name="connsiteX0" fmla="*/ 16478 w 597294"/>
                <a:gd name="connsiteY0" fmla="*/ 2079 h 2543540"/>
                <a:gd name="connsiteX1" fmla="*/ 299847 w 597294"/>
                <a:gd name="connsiteY1" fmla="*/ 53991 h 2543540"/>
                <a:gd name="connsiteX2" fmla="*/ 503206 w 597294"/>
                <a:gd name="connsiteY2" fmla="*/ 291354 h 2543540"/>
                <a:gd name="connsiteX3" fmla="*/ 525113 w 597294"/>
                <a:gd name="connsiteY3" fmla="*/ 724265 h 2543540"/>
                <a:gd name="connsiteX4" fmla="*/ 578930 w 597294"/>
                <a:gd name="connsiteY4" fmla="*/ 1117267 h 2543540"/>
                <a:gd name="connsiteX5" fmla="*/ 592931 w 597294"/>
                <a:gd name="connsiteY5" fmla="*/ 1476359 h 2543540"/>
                <a:gd name="connsiteX6" fmla="*/ 503206 w 597294"/>
                <a:gd name="connsiteY6" fmla="*/ 1859359 h 2543540"/>
                <a:gd name="connsiteX7" fmla="*/ 291846 w 597294"/>
                <a:gd name="connsiteY7" fmla="*/ 2250361 h 2543540"/>
                <a:gd name="connsiteX8" fmla="*/ 0 w 597294"/>
                <a:gd name="connsiteY8" fmla="*/ 2543540 h 25435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7294" h="2543540">
                  <a:moveTo>
                    <a:pt x="16478" y="2079"/>
                  </a:moveTo>
                  <a:cubicBezTo>
                    <a:pt x="101441" y="-6684"/>
                    <a:pt x="224885" y="12557"/>
                    <a:pt x="299847" y="53991"/>
                  </a:cubicBezTo>
                  <a:cubicBezTo>
                    <a:pt x="394240" y="106092"/>
                    <a:pt x="468440" y="189341"/>
                    <a:pt x="503206" y="291354"/>
                  </a:cubicBezTo>
                  <a:cubicBezTo>
                    <a:pt x="550069" y="429085"/>
                    <a:pt x="520827" y="577770"/>
                    <a:pt x="525113" y="724265"/>
                  </a:cubicBezTo>
                  <a:cubicBezTo>
                    <a:pt x="529019" y="856472"/>
                    <a:pt x="561118" y="986012"/>
                    <a:pt x="578930" y="1117267"/>
                  </a:cubicBezTo>
                  <a:cubicBezTo>
                    <a:pt x="595122" y="1236234"/>
                    <a:pt x="602742" y="1356630"/>
                    <a:pt x="592931" y="1476359"/>
                  </a:cubicBezTo>
                  <a:cubicBezTo>
                    <a:pt x="582073" y="1607709"/>
                    <a:pt x="549783" y="1736011"/>
                    <a:pt x="503206" y="1859359"/>
                  </a:cubicBezTo>
                  <a:cubicBezTo>
                    <a:pt x="450628" y="1998710"/>
                    <a:pt x="383857" y="2133298"/>
                    <a:pt x="291846" y="2250361"/>
                  </a:cubicBezTo>
                  <a:cubicBezTo>
                    <a:pt x="231553" y="2327132"/>
                    <a:pt x="73819" y="2479532"/>
                    <a:pt x="0" y="2543540"/>
                  </a:cubicBezTo>
                </a:path>
              </a:pathLst>
            </a:custGeom>
            <a:noFill/>
            <a:ln w="9525" cap="rnd">
              <a:solidFill>
                <a:schemeClr val="accent2">
                  <a:alpha val="75000"/>
                </a:schemeClr>
              </a:solidFill>
              <a:prstDash val="lgDash"/>
              <a:round/>
            </a:ln>
          </p:spPr>
          <p:txBody>
            <a:bodyPr rtlCol="0" anchor="ctr"/>
            <a:lstStyle/>
            <a:p>
              <a:endParaRPr lang="en-US"/>
            </a:p>
          </p:txBody>
        </p:sp>
        <p:sp>
          <p:nvSpPr>
            <p:cNvPr id="239" name="Freeform: Shape 238">
              <a:extLst>
                <a:ext uri="{FF2B5EF4-FFF2-40B4-BE49-F238E27FC236}">
                  <a16:creationId xmlns:a16="http://schemas.microsoft.com/office/drawing/2014/main" id="{91BD0EE8-AA47-4044-9251-9F5A4B8201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91417" y="2227197"/>
              <a:ext cx="389425" cy="2011236"/>
            </a:xfrm>
            <a:custGeom>
              <a:avLst/>
              <a:gdLst>
                <a:gd name="connsiteX0" fmla="*/ 0 w 389425"/>
                <a:gd name="connsiteY0" fmla="*/ 33 h 2011236"/>
                <a:gd name="connsiteX1" fmla="*/ 171260 w 389425"/>
                <a:gd name="connsiteY1" fmla="*/ 60326 h 2011236"/>
                <a:gd name="connsiteX2" fmla="*/ 211455 w 389425"/>
                <a:gd name="connsiteY2" fmla="*/ 221204 h 2011236"/>
                <a:gd name="connsiteX3" fmla="*/ 243078 w 389425"/>
                <a:gd name="connsiteY3" fmla="*/ 448089 h 2011236"/>
                <a:gd name="connsiteX4" fmla="*/ 346424 w 389425"/>
                <a:gd name="connsiteY4" fmla="*/ 789941 h 2011236"/>
                <a:gd name="connsiteX5" fmla="*/ 372237 w 389425"/>
                <a:gd name="connsiteY5" fmla="*/ 942151 h 2011236"/>
                <a:gd name="connsiteX6" fmla="*/ 386620 w 389425"/>
                <a:gd name="connsiteY6" fmla="*/ 1272478 h 2011236"/>
                <a:gd name="connsiteX7" fmla="*/ 280416 w 389425"/>
                <a:gd name="connsiteY7" fmla="*/ 1660241 h 2011236"/>
                <a:gd name="connsiteX8" fmla="*/ 151257 w 389425"/>
                <a:gd name="connsiteY8" fmla="*/ 1844073 h 2011236"/>
                <a:gd name="connsiteX9" fmla="*/ 1905 w 389425"/>
                <a:gd name="connsiteY9" fmla="*/ 2011237 h 2011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9425" h="2011236">
                  <a:moveTo>
                    <a:pt x="0" y="33"/>
                  </a:moveTo>
                  <a:cubicBezTo>
                    <a:pt x="57912" y="-824"/>
                    <a:pt x="136112" y="14892"/>
                    <a:pt x="171260" y="60326"/>
                  </a:cubicBezTo>
                  <a:cubicBezTo>
                    <a:pt x="205645" y="104903"/>
                    <a:pt x="207740" y="164244"/>
                    <a:pt x="211455" y="221204"/>
                  </a:cubicBezTo>
                  <a:cubicBezTo>
                    <a:pt x="216408" y="297594"/>
                    <a:pt x="225838" y="373604"/>
                    <a:pt x="243078" y="448089"/>
                  </a:cubicBezTo>
                  <a:cubicBezTo>
                    <a:pt x="269939" y="564199"/>
                    <a:pt x="319183" y="673927"/>
                    <a:pt x="346424" y="789941"/>
                  </a:cubicBezTo>
                  <a:cubicBezTo>
                    <a:pt x="358235" y="840043"/>
                    <a:pt x="365951" y="891097"/>
                    <a:pt x="372237" y="942151"/>
                  </a:cubicBezTo>
                  <a:cubicBezTo>
                    <a:pt x="385858" y="1051784"/>
                    <a:pt x="394049" y="1162274"/>
                    <a:pt x="386620" y="1272478"/>
                  </a:cubicBezTo>
                  <a:cubicBezTo>
                    <a:pt x="377476" y="1407828"/>
                    <a:pt x="344996" y="1541178"/>
                    <a:pt x="280416" y="1660241"/>
                  </a:cubicBezTo>
                  <a:cubicBezTo>
                    <a:pt x="244602" y="1726249"/>
                    <a:pt x="199358" y="1786352"/>
                    <a:pt x="151257" y="1844073"/>
                  </a:cubicBezTo>
                  <a:cubicBezTo>
                    <a:pt x="79534" y="1930084"/>
                    <a:pt x="89345" y="1941419"/>
                    <a:pt x="1905" y="2011237"/>
                  </a:cubicBezTo>
                </a:path>
              </a:pathLst>
            </a:custGeom>
            <a:noFill/>
            <a:ln w="9525" cap="rnd">
              <a:solidFill>
                <a:schemeClr val="accent2">
                  <a:alpha val="75000"/>
                </a:schemeClr>
              </a:solidFill>
              <a:prstDash val="lgDash"/>
              <a:round/>
            </a:ln>
          </p:spPr>
          <p:txBody>
            <a:bodyPr rtlCol="0" anchor="ctr"/>
            <a:lstStyle/>
            <a:p>
              <a:endParaRPr lang="en-US"/>
            </a:p>
          </p:txBody>
        </p:sp>
      </p:grpSp>
      <p:grpSp>
        <p:nvGrpSpPr>
          <p:cNvPr id="325" name="Graphic 157">
            <a:extLst>
              <a:ext uri="{FF2B5EF4-FFF2-40B4-BE49-F238E27FC236}">
                <a16:creationId xmlns:a16="http://schemas.microsoft.com/office/drawing/2014/main" id="{C3279E8D-2BAA-4CB1-834B-09FADD54DE5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610600" y="3276600"/>
            <a:ext cx="3529260" cy="3581398"/>
            <a:chOff x="4114800" y="1423987"/>
            <a:chExt cx="3961542" cy="4007547"/>
          </a:xfrm>
          <a:noFill/>
        </p:grpSpPr>
        <p:sp>
          <p:nvSpPr>
            <p:cNvPr id="326" name="Freeform: Shape 325">
              <a:extLst>
                <a:ext uri="{FF2B5EF4-FFF2-40B4-BE49-F238E27FC236}">
                  <a16:creationId xmlns:a16="http://schemas.microsoft.com/office/drawing/2014/main" id="{3456F18E-4F61-486D-9CD6-65B30372C5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14800" y="1423987"/>
              <a:ext cx="3946874" cy="3989641"/>
            </a:xfrm>
            <a:custGeom>
              <a:avLst/>
              <a:gdLst>
                <a:gd name="connsiteX0" fmla="*/ 0 w 3946874"/>
                <a:gd name="connsiteY0" fmla="*/ 3989641 h 3989641"/>
                <a:gd name="connsiteX1" fmla="*/ 79439 w 3946874"/>
                <a:gd name="connsiteY1" fmla="*/ 3891153 h 3989641"/>
                <a:gd name="connsiteX2" fmla="*/ 297371 w 3946874"/>
                <a:gd name="connsiteY2" fmla="*/ 3626930 h 3989641"/>
                <a:gd name="connsiteX3" fmla="*/ 454343 w 3946874"/>
                <a:gd name="connsiteY3" fmla="*/ 3440335 h 3989641"/>
                <a:gd name="connsiteX4" fmla="*/ 622363 w 3946874"/>
                <a:gd name="connsiteY4" fmla="*/ 3290697 h 3989641"/>
                <a:gd name="connsiteX5" fmla="*/ 927068 w 3946874"/>
                <a:gd name="connsiteY5" fmla="*/ 3087434 h 3989641"/>
                <a:gd name="connsiteX6" fmla="*/ 1176338 w 3946874"/>
                <a:gd name="connsiteY6" fmla="*/ 2915603 h 3989641"/>
                <a:gd name="connsiteX7" fmla="*/ 1394270 w 3946874"/>
                <a:gd name="connsiteY7" fmla="*/ 2780729 h 3989641"/>
                <a:gd name="connsiteX8" fmla="*/ 1601057 w 3946874"/>
                <a:gd name="connsiteY8" fmla="*/ 2723483 h 3989641"/>
                <a:gd name="connsiteX9" fmla="*/ 1756220 w 3946874"/>
                <a:gd name="connsiteY9" fmla="*/ 2743772 h 3989641"/>
                <a:gd name="connsiteX10" fmla="*/ 1889189 w 3946874"/>
                <a:gd name="connsiteY10" fmla="*/ 2765965 h 3989641"/>
                <a:gd name="connsiteX11" fmla="*/ 2007394 w 3946874"/>
                <a:gd name="connsiteY11" fmla="*/ 2765965 h 3989641"/>
                <a:gd name="connsiteX12" fmla="*/ 2184654 w 3946874"/>
                <a:gd name="connsiteY12" fmla="*/ 2671763 h 3989641"/>
                <a:gd name="connsiteX13" fmla="*/ 2372773 w 3946874"/>
                <a:gd name="connsiteY13" fmla="*/ 2538984 h 3989641"/>
                <a:gd name="connsiteX14" fmla="*/ 2439543 w 3946874"/>
                <a:gd name="connsiteY14" fmla="*/ 2510504 h 3989641"/>
                <a:gd name="connsiteX15" fmla="*/ 2650617 w 3946874"/>
                <a:gd name="connsiteY15" fmla="*/ 2434781 h 3989641"/>
                <a:gd name="connsiteX16" fmla="*/ 2785110 w 3946874"/>
                <a:gd name="connsiteY16" fmla="*/ 2383060 h 3989641"/>
                <a:gd name="connsiteX17" fmla="*/ 2897315 w 3946874"/>
                <a:gd name="connsiteY17" fmla="*/ 2318861 h 3989641"/>
                <a:gd name="connsiteX18" fmla="*/ 2997994 w 3946874"/>
                <a:gd name="connsiteY18" fmla="*/ 2226183 h 3989641"/>
                <a:gd name="connsiteX19" fmla="*/ 3061240 w 3946874"/>
                <a:gd name="connsiteY19" fmla="*/ 2141506 h 3989641"/>
                <a:gd name="connsiteX20" fmla="*/ 3152108 w 3946874"/>
                <a:gd name="connsiteY20" fmla="*/ 2005203 h 3989641"/>
                <a:gd name="connsiteX21" fmla="*/ 3274124 w 3946874"/>
                <a:gd name="connsiteY21" fmla="*/ 1871567 h 3989641"/>
                <a:gd name="connsiteX22" fmla="*/ 3388138 w 3946874"/>
                <a:gd name="connsiteY22" fmla="*/ 1770888 h 3989641"/>
                <a:gd name="connsiteX23" fmla="*/ 3466529 w 3946874"/>
                <a:gd name="connsiteY23" fmla="*/ 1679162 h 3989641"/>
                <a:gd name="connsiteX24" fmla="*/ 3538633 w 3946874"/>
                <a:gd name="connsiteY24" fmla="*/ 1551718 h 3989641"/>
                <a:gd name="connsiteX25" fmla="*/ 3588544 w 3946874"/>
                <a:gd name="connsiteY25" fmla="*/ 1376172 h 3989641"/>
                <a:gd name="connsiteX26" fmla="*/ 3597402 w 3946874"/>
                <a:gd name="connsiteY26" fmla="*/ 1293305 h 3989641"/>
                <a:gd name="connsiteX27" fmla="*/ 3721227 w 3946874"/>
                <a:gd name="connsiteY27" fmla="*/ 880491 h 3989641"/>
                <a:gd name="connsiteX28" fmla="*/ 3761137 w 3946874"/>
                <a:gd name="connsiteY28" fmla="*/ 463677 h 3989641"/>
                <a:gd name="connsiteX29" fmla="*/ 3946874 w 3946874"/>
                <a:gd name="connsiteY29" fmla="*/ 0 h 3989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3946874" h="3989641">
                  <a:moveTo>
                    <a:pt x="0" y="3989641"/>
                  </a:moveTo>
                  <a:cubicBezTo>
                    <a:pt x="19050" y="3957257"/>
                    <a:pt x="50959" y="3916013"/>
                    <a:pt x="79439" y="3891153"/>
                  </a:cubicBezTo>
                  <a:cubicBezTo>
                    <a:pt x="165544" y="3815906"/>
                    <a:pt x="227933" y="3717989"/>
                    <a:pt x="297371" y="3626930"/>
                  </a:cubicBezTo>
                  <a:cubicBezTo>
                    <a:pt x="346615" y="3562255"/>
                    <a:pt x="398050" y="3499009"/>
                    <a:pt x="454343" y="3440335"/>
                  </a:cubicBezTo>
                  <a:cubicBezTo>
                    <a:pt x="506349" y="3386042"/>
                    <a:pt x="562642" y="3336227"/>
                    <a:pt x="622363" y="3290697"/>
                  </a:cubicBezTo>
                  <a:cubicBezTo>
                    <a:pt x="719519" y="3216688"/>
                    <a:pt x="824960" y="3154585"/>
                    <a:pt x="927068" y="3087434"/>
                  </a:cubicBezTo>
                  <a:cubicBezTo>
                    <a:pt x="1011365" y="3031998"/>
                    <a:pt x="1093565" y="2973324"/>
                    <a:pt x="1176338" y="2915603"/>
                  </a:cubicBezTo>
                  <a:cubicBezTo>
                    <a:pt x="1246537" y="2866644"/>
                    <a:pt x="1317308" y="2818066"/>
                    <a:pt x="1394270" y="2780729"/>
                  </a:cubicBezTo>
                  <a:cubicBezTo>
                    <a:pt x="1459421" y="2749106"/>
                    <a:pt x="1528763" y="2724436"/>
                    <a:pt x="1601057" y="2723483"/>
                  </a:cubicBezTo>
                  <a:cubicBezTo>
                    <a:pt x="1653350" y="2722721"/>
                    <a:pt x="1704785" y="2733485"/>
                    <a:pt x="1756220" y="2743772"/>
                  </a:cubicBezTo>
                  <a:cubicBezTo>
                    <a:pt x="1800320" y="2752630"/>
                    <a:pt x="1844612" y="2760250"/>
                    <a:pt x="1889189" y="2765965"/>
                  </a:cubicBezTo>
                  <a:cubicBezTo>
                    <a:pt x="1928622" y="2771013"/>
                    <a:pt x="1968437" y="2773299"/>
                    <a:pt x="2007394" y="2765965"/>
                  </a:cubicBezTo>
                  <a:cubicBezTo>
                    <a:pt x="2073878" y="2753487"/>
                    <a:pt x="2130647" y="2712911"/>
                    <a:pt x="2184654" y="2671763"/>
                  </a:cubicBezTo>
                  <a:cubicBezTo>
                    <a:pt x="2245900" y="2625090"/>
                    <a:pt x="2304002" y="2573465"/>
                    <a:pt x="2372773" y="2538984"/>
                  </a:cubicBezTo>
                  <a:cubicBezTo>
                    <a:pt x="2394395" y="2528126"/>
                    <a:pt x="2416874" y="2518982"/>
                    <a:pt x="2439543" y="2510504"/>
                  </a:cubicBezTo>
                  <a:cubicBezTo>
                    <a:pt x="2509552" y="2484215"/>
                    <a:pt x="2580037" y="2459450"/>
                    <a:pt x="2650617" y="2434781"/>
                  </a:cubicBezTo>
                  <a:cubicBezTo>
                    <a:pt x="2695956" y="2418874"/>
                    <a:pt x="2741295" y="2402872"/>
                    <a:pt x="2785110" y="2383060"/>
                  </a:cubicBezTo>
                  <a:cubicBezTo>
                    <a:pt x="2824448" y="2365248"/>
                    <a:pt x="2862358" y="2344198"/>
                    <a:pt x="2897315" y="2318861"/>
                  </a:cubicBezTo>
                  <a:cubicBezTo>
                    <a:pt x="2934367" y="2292096"/>
                    <a:pt x="2968085" y="2260854"/>
                    <a:pt x="2997994" y="2226183"/>
                  </a:cubicBezTo>
                  <a:cubicBezTo>
                    <a:pt x="3020949" y="2199513"/>
                    <a:pt x="3041714" y="2170938"/>
                    <a:pt x="3061240" y="2141506"/>
                  </a:cubicBezTo>
                  <a:cubicBezTo>
                    <a:pt x="3091529" y="2095976"/>
                    <a:pt x="3119533" y="2049018"/>
                    <a:pt x="3152108" y="2005203"/>
                  </a:cubicBezTo>
                  <a:cubicBezTo>
                    <a:pt x="3188113" y="1956626"/>
                    <a:pt x="3229261" y="1912144"/>
                    <a:pt x="3274124" y="1871567"/>
                  </a:cubicBezTo>
                  <a:cubicBezTo>
                    <a:pt x="3311747" y="1837563"/>
                    <a:pt x="3351848" y="1806321"/>
                    <a:pt x="3388138" y="1770888"/>
                  </a:cubicBezTo>
                  <a:cubicBezTo>
                    <a:pt x="3416999" y="1742694"/>
                    <a:pt x="3443002" y="1711833"/>
                    <a:pt x="3466529" y="1679162"/>
                  </a:cubicBezTo>
                  <a:cubicBezTo>
                    <a:pt x="3495008" y="1639348"/>
                    <a:pt x="3519392" y="1596771"/>
                    <a:pt x="3538633" y="1551718"/>
                  </a:cubicBezTo>
                  <a:cubicBezTo>
                    <a:pt x="3562731" y="1495616"/>
                    <a:pt x="3578924" y="1436465"/>
                    <a:pt x="3588544" y="1376172"/>
                  </a:cubicBezTo>
                  <a:cubicBezTo>
                    <a:pt x="3592925" y="1348740"/>
                    <a:pt x="3595688" y="1321022"/>
                    <a:pt x="3597402" y="1293305"/>
                  </a:cubicBezTo>
                  <a:cubicBezTo>
                    <a:pt x="3605974" y="1155859"/>
                    <a:pt x="3717703" y="1018127"/>
                    <a:pt x="3721227" y="880491"/>
                  </a:cubicBezTo>
                  <a:cubicBezTo>
                    <a:pt x="3724751" y="740855"/>
                    <a:pt x="3743135" y="602171"/>
                    <a:pt x="3761137" y="463677"/>
                  </a:cubicBezTo>
                  <a:cubicBezTo>
                    <a:pt x="3776186" y="347758"/>
                    <a:pt x="3934968" y="116205"/>
                    <a:pt x="3946874" y="0"/>
                  </a:cubicBezTo>
                </a:path>
              </a:pathLst>
            </a:custGeom>
            <a:noFill/>
            <a:ln w="9525" cap="rnd">
              <a:solidFill>
                <a:schemeClr val="accent2">
                  <a:alpha val="75000"/>
                </a:schemeClr>
              </a:solidFill>
              <a:prstDash val="lgDash"/>
              <a:round/>
            </a:ln>
          </p:spPr>
          <p:txBody>
            <a:bodyPr rtlCol="0" anchor="ctr"/>
            <a:lstStyle/>
            <a:p>
              <a:endParaRPr lang="en-US"/>
            </a:p>
          </p:txBody>
        </p:sp>
        <p:sp>
          <p:nvSpPr>
            <p:cNvPr id="327" name="Freeform: Shape 326">
              <a:extLst>
                <a:ext uri="{FF2B5EF4-FFF2-40B4-BE49-F238E27FC236}">
                  <a16:creationId xmlns:a16="http://schemas.microsoft.com/office/drawing/2014/main" id="{318DDF45-08F0-46B6-A0B7-133735C94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95978" y="2441733"/>
              <a:ext cx="3665410" cy="2985611"/>
            </a:xfrm>
            <a:custGeom>
              <a:avLst/>
              <a:gdLst>
                <a:gd name="connsiteX0" fmla="*/ 0 w 3665410"/>
                <a:gd name="connsiteY0" fmla="*/ 2985611 h 2985611"/>
                <a:gd name="connsiteX1" fmla="*/ 166211 w 3665410"/>
                <a:gd name="connsiteY1" fmla="*/ 2699766 h 2985611"/>
                <a:gd name="connsiteX2" fmla="*/ 397002 w 3665410"/>
                <a:gd name="connsiteY2" fmla="*/ 2414969 h 2985611"/>
                <a:gd name="connsiteX3" fmla="*/ 620173 w 3665410"/>
                <a:gd name="connsiteY3" fmla="*/ 2237899 h 2985611"/>
                <a:gd name="connsiteX4" fmla="*/ 823341 w 3665410"/>
                <a:gd name="connsiteY4" fmla="*/ 2085499 h 2985611"/>
                <a:gd name="connsiteX5" fmla="*/ 1089565 w 3665410"/>
                <a:gd name="connsiteY5" fmla="*/ 1911477 h 2985611"/>
                <a:gd name="connsiteX6" fmla="*/ 1145000 w 3665410"/>
                <a:gd name="connsiteY6" fmla="*/ 1886807 h 2985611"/>
                <a:gd name="connsiteX7" fmla="*/ 1375791 w 3665410"/>
                <a:gd name="connsiteY7" fmla="*/ 1842135 h 2985611"/>
                <a:gd name="connsiteX8" fmla="*/ 1486567 w 3665410"/>
                <a:gd name="connsiteY8" fmla="*/ 1857566 h 2985611"/>
                <a:gd name="connsiteX9" fmla="*/ 1568101 w 3665410"/>
                <a:gd name="connsiteY9" fmla="*/ 1871377 h 2985611"/>
                <a:gd name="connsiteX10" fmla="*/ 1810607 w 3665410"/>
                <a:gd name="connsiteY10" fmla="*/ 1871377 h 2985611"/>
                <a:gd name="connsiteX11" fmla="*/ 1997964 w 3665410"/>
                <a:gd name="connsiteY11" fmla="*/ 1790605 h 2985611"/>
                <a:gd name="connsiteX12" fmla="*/ 2109883 w 3665410"/>
                <a:gd name="connsiteY12" fmla="*/ 1702784 h 2985611"/>
                <a:gd name="connsiteX13" fmla="*/ 2321433 w 3665410"/>
                <a:gd name="connsiteY13" fmla="*/ 1552384 h 2985611"/>
                <a:gd name="connsiteX14" fmla="*/ 2558891 w 3665410"/>
                <a:gd name="connsiteY14" fmla="*/ 1453420 h 2985611"/>
                <a:gd name="connsiteX15" fmla="*/ 2709767 w 3665410"/>
                <a:gd name="connsiteY15" fmla="*/ 1377887 h 2985611"/>
                <a:gd name="connsiteX16" fmla="*/ 2885408 w 3665410"/>
                <a:gd name="connsiteY16" fmla="*/ 1237393 h 2985611"/>
                <a:gd name="connsiteX17" fmla="*/ 3017711 w 3665410"/>
                <a:gd name="connsiteY17" fmla="*/ 1072229 h 2985611"/>
                <a:gd name="connsiteX18" fmla="*/ 3150680 w 3665410"/>
                <a:gd name="connsiteY18" fmla="*/ 921830 h 2985611"/>
                <a:gd name="connsiteX19" fmla="*/ 3255169 w 3665410"/>
                <a:gd name="connsiteY19" fmla="*/ 801815 h 2985611"/>
                <a:gd name="connsiteX20" fmla="*/ 3339275 w 3665410"/>
                <a:gd name="connsiteY20" fmla="*/ 694182 h 2985611"/>
                <a:gd name="connsiteX21" fmla="*/ 3409188 w 3665410"/>
                <a:gd name="connsiteY21" fmla="*/ 546926 h 2985611"/>
                <a:gd name="connsiteX22" fmla="*/ 3464243 w 3665410"/>
                <a:gd name="connsiteY22" fmla="*/ 347663 h 2985611"/>
                <a:gd name="connsiteX23" fmla="*/ 3665411 w 3665410"/>
                <a:gd name="connsiteY23" fmla="*/ 0 h 2985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665410" h="2985611">
                  <a:moveTo>
                    <a:pt x="0" y="2985611"/>
                  </a:moveTo>
                  <a:cubicBezTo>
                    <a:pt x="0" y="2985611"/>
                    <a:pt x="86773" y="2802827"/>
                    <a:pt x="166211" y="2699766"/>
                  </a:cubicBezTo>
                  <a:cubicBezTo>
                    <a:pt x="240983" y="2602706"/>
                    <a:pt x="309182" y="2500122"/>
                    <a:pt x="397002" y="2414969"/>
                  </a:cubicBezTo>
                  <a:cubicBezTo>
                    <a:pt x="465296" y="2348865"/>
                    <a:pt x="543592" y="2294477"/>
                    <a:pt x="620173" y="2237899"/>
                  </a:cubicBezTo>
                  <a:cubicBezTo>
                    <a:pt x="688277" y="2187607"/>
                    <a:pt x="755333" y="2135886"/>
                    <a:pt x="823341" y="2085499"/>
                  </a:cubicBezTo>
                  <a:cubicBezTo>
                    <a:pt x="908685" y="2022253"/>
                    <a:pt x="994791" y="1959197"/>
                    <a:pt x="1089565" y="1911477"/>
                  </a:cubicBezTo>
                  <a:cubicBezTo>
                    <a:pt x="1107662" y="1902428"/>
                    <a:pt x="1126141" y="1894141"/>
                    <a:pt x="1145000" y="1886807"/>
                  </a:cubicBezTo>
                  <a:cubicBezTo>
                    <a:pt x="1218819" y="1858232"/>
                    <a:pt x="1296924" y="1838611"/>
                    <a:pt x="1375791" y="1842135"/>
                  </a:cubicBezTo>
                  <a:cubicBezTo>
                    <a:pt x="1413129" y="1843754"/>
                    <a:pt x="1449896" y="1850422"/>
                    <a:pt x="1486567" y="1857566"/>
                  </a:cubicBezTo>
                  <a:cubicBezTo>
                    <a:pt x="1513618" y="1862804"/>
                    <a:pt x="1540859" y="1867376"/>
                    <a:pt x="1568101" y="1871377"/>
                  </a:cubicBezTo>
                  <a:cubicBezTo>
                    <a:pt x="1648778" y="1883188"/>
                    <a:pt x="1730978" y="1887665"/>
                    <a:pt x="1810607" y="1871377"/>
                  </a:cubicBezTo>
                  <a:cubicBezTo>
                    <a:pt x="1877854" y="1857661"/>
                    <a:pt x="1941100" y="1829086"/>
                    <a:pt x="1997964" y="1790605"/>
                  </a:cubicBezTo>
                  <a:cubicBezTo>
                    <a:pt x="2037302" y="1764030"/>
                    <a:pt x="2073497" y="1733264"/>
                    <a:pt x="2109883" y="1702784"/>
                  </a:cubicBezTo>
                  <a:cubicBezTo>
                    <a:pt x="2176367" y="1647063"/>
                    <a:pt x="2244852" y="1593151"/>
                    <a:pt x="2321433" y="1552384"/>
                  </a:cubicBezTo>
                  <a:cubicBezTo>
                    <a:pt x="2397157" y="1512094"/>
                    <a:pt x="2479548" y="1486281"/>
                    <a:pt x="2558891" y="1453420"/>
                  </a:cubicBezTo>
                  <a:cubicBezTo>
                    <a:pt x="2610898" y="1431798"/>
                    <a:pt x="2661571" y="1407033"/>
                    <a:pt x="2709767" y="1377887"/>
                  </a:cubicBezTo>
                  <a:cubicBezTo>
                    <a:pt x="2774252" y="1338929"/>
                    <a:pt x="2834069" y="1292447"/>
                    <a:pt x="2885408" y="1237393"/>
                  </a:cubicBezTo>
                  <a:cubicBezTo>
                    <a:pt x="2933605" y="1185767"/>
                    <a:pt x="2973324" y="1127093"/>
                    <a:pt x="3017711" y="1072229"/>
                  </a:cubicBezTo>
                  <a:cubicBezTo>
                    <a:pt x="3059811" y="1020223"/>
                    <a:pt x="3105912" y="971645"/>
                    <a:pt x="3150680" y="921830"/>
                  </a:cubicBezTo>
                  <a:cubicBezTo>
                    <a:pt x="3186113" y="882396"/>
                    <a:pt x="3220593" y="842010"/>
                    <a:pt x="3255169" y="801815"/>
                  </a:cubicBezTo>
                  <a:cubicBezTo>
                    <a:pt x="3284887" y="767239"/>
                    <a:pt x="3314605" y="732473"/>
                    <a:pt x="3339275" y="694182"/>
                  </a:cubicBezTo>
                  <a:cubicBezTo>
                    <a:pt x="3368707" y="648367"/>
                    <a:pt x="3390138" y="597980"/>
                    <a:pt x="3409188" y="546926"/>
                  </a:cubicBezTo>
                  <a:cubicBezTo>
                    <a:pt x="3433382" y="482156"/>
                    <a:pt x="3453384" y="415861"/>
                    <a:pt x="3464243" y="347663"/>
                  </a:cubicBezTo>
                  <a:cubicBezTo>
                    <a:pt x="3476244" y="272224"/>
                    <a:pt x="3661696" y="76295"/>
                    <a:pt x="3665411" y="0"/>
                  </a:cubicBezTo>
                </a:path>
              </a:pathLst>
            </a:custGeom>
            <a:noFill/>
            <a:ln w="9525" cap="rnd">
              <a:solidFill>
                <a:schemeClr val="accent2">
                  <a:alpha val="75000"/>
                </a:schemeClr>
              </a:solidFill>
              <a:prstDash val="lgDash"/>
              <a:round/>
            </a:ln>
          </p:spPr>
          <p:txBody>
            <a:bodyPr rtlCol="0" anchor="ctr"/>
            <a:lstStyle/>
            <a:p>
              <a:endParaRPr lang="en-US"/>
            </a:p>
          </p:txBody>
        </p:sp>
        <p:sp>
          <p:nvSpPr>
            <p:cNvPr id="328" name="Freeform: Shape 327">
              <a:extLst>
                <a:ext uri="{FF2B5EF4-FFF2-40B4-BE49-F238E27FC236}">
                  <a16:creationId xmlns:a16="http://schemas.microsoft.com/office/drawing/2014/main" id="{B9D0CC0F-710D-43F4-BC86-7637674201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90402" y="5229700"/>
              <a:ext cx="285940" cy="199072"/>
            </a:xfrm>
            <a:custGeom>
              <a:avLst/>
              <a:gdLst>
                <a:gd name="connsiteX0" fmla="*/ 0 w 285940"/>
                <a:gd name="connsiteY0" fmla="*/ 199073 h 199072"/>
                <a:gd name="connsiteX1" fmla="*/ 285940 w 285940"/>
                <a:gd name="connsiteY1" fmla="*/ 0 h 199072"/>
              </a:gdLst>
              <a:ahLst/>
              <a:cxnLst>
                <a:cxn ang="0">
                  <a:pos x="connsiteX0" y="connsiteY0"/>
                </a:cxn>
                <a:cxn ang="0">
                  <a:pos x="connsiteX1" y="connsiteY1"/>
                </a:cxn>
              </a:cxnLst>
              <a:rect l="l" t="t" r="r" b="b"/>
              <a:pathLst>
                <a:path w="285940" h="199072">
                  <a:moveTo>
                    <a:pt x="0" y="199073"/>
                  </a:moveTo>
                  <a:cubicBezTo>
                    <a:pt x="0" y="199073"/>
                    <a:pt x="242125" y="39243"/>
                    <a:pt x="285940" y="0"/>
                  </a:cubicBezTo>
                </a:path>
              </a:pathLst>
            </a:custGeom>
            <a:noFill/>
            <a:ln w="9525" cap="rnd">
              <a:solidFill>
                <a:schemeClr val="accent2">
                  <a:alpha val="75000"/>
                </a:schemeClr>
              </a:solidFill>
              <a:prstDash val="lgDash"/>
              <a:round/>
            </a:ln>
          </p:spPr>
          <p:txBody>
            <a:bodyPr rtlCol="0" anchor="ctr"/>
            <a:lstStyle/>
            <a:p>
              <a:endParaRPr lang="en-US"/>
            </a:p>
          </p:txBody>
        </p:sp>
        <p:sp>
          <p:nvSpPr>
            <p:cNvPr id="329" name="Freeform: Shape 328">
              <a:extLst>
                <a:ext uri="{FF2B5EF4-FFF2-40B4-BE49-F238E27FC236}">
                  <a16:creationId xmlns:a16="http://schemas.microsoft.com/office/drawing/2014/main" id="{6FB36AB6-CB81-495A-8A33-C0BCE67D6F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393114" y="5049773"/>
              <a:ext cx="655796" cy="381190"/>
            </a:xfrm>
            <a:custGeom>
              <a:avLst/>
              <a:gdLst>
                <a:gd name="connsiteX0" fmla="*/ 0 w 655796"/>
                <a:gd name="connsiteY0" fmla="*/ 381190 h 381190"/>
                <a:gd name="connsiteX1" fmla="*/ 655796 w 655796"/>
                <a:gd name="connsiteY1" fmla="*/ 0 h 381190"/>
              </a:gdLst>
              <a:ahLst/>
              <a:cxnLst>
                <a:cxn ang="0">
                  <a:pos x="connsiteX0" y="connsiteY0"/>
                </a:cxn>
                <a:cxn ang="0">
                  <a:pos x="connsiteX1" y="connsiteY1"/>
                </a:cxn>
              </a:cxnLst>
              <a:rect l="l" t="t" r="r" b="b"/>
              <a:pathLst>
                <a:path w="655796" h="381190">
                  <a:moveTo>
                    <a:pt x="0" y="381190"/>
                  </a:moveTo>
                  <a:cubicBezTo>
                    <a:pt x="0" y="381190"/>
                    <a:pt x="461105" y="172117"/>
                    <a:pt x="655796" y="0"/>
                  </a:cubicBezTo>
                </a:path>
              </a:pathLst>
            </a:custGeom>
            <a:noFill/>
            <a:ln w="9525" cap="rnd">
              <a:solidFill>
                <a:schemeClr val="accent2">
                  <a:alpha val="75000"/>
                </a:schemeClr>
              </a:solidFill>
              <a:prstDash val="lgDash"/>
              <a:round/>
            </a:ln>
          </p:spPr>
          <p:txBody>
            <a:bodyPr rtlCol="0" anchor="ctr"/>
            <a:lstStyle/>
            <a:p>
              <a:endParaRPr lang="en-US"/>
            </a:p>
          </p:txBody>
        </p:sp>
        <p:sp>
          <p:nvSpPr>
            <p:cNvPr id="330" name="Freeform: Shape 329">
              <a:extLst>
                <a:ext uri="{FF2B5EF4-FFF2-40B4-BE49-F238E27FC236}">
                  <a16:creationId xmlns:a16="http://schemas.microsoft.com/office/drawing/2014/main" id="{1993F7E6-ABF6-482D-BEA5-B4E607DDB4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154072" y="3867816"/>
              <a:ext cx="2907315" cy="1544764"/>
            </a:xfrm>
            <a:custGeom>
              <a:avLst/>
              <a:gdLst>
                <a:gd name="connsiteX0" fmla="*/ 0 w 2907315"/>
                <a:gd name="connsiteY0" fmla="*/ 1544764 h 1544764"/>
                <a:gd name="connsiteX1" fmla="*/ 201644 w 2907315"/>
                <a:gd name="connsiteY1" fmla="*/ 1352550 h 1544764"/>
                <a:gd name="connsiteX2" fmla="*/ 423196 w 2907315"/>
                <a:gd name="connsiteY2" fmla="*/ 1196054 h 1544764"/>
                <a:gd name="connsiteX3" fmla="*/ 782193 w 2907315"/>
                <a:gd name="connsiteY3" fmla="*/ 1099947 h 1544764"/>
                <a:gd name="connsiteX4" fmla="*/ 1052513 w 2907315"/>
                <a:gd name="connsiteY4" fmla="*/ 1042321 h 1544764"/>
                <a:gd name="connsiteX5" fmla="*/ 1311783 w 2907315"/>
                <a:gd name="connsiteY5" fmla="*/ 1056037 h 1544764"/>
                <a:gd name="connsiteX6" fmla="*/ 1484662 w 2907315"/>
                <a:gd name="connsiteY6" fmla="*/ 1083469 h 1544764"/>
                <a:gd name="connsiteX7" fmla="*/ 1788224 w 2907315"/>
                <a:gd name="connsiteY7" fmla="*/ 1023080 h 1544764"/>
                <a:gd name="connsiteX8" fmla="*/ 2269045 w 2907315"/>
                <a:gd name="connsiteY8" fmla="*/ 734758 h 1544764"/>
                <a:gd name="connsiteX9" fmla="*/ 2534984 w 2907315"/>
                <a:gd name="connsiteY9" fmla="*/ 572738 h 1544764"/>
                <a:gd name="connsiteX10" fmla="*/ 2907316 w 2907315"/>
                <a:gd name="connsiteY10" fmla="*/ 0 h 1544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907315" h="1544764">
                  <a:moveTo>
                    <a:pt x="0" y="1544764"/>
                  </a:moveTo>
                  <a:cubicBezTo>
                    <a:pt x="0" y="1544764"/>
                    <a:pt x="98012" y="1443990"/>
                    <a:pt x="201644" y="1352550"/>
                  </a:cubicBezTo>
                  <a:cubicBezTo>
                    <a:pt x="271272" y="1291209"/>
                    <a:pt x="343662" y="1234249"/>
                    <a:pt x="423196" y="1196054"/>
                  </a:cubicBezTo>
                  <a:cubicBezTo>
                    <a:pt x="537591" y="1141095"/>
                    <a:pt x="661226" y="1127189"/>
                    <a:pt x="782193" y="1099947"/>
                  </a:cubicBezTo>
                  <a:cubicBezTo>
                    <a:pt x="872300" y="1079659"/>
                    <a:pt x="961358" y="1051370"/>
                    <a:pt x="1052513" y="1042321"/>
                  </a:cubicBezTo>
                  <a:cubicBezTo>
                    <a:pt x="1139000" y="1033653"/>
                    <a:pt x="1225868" y="1040321"/>
                    <a:pt x="1311783" y="1056037"/>
                  </a:cubicBezTo>
                  <a:cubicBezTo>
                    <a:pt x="1369314" y="1066609"/>
                    <a:pt x="1426559" y="1079373"/>
                    <a:pt x="1484662" y="1083469"/>
                  </a:cubicBezTo>
                  <a:cubicBezTo>
                    <a:pt x="1587913" y="1090803"/>
                    <a:pt x="1690402" y="1064800"/>
                    <a:pt x="1788224" y="1023080"/>
                  </a:cubicBezTo>
                  <a:cubicBezTo>
                    <a:pt x="1956721" y="951262"/>
                    <a:pt x="2106549" y="825722"/>
                    <a:pt x="2269045" y="734758"/>
                  </a:cubicBezTo>
                  <a:cubicBezTo>
                    <a:pt x="2359438" y="684181"/>
                    <a:pt x="2452497" y="640556"/>
                    <a:pt x="2534984" y="572738"/>
                  </a:cubicBezTo>
                  <a:cubicBezTo>
                    <a:pt x="2673001" y="459391"/>
                    <a:pt x="2847023" y="191453"/>
                    <a:pt x="2907316" y="0"/>
                  </a:cubicBezTo>
                </a:path>
              </a:pathLst>
            </a:custGeom>
            <a:noFill/>
            <a:ln w="9525" cap="rnd">
              <a:solidFill>
                <a:schemeClr val="accent2">
                  <a:alpha val="75000"/>
                </a:schemeClr>
              </a:solidFill>
              <a:prstDash val="lgDash"/>
              <a:round/>
            </a:ln>
          </p:spPr>
          <p:txBody>
            <a:bodyPr rtlCol="0" anchor="ctr"/>
            <a:lstStyle/>
            <a:p>
              <a:endParaRPr lang="en-US"/>
            </a:p>
          </p:txBody>
        </p:sp>
        <p:sp>
          <p:nvSpPr>
            <p:cNvPr id="331" name="Freeform: Shape 330">
              <a:extLst>
                <a:ext uri="{FF2B5EF4-FFF2-40B4-BE49-F238E27FC236}">
                  <a16:creationId xmlns:a16="http://schemas.microsoft.com/office/drawing/2014/main" id="{DCA0B097-C21A-40B4-95E4-2FFA9697F8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07946" y="3479100"/>
              <a:ext cx="3168300" cy="1952434"/>
            </a:xfrm>
            <a:custGeom>
              <a:avLst/>
              <a:gdLst>
                <a:gd name="connsiteX0" fmla="*/ 0 w 3168300"/>
                <a:gd name="connsiteY0" fmla="*/ 1952435 h 1952434"/>
                <a:gd name="connsiteX1" fmla="*/ 202121 w 3168300"/>
                <a:gd name="connsiteY1" fmla="*/ 1687068 h 1952434"/>
                <a:gd name="connsiteX2" fmla="*/ 545116 w 3168300"/>
                <a:gd name="connsiteY2" fmla="*/ 1450277 h 1952434"/>
                <a:gd name="connsiteX3" fmla="*/ 906780 w 3168300"/>
                <a:gd name="connsiteY3" fmla="*/ 1354455 h 1952434"/>
                <a:gd name="connsiteX4" fmla="*/ 1332262 w 3168300"/>
                <a:gd name="connsiteY4" fmla="*/ 1285304 h 1952434"/>
                <a:gd name="connsiteX5" fmla="*/ 1691259 w 3168300"/>
                <a:gd name="connsiteY5" fmla="*/ 1240060 h 1952434"/>
                <a:gd name="connsiteX6" fmla="*/ 2010346 w 3168300"/>
                <a:gd name="connsiteY6" fmla="*/ 1141667 h 1952434"/>
                <a:gd name="connsiteX7" fmla="*/ 2393252 w 3168300"/>
                <a:gd name="connsiteY7" fmla="*/ 1027271 h 1952434"/>
                <a:gd name="connsiteX8" fmla="*/ 2582037 w 3168300"/>
                <a:gd name="connsiteY8" fmla="*/ 958120 h 1952434"/>
                <a:gd name="connsiteX9" fmla="*/ 2760155 w 3168300"/>
                <a:gd name="connsiteY9" fmla="*/ 827723 h 1952434"/>
                <a:gd name="connsiteX10" fmla="*/ 2914364 w 3168300"/>
                <a:gd name="connsiteY10" fmla="*/ 567023 h 1952434"/>
                <a:gd name="connsiteX11" fmla="*/ 3168301 w 3168300"/>
                <a:gd name="connsiteY11" fmla="*/ 0 h 1952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68300" h="1952434">
                  <a:moveTo>
                    <a:pt x="0" y="1952435"/>
                  </a:moveTo>
                  <a:cubicBezTo>
                    <a:pt x="0" y="1952435"/>
                    <a:pt x="91059" y="1796415"/>
                    <a:pt x="202121" y="1687068"/>
                  </a:cubicBezTo>
                  <a:cubicBezTo>
                    <a:pt x="301943" y="1588675"/>
                    <a:pt x="416528" y="1505617"/>
                    <a:pt x="545116" y="1450277"/>
                  </a:cubicBezTo>
                  <a:cubicBezTo>
                    <a:pt x="659987" y="1400747"/>
                    <a:pt x="783622" y="1377601"/>
                    <a:pt x="906780" y="1354455"/>
                  </a:cubicBezTo>
                  <a:cubicBezTo>
                    <a:pt x="1048036" y="1327976"/>
                    <a:pt x="1189482" y="1301972"/>
                    <a:pt x="1332262" y="1285304"/>
                  </a:cubicBezTo>
                  <a:cubicBezTo>
                    <a:pt x="1452182" y="1271302"/>
                    <a:pt x="1573340" y="1265873"/>
                    <a:pt x="1691259" y="1240060"/>
                  </a:cubicBezTo>
                  <a:cubicBezTo>
                    <a:pt x="1800035" y="1216247"/>
                    <a:pt x="1904619" y="1176718"/>
                    <a:pt x="2010346" y="1141667"/>
                  </a:cubicBezTo>
                  <a:cubicBezTo>
                    <a:pt x="2136743" y="1099661"/>
                    <a:pt x="2265902" y="1066229"/>
                    <a:pt x="2393252" y="1027271"/>
                  </a:cubicBezTo>
                  <a:cubicBezTo>
                    <a:pt x="2457450" y="1007650"/>
                    <a:pt x="2521744" y="987552"/>
                    <a:pt x="2582037" y="958120"/>
                  </a:cubicBezTo>
                  <a:cubicBezTo>
                    <a:pt x="2648807" y="925449"/>
                    <a:pt x="2710815" y="883349"/>
                    <a:pt x="2760155" y="827723"/>
                  </a:cubicBezTo>
                  <a:cubicBezTo>
                    <a:pt x="2827496" y="751904"/>
                    <a:pt x="2867978" y="657511"/>
                    <a:pt x="2914364" y="567023"/>
                  </a:cubicBezTo>
                  <a:cubicBezTo>
                    <a:pt x="2972753" y="453200"/>
                    <a:pt x="3119152" y="118015"/>
                    <a:pt x="3168301" y="0"/>
                  </a:cubicBezTo>
                </a:path>
              </a:pathLst>
            </a:custGeom>
            <a:noFill/>
            <a:ln w="9525" cap="rnd">
              <a:solidFill>
                <a:schemeClr val="accent2">
                  <a:alpha val="75000"/>
                </a:schemeClr>
              </a:solidFill>
              <a:prstDash val="lgDash"/>
              <a:round/>
            </a:ln>
          </p:spPr>
          <p:txBody>
            <a:bodyPr rtlCol="0" anchor="ctr"/>
            <a:lstStyle/>
            <a:p>
              <a:endParaRPr lang="en-US"/>
            </a:p>
          </p:txBody>
        </p:sp>
        <p:sp>
          <p:nvSpPr>
            <p:cNvPr id="332" name="Freeform: Shape 331">
              <a:extLst>
                <a:ext uri="{FF2B5EF4-FFF2-40B4-BE49-F238E27FC236}">
                  <a16:creationId xmlns:a16="http://schemas.microsoft.com/office/drawing/2014/main" id="{AB2AF0F5-7EAA-4BAB-8DE2-D84E124170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04778" y="2976752"/>
              <a:ext cx="3356800" cy="2452020"/>
            </a:xfrm>
            <a:custGeom>
              <a:avLst/>
              <a:gdLst>
                <a:gd name="connsiteX0" fmla="*/ 0 w 3356800"/>
                <a:gd name="connsiteY0" fmla="*/ 2452021 h 2452020"/>
                <a:gd name="connsiteX1" fmla="*/ 130874 w 3356800"/>
                <a:gd name="connsiteY1" fmla="*/ 2247710 h 2452020"/>
                <a:gd name="connsiteX2" fmla="*/ 437197 w 3356800"/>
                <a:gd name="connsiteY2" fmla="*/ 1941195 h 2452020"/>
                <a:gd name="connsiteX3" fmla="*/ 737140 w 3356800"/>
                <a:gd name="connsiteY3" fmla="*/ 1736884 h 2452020"/>
                <a:gd name="connsiteX4" fmla="*/ 1031843 w 3356800"/>
                <a:gd name="connsiteY4" fmla="*/ 1685068 h 2452020"/>
                <a:gd name="connsiteX5" fmla="*/ 1287304 w 3356800"/>
                <a:gd name="connsiteY5" fmla="*/ 1655826 h 2452020"/>
                <a:gd name="connsiteX6" fmla="*/ 1471994 w 3356800"/>
                <a:gd name="connsiteY6" fmla="*/ 1634300 h 2452020"/>
                <a:gd name="connsiteX7" fmla="*/ 1898237 w 3356800"/>
                <a:gd name="connsiteY7" fmla="*/ 1512665 h 2452020"/>
                <a:gd name="connsiteX8" fmla="*/ 2229136 w 3356800"/>
                <a:gd name="connsiteY8" fmla="*/ 1355598 h 2452020"/>
                <a:gd name="connsiteX9" fmla="*/ 2512314 w 3356800"/>
                <a:gd name="connsiteY9" fmla="*/ 1238631 h 2452020"/>
                <a:gd name="connsiteX10" fmla="*/ 2758535 w 3356800"/>
                <a:gd name="connsiteY10" fmla="*/ 1096994 h 2452020"/>
                <a:gd name="connsiteX11" fmla="*/ 2935510 w 3356800"/>
                <a:gd name="connsiteY11" fmla="*/ 919925 h 2452020"/>
                <a:gd name="connsiteX12" fmla="*/ 3081719 w 3356800"/>
                <a:gd name="connsiteY12" fmla="*/ 687419 h 2452020"/>
                <a:gd name="connsiteX13" fmla="*/ 3356800 w 3356800"/>
                <a:gd name="connsiteY13" fmla="*/ 0 h 245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56800" h="2452020">
                  <a:moveTo>
                    <a:pt x="0" y="2452021"/>
                  </a:moveTo>
                  <a:cubicBezTo>
                    <a:pt x="0" y="2452021"/>
                    <a:pt x="57150" y="2344198"/>
                    <a:pt x="130874" y="2247710"/>
                  </a:cubicBezTo>
                  <a:cubicBezTo>
                    <a:pt x="218694" y="2132648"/>
                    <a:pt x="328136" y="2036635"/>
                    <a:pt x="437197" y="1941195"/>
                  </a:cubicBezTo>
                  <a:cubicBezTo>
                    <a:pt x="529304" y="1860709"/>
                    <a:pt x="623030" y="1779556"/>
                    <a:pt x="737140" y="1736884"/>
                  </a:cubicBezTo>
                  <a:cubicBezTo>
                    <a:pt x="830866" y="1701736"/>
                    <a:pt x="932021" y="1695450"/>
                    <a:pt x="1031843" y="1685068"/>
                  </a:cubicBezTo>
                  <a:cubicBezTo>
                    <a:pt x="1117092" y="1676210"/>
                    <a:pt x="1202055" y="1665160"/>
                    <a:pt x="1287304" y="1655826"/>
                  </a:cubicBezTo>
                  <a:cubicBezTo>
                    <a:pt x="1348931" y="1649063"/>
                    <a:pt x="1410653" y="1643539"/>
                    <a:pt x="1471994" y="1634300"/>
                  </a:cubicBezTo>
                  <a:cubicBezTo>
                    <a:pt x="1618679" y="1612011"/>
                    <a:pt x="1761935" y="1571149"/>
                    <a:pt x="1898237" y="1512665"/>
                  </a:cubicBezTo>
                  <a:cubicBezTo>
                    <a:pt x="2010442" y="1464564"/>
                    <a:pt x="2117503" y="1405128"/>
                    <a:pt x="2229136" y="1355598"/>
                  </a:cubicBezTo>
                  <a:cubicBezTo>
                    <a:pt x="2322481" y="1314164"/>
                    <a:pt x="2418969" y="1280160"/>
                    <a:pt x="2512314" y="1238631"/>
                  </a:cubicBezTo>
                  <a:cubicBezTo>
                    <a:pt x="2599087" y="1199960"/>
                    <a:pt x="2683193" y="1154811"/>
                    <a:pt x="2758535" y="1096994"/>
                  </a:cubicBezTo>
                  <a:cubicBezTo>
                    <a:pt x="2825020" y="1046035"/>
                    <a:pt x="2883789" y="985837"/>
                    <a:pt x="2935510" y="919925"/>
                  </a:cubicBezTo>
                  <a:cubicBezTo>
                    <a:pt x="2992184" y="847725"/>
                    <a:pt x="3039904" y="769144"/>
                    <a:pt x="3081719" y="687419"/>
                  </a:cubicBezTo>
                  <a:cubicBezTo>
                    <a:pt x="3138297" y="576739"/>
                    <a:pt x="3314129" y="116776"/>
                    <a:pt x="3356800" y="0"/>
                  </a:cubicBezTo>
                </a:path>
              </a:pathLst>
            </a:custGeom>
            <a:noFill/>
            <a:ln w="9525" cap="rnd">
              <a:solidFill>
                <a:schemeClr val="accent2">
                  <a:alpha val="75000"/>
                </a:schemeClr>
              </a:solidFill>
              <a:prstDash val="lgDash"/>
              <a:round/>
            </a:ln>
          </p:spPr>
          <p:txBody>
            <a:bodyPr rtlCol="0" anchor="ctr"/>
            <a:lstStyle/>
            <a:p>
              <a:endParaRPr lang="en-US"/>
            </a:p>
          </p:txBody>
        </p:sp>
      </p:grpSp>
      <p:sp useBgFill="1">
        <p:nvSpPr>
          <p:cNvPr id="333" name="Rectangle 332">
            <a:extLst>
              <a:ext uri="{FF2B5EF4-FFF2-40B4-BE49-F238E27FC236}">
                <a16:creationId xmlns:a16="http://schemas.microsoft.com/office/drawing/2014/main" id="{8651CFA9-6065-4243-AC48-858E35978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65000"/>
                  <a:lumOff val="35000"/>
                </a:schemeClr>
              </a:solidFill>
              <a:latin typeface="AvenirNext LT Pro Medium" panose="020B0504020202020204" pitchFamily="34" charset="0"/>
            </a:endParaRPr>
          </a:p>
        </p:txBody>
      </p:sp>
      <p:sp>
        <p:nvSpPr>
          <p:cNvPr id="252" name="Rectangle 251">
            <a:extLst>
              <a:ext uri="{FF2B5EF4-FFF2-40B4-BE49-F238E27FC236}">
                <a16:creationId xmlns:a16="http://schemas.microsoft.com/office/drawing/2014/main" id="{FBFC6891-CBA5-427E-98AC-BF56BB0330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65000"/>
                  <a:lumOff val="35000"/>
                </a:schemeClr>
              </a:solidFill>
              <a:latin typeface="AvenirNext LT Pro Medium" panose="020B0504020202020204" pitchFamily="34" charset="0"/>
            </a:endParaRPr>
          </a:p>
        </p:txBody>
      </p:sp>
      <p:sp>
        <p:nvSpPr>
          <p:cNvPr id="2" name="Title 1">
            <a:extLst>
              <a:ext uri="{FF2B5EF4-FFF2-40B4-BE49-F238E27FC236}">
                <a16:creationId xmlns:a16="http://schemas.microsoft.com/office/drawing/2014/main" id="{52DF53B1-2853-60C4-609F-78A9D3D7C02D}"/>
              </a:ext>
            </a:extLst>
          </p:cNvPr>
          <p:cNvSpPr>
            <a:spLocks noGrp="1"/>
          </p:cNvSpPr>
          <p:nvPr>
            <p:ph type="ctrTitle"/>
          </p:nvPr>
        </p:nvSpPr>
        <p:spPr>
          <a:xfrm>
            <a:off x="1238864" y="3718403"/>
            <a:ext cx="10150397" cy="2952557"/>
          </a:xfrm>
        </p:spPr>
        <p:txBody>
          <a:bodyPr vert="horz" lIns="91440" tIns="45720" rIns="91440" bIns="45720" rtlCol="0" anchor="ctr">
            <a:normAutofit/>
          </a:bodyPr>
          <a:lstStyle/>
          <a:p>
            <a:pPr>
              <a:lnSpc>
                <a:spcPct val="90000"/>
              </a:lnSpc>
            </a:pPr>
            <a:r>
              <a:rPr lang="en-US" sz="3600" kern="1200">
                <a:solidFill>
                  <a:schemeClr val="tx2"/>
                </a:solidFill>
              </a:rPr>
              <a:t>Modeling Obesity Risk: The Role of Eating Habits and Physical Health</a:t>
            </a:r>
            <a:br>
              <a:rPr lang="en-US" sz="2400" kern="1200">
                <a:solidFill>
                  <a:schemeClr val="tx2"/>
                </a:solidFill>
                <a:latin typeface="+mj-lt"/>
                <a:ea typeface="+mj-ea"/>
                <a:cs typeface="+mj-cs"/>
              </a:rPr>
            </a:br>
            <a:r>
              <a:rPr lang="en-US" sz="2400" kern="1200">
                <a:solidFill>
                  <a:schemeClr val="tx2"/>
                </a:solidFill>
                <a:latin typeface="+mj-lt"/>
                <a:ea typeface="+mj-ea"/>
                <a:cs typeface="+mj-cs"/>
              </a:rPr>
              <a:t>			</a:t>
            </a:r>
            <a:r>
              <a:rPr lang="en-US" sz="1500" kern="1200">
                <a:solidFill>
                  <a:schemeClr val="tx2"/>
                </a:solidFill>
                <a:latin typeface="+mj-lt"/>
                <a:ea typeface="+mj-ea"/>
                <a:cs typeface="+mj-cs"/>
              </a:rPr>
              <a:t>-A machine </a:t>
            </a:r>
            <a:r>
              <a:rPr lang="en-US" sz="1500" kern="1200">
                <a:solidFill>
                  <a:schemeClr val="tx2"/>
                </a:solidFill>
              </a:rPr>
              <a:t>learning</a:t>
            </a:r>
            <a:r>
              <a:rPr lang="en-US" sz="1500" kern="1200">
                <a:solidFill>
                  <a:schemeClr val="tx2"/>
                </a:solidFill>
                <a:latin typeface="+mj-lt"/>
                <a:ea typeface="+mj-ea"/>
                <a:cs typeface="+mj-cs"/>
              </a:rPr>
              <a:t> approach using the UCI dataset</a:t>
            </a:r>
          </a:p>
        </p:txBody>
      </p:sp>
      <p:grpSp>
        <p:nvGrpSpPr>
          <p:cNvPr id="254" name="Bottom RIght">
            <a:extLst>
              <a:ext uri="{FF2B5EF4-FFF2-40B4-BE49-F238E27FC236}">
                <a16:creationId xmlns:a16="http://schemas.microsoft.com/office/drawing/2014/main" id="{F4436A75-A020-494B-B70E-85CBD21EA36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980400" y="3276601"/>
            <a:ext cx="4211600" cy="3581399"/>
            <a:chOff x="7980400" y="3276601"/>
            <a:chExt cx="4211600" cy="3581399"/>
          </a:xfrm>
        </p:grpSpPr>
        <p:sp>
          <p:nvSpPr>
            <p:cNvPr id="255" name="Freeform: Shape 254">
              <a:extLst>
                <a:ext uri="{FF2B5EF4-FFF2-40B4-BE49-F238E27FC236}">
                  <a16:creationId xmlns:a16="http://schemas.microsoft.com/office/drawing/2014/main" id="{4D9AC34A-4733-4246-B384-5BBE066AB1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439256" y="6178637"/>
              <a:ext cx="1482102" cy="67936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tx1">
                    <a:lumMod val="65000"/>
                    <a:lumOff val="35000"/>
                  </a:schemeClr>
                </a:solidFill>
                <a:latin typeface="AvenirNext LT Pro Medium" panose="020B0504020202020204" pitchFamily="34" charset="0"/>
              </a:endParaRPr>
            </a:p>
          </p:txBody>
        </p:sp>
        <p:grpSp>
          <p:nvGrpSpPr>
            <p:cNvPr id="256" name="Graphic 157">
              <a:extLst>
                <a:ext uri="{FF2B5EF4-FFF2-40B4-BE49-F238E27FC236}">
                  <a16:creationId xmlns:a16="http://schemas.microsoft.com/office/drawing/2014/main" id="{C84724B9-1248-4CA6-931C-9B9E6300498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8662740" y="3276601"/>
              <a:ext cx="3529260" cy="3581398"/>
              <a:chOff x="4114800" y="1423987"/>
              <a:chExt cx="3961542" cy="4007547"/>
            </a:xfrm>
            <a:noFill/>
          </p:grpSpPr>
          <p:sp>
            <p:nvSpPr>
              <p:cNvPr id="258" name="Freeform: Shape 257">
                <a:extLst>
                  <a:ext uri="{FF2B5EF4-FFF2-40B4-BE49-F238E27FC236}">
                    <a16:creationId xmlns:a16="http://schemas.microsoft.com/office/drawing/2014/main" id="{4C9DE4C6-CB01-4D68-93A6-8607C5D2384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14800" y="1423987"/>
                <a:ext cx="3946874" cy="3989641"/>
              </a:xfrm>
              <a:custGeom>
                <a:avLst/>
                <a:gdLst>
                  <a:gd name="connsiteX0" fmla="*/ 0 w 3946874"/>
                  <a:gd name="connsiteY0" fmla="*/ 3989641 h 3989641"/>
                  <a:gd name="connsiteX1" fmla="*/ 79439 w 3946874"/>
                  <a:gd name="connsiteY1" fmla="*/ 3891153 h 3989641"/>
                  <a:gd name="connsiteX2" fmla="*/ 297371 w 3946874"/>
                  <a:gd name="connsiteY2" fmla="*/ 3626930 h 3989641"/>
                  <a:gd name="connsiteX3" fmla="*/ 454343 w 3946874"/>
                  <a:gd name="connsiteY3" fmla="*/ 3440335 h 3989641"/>
                  <a:gd name="connsiteX4" fmla="*/ 622363 w 3946874"/>
                  <a:gd name="connsiteY4" fmla="*/ 3290697 h 3989641"/>
                  <a:gd name="connsiteX5" fmla="*/ 927068 w 3946874"/>
                  <a:gd name="connsiteY5" fmla="*/ 3087434 h 3989641"/>
                  <a:gd name="connsiteX6" fmla="*/ 1176338 w 3946874"/>
                  <a:gd name="connsiteY6" fmla="*/ 2915603 h 3989641"/>
                  <a:gd name="connsiteX7" fmla="*/ 1394270 w 3946874"/>
                  <a:gd name="connsiteY7" fmla="*/ 2780729 h 3989641"/>
                  <a:gd name="connsiteX8" fmla="*/ 1601057 w 3946874"/>
                  <a:gd name="connsiteY8" fmla="*/ 2723483 h 3989641"/>
                  <a:gd name="connsiteX9" fmla="*/ 1756220 w 3946874"/>
                  <a:gd name="connsiteY9" fmla="*/ 2743772 h 3989641"/>
                  <a:gd name="connsiteX10" fmla="*/ 1889189 w 3946874"/>
                  <a:gd name="connsiteY10" fmla="*/ 2765965 h 3989641"/>
                  <a:gd name="connsiteX11" fmla="*/ 2007394 w 3946874"/>
                  <a:gd name="connsiteY11" fmla="*/ 2765965 h 3989641"/>
                  <a:gd name="connsiteX12" fmla="*/ 2184654 w 3946874"/>
                  <a:gd name="connsiteY12" fmla="*/ 2671763 h 3989641"/>
                  <a:gd name="connsiteX13" fmla="*/ 2372773 w 3946874"/>
                  <a:gd name="connsiteY13" fmla="*/ 2538984 h 3989641"/>
                  <a:gd name="connsiteX14" fmla="*/ 2439543 w 3946874"/>
                  <a:gd name="connsiteY14" fmla="*/ 2510504 h 3989641"/>
                  <a:gd name="connsiteX15" fmla="*/ 2650617 w 3946874"/>
                  <a:gd name="connsiteY15" fmla="*/ 2434781 h 3989641"/>
                  <a:gd name="connsiteX16" fmla="*/ 2785110 w 3946874"/>
                  <a:gd name="connsiteY16" fmla="*/ 2383060 h 3989641"/>
                  <a:gd name="connsiteX17" fmla="*/ 2897315 w 3946874"/>
                  <a:gd name="connsiteY17" fmla="*/ 2318861 h 3989641"/>
                  <a:gd name="connsiteX18" fmla="*/ 2997994 w 3946874"/>
                  <a:gd name="connsiteY18" fmla="*/ 2226183 h 3989641"/>
                  <a:gd name="connsiteX19" fmla="*/ 3061240 w 3946874"/>
                  <a:gd name="connsiteY19" fmla="*/ 2141506 h 3989641"/>
                  <a:gd name="connsiteX20" fmla="*/ 3152108 w 3946874"/>
                  <a:gd name="connsiteY20" fmla="*/ 2005203 h 3989641"/>
                  <a:gd name="connsiteX21" fmla="*/ 3274124 w 3946874"/>
                  <a:gd name="connsiteY21" fmla="*/ 1871567 h 3989641"/>
                  <a:gd name="connsiteX22" fmla="*/ 3388138 w 3946874"/>
                  <a:gd name="connsiteY22" fmla="*/ 1770888 h 3989641"/>
                  <a:gd name="connsiteX23" fmla="*/ 3466529 w 3946874"/>
                  <a:gd name="connsiteY23" fmla="*/ 1679162 h 3989641"/>
                  <a:gd name="connsiteX24" fmla="*/ 3538633 w 3946874"/>
                  <a:gd name="connsiteY24" fmla="*/ 1551718 h 3989641"/>
                  <a:gd name="connsiteX25" fmla="*/ 3588544 w 3946874"/>
                  <a:gd name="connsiteY25" fmla="*/ 1376172 h 3989641"/>
                  <a:gd name="connsiteX26" fmla="*/ 3597402 w 3946874"/>
                  <a:gd name="connsiteY26" fmla="*/ 1293305 h 3989641"/>
                  <a:gd name="connsiteX27" fmla="*/ 3721227 w 3946874"/>
                  <a:gd name="connsiteY27" fmla="*/ 880491 h 3989641"/>
                  <a:gd name="connsiteX28" fmla="*/ 3761137 w 3946874"/>
                  <a:gd name="connsiteY28" fmla="*/ 463677 h 3989641"/>
                  <a:gd name="connsiteX29" fmla="*/ 3946874 w 3946874"/>
                  <a:gd name="connsiteY29" fmla="*/ 0 h 3989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3946874" h="3989641">
                    <a:moveTo>
                      <a:pt x="0" y="3989641"/>
                    </a:moveTo>
                    <a:cubicBezTo>
                      <a:pt x="19050" y="3957257"/>
                      <a:pt x="50959" y="3916013"/>
                      <a:pt x="79439" y="3891153"/>
                    </a:cubicBezTo>
                    <a:cubicBezTo>
                      <a:pt x="165544" y="3815906"/>
                      <a:pt x="227933" y="3717989"/>
                      <a:pt x="297371" y="3626930"/>
                    </a:cubicBezTo>
                    <a:cubicBezTo>
                      <a:pt x="346615" y="3562255"/>
                      <a:pt x="398050" y="3499009"/>
                      <a:pt x="454343" y="3440335"/>
                    </a:cubicBezTo>
                    <a:cubicBezTo>
                      <a:pt x="506349" y="3386042"/>
                      <a:pt x="562642" y="3336227"/>
                      <a:pt x="622363" y="3290697"/>
                    </a:cubicBezTo>
                    <a:cubicBezTo>
                      <a:pt x="719519" y="3216688"/>
                      <a:pt x="824960" y="3154585"/>
                      <a:pt x="927068" y="3087434"/>
                    </a:cubicBezTo>
                    <a:cubicBezTo>
                      <a:pt x="1011365" y="3031998"/>
                      <a:pt x="1093565" y="2973324"/>
                      <a:pt x="1176338" y="2915603"/>
                    </a:cubicBezTo>
                    <a:cubicBezTo>
                      <a:pt x="1246537" y="2866644"/>
                      <a:pt x="1317308" y="2818066"/>
                      <a:pt x="1394270" y="2780729"/>
                    </a:cubicBezTo>
                    <a:cubicBezTo>
                      <a:pt x="1459421" y="2749106"/>
                      <a:pt x="1528763" y="2724436"/>
                      <a:pt x="1601057" y="2723483"/>
                    </a:cubicBezTo>
                    <a:cubicBezTo>
                      <a:pt x="1653350" y="2722721"/>
                      <a:pt x="1704785" y="2733485"/>
                      <a:pt x="1756220" y="2743772"/>
                    </a:cubicBezTo>
                    <a:cubicBezTo>
                      <a:pt x="1800320" y="2752630"/>
                      <a:pt x="1844612" y="2760250"/>
                      <a:pt x="1889189" y="2765965"/>
                    </a:cubicBezTo>
                    <a:cubicBezTo>
                      <a:pt x="1928622" y="2771013"/>
                      <a:pt x="1968437" y="2773299"/>
                      <a:pt x="2007394" y="2765965"/>
                    </a:cubicBezTo>
                    <a:cubicBezTo>
                      <a:pt x="2073878" y="2753487"/>
                      <a:pt x="2130647" y="2712911"/>
                      <a:pt x="2184654" y="2671763"/>
                    </a:cubicBezTo>
                    <a:cubicBezTo>
                      <a:pt x="2245900" y="2625090"/>
                      <a:pt x="2304002" y="2573465"/>
                      <a:pt x="2372773" y="2538984"/>
                    </a:cubicBezTo>
                    <a:cubicBezTo>
                      <a:pt x="2394395" y="2528126"/>
                      <a:pt x="2416874" y="2518982"/>
                      <a:pt x="2439543" y="2510504"/>
                    </a:cubicBezTo>
                    <a:cubicBezTo>
                      <a:pt x="2509552" y="2484215"/>
                      <a:pt x="2580037" y="2459450"/>
                      <a:pt x="2650617" y="2434781"/>
                    </a:cubicBezTo>
                    <a:cubicBezTo>
                      <a:pt x="2695956" y="2418874"/>
                      <a:pt x="2741295" y="2402872"/>
                      <a:pt x="2785110" y="2383060"/>
                    </a:cubicBezTo>
                    <a:cubicBezTo>
                      <a:pt x="2824448" y="2365248"/>
                      <a:pt x="2862358" y="2344198"/>
                      <a:pt x="2897315" y="2318861"/>
                    </a:cubicBezTo>
                    <a:cubicBezTo>
                      <a:pt x="2934367" y="2292096"/>
                      <a:pt x="2968085" y="2260854"/>
                      <a:pt x="2997994" y="2226183"/>
                    </a:cubicBezTo>
                    <a:cubicBezTo>
                      <a:pt x="3020949" y="2199513"/>
                      <a:pt x="3041714" y="2170938"/>
                      <a:pt x="3061240" y="2141506"/>
                    </a:cubicBezTo>
                    <a:cubicBezTo>
                      <a:pt x="3091529" y="2095976"/>
                      <a:pt x="3119533" y="2049018"/>
                      <a:pt x="3152108" y="2005203"/>
                    </a:cubicBezTo>
                    <a:cubicBezTo>
                      <a:pt x="3188113" y="1956626"/>
                      <a:pt x="3229261" y="1912144"/>
                      <a:pt x="3274124" y="1871567"/>
                    </a:cubicBezTo>
                    <a:cubicBezTo>
                      <a:pt x="3311747" y="1837563"/>
                      <a:pt x="3351848" y="1806321"/>
                      <a:pt x="3388138" y="1770888"/>
                    </a:cubicBezTo>
                    <a:cubicBezTo>
                      <a:pt x="3416999" y="1742694"/>
                      <a:pt x="3443002" y="1711833"/>
                      <a:pt x="3466529" y="1679162"/>
                    </a:cubicBezTo>
                    <a:cubicBezTo>
                      <a:pt x="3495008" y="1639348"/>
                      <a:pt x="3519392" y="1596771"/>
                      <a:pt x="3538633" y="1551718"/>
                    </a:cubicBezTo>
                    <a:cubicBezTo>
                      <a:pt x="3562731" y="1495616"/>
                      <a:pt x="3578924" y="1436465"/>
                      <a:pt x="3588544" y="1376172"/>
                    </a:cubicBezTo>
                    <a:cubicBezTo>
                      <a:pt x="3592925" y="1348740"/>
                      <a:pt x="3595688" y="1321022"/>
                      <a:pt x="3597402" y="1293305"/>
                    </a:cubicBezTo>
                    <a:cubicBezTo>
                      <a:pt x="3605974" y="1155859"/>
                      <a:pt x="3717703" y="1018127"/>
                      <a:pt x="3721227" y="880491"/>
                    </a:cubicBezTo>
                    <a:cubicBezTo>
                      <a:pt x="3724751" y="740855"/>
                      <a:pt x="3743135" y="602171"/>
                      <a:pt x="3761137" y="463677"/>
                    </a:cubicBezTo>
                    <a:cubicBezTo>
                      <a:pt x="3776186" y="347758"/>
                      <a:pt x="3934968" y="116205"/>
                      <a:pt x="3946874" y="0"/>
                    </a:cubicBezTo>
                  </a:path>
                </a:pathLst>
              </a:custGeom>
              <a:noFill/>
              <a:ln w="9525" cap="rnd">
                <a:solidFill>
                  <a:schemeClr val="accent2">
                    <a:alpha val="35000"/>
                  </a:schemeClr>
                </a:solidFill>
                <a:prstDash val="lgDash"/>
                <a:round/>
              </a:ln>
            </p:spPr>
            <p:txBody>
              <a:bodyPr rtlCol="0" anchor="ctr"/>
              <a:lstStyle/>
              <a:p>
                <a:endParaRPr lang="en-US"/>
              </a:p>
            </p:txBody>
          </p:sp>
          <p:sp>
            <p:nvSpPr>
              <p:cNvPr id="259" name="Freeform: Shape 258">
                <a:extLst>
                  <a:ext uri="{FF2B5EF4-FFF2-40B4-BE49-F238E27FC236}">
                    <a16:creationId xmlns:a16="http://schemas.microsoft.com/office/drawing/2014/main" id="{C59DA521-D2B0-460E-983D-FAE00EFB20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95978" y="2441733"/>
                <a:ext cx="3665410" cy="2985611"/>
              </a:xfrm>
              <a:custGeom>
                <a:avLst/>
                <a:gdLst>
                  <a:gd name="connsiteX0" fmla="*/ 0 w 3665410"/>
                  <a:gd name="connsiteY0" fmla="*/ 2985611 h 2985611"/>
                  <a:gd name="connsiteX1" fmla="*/ 166211 w 3665410"/>
                  <a:gd name="connsiteY1" fmla="*/ 2699766 h 2985611"/>
                  <a:gd name="connsiteX2" fmla="*/ 397002 w 3665410"/>
                  <a:gd name="connsiteY2" fmla="*/ 2414969 h 2985611"/>
                  <a:gd name="connsiteX3" fmla="*/ 620173 w 3665410"/>
                  <a:gd name="connsiteY3" fmla="*/ 2237899 h 2985611"/>
                  <a:gd name="connsiteX4" fmla="*/ 823341 w 3665410"/>
                  <a:gd name="connsiteY4" fmla="*/ 2085499 h 2985611"/>
                  <a:gd name="connsiteX5" fmla="*/ 1089565 w 3665410"/>
                  <a:gd name="connsiteY5" fmla="*/ 1911477 h 2985611"/>
                  <a:gd name="connsiteX6" fmla="*/ 1145000 w 3665410"/>
                  <a:gd name="connsiteY6" fmla="*/ 1886807 h 2985611"/>
                  <a:gd name="connsiteX7" fmla="*/ 1375791 w 3665410"/>
                  <a:gd name="connsiteY7" fmla="*/ 1842135 h 2985611"/>
                  <a:gd name="connsiteX8" fmla="*/ 1486567 w 3665410"/>
                  <a:gd name="connsiteY8" fmla="*/ 1857566 h 2985611"/>
                  <a:gd name="connsiteX9" fmla="*/ 1568101 w 3665410"/>
                  <a:gd name="connsiteY9" fmla="*/ 1871377 h 2985611"/>
                  <a:gd name="connsiteX10" fmla="*/ 1810607 w 3665410"/>
                  <a:gd name="connsiteY10" fmla="*/ 1871377 h 2985611"/>
                  <a:gd name="connsiteX11" fmla="*/ 1997964 w 3665410"/>
                  <a:gd name="connsiteY11" fmla="*/ 1790605 h 2985611"/>
                  <a:gd name="connsiteX12" fmla="*/ 2109883 w 3665410"/>
                  <a:gd name="connsiteY12" fmla="*/ 1702784 h 2985611"/>
                  <a:gd name="connsiteX13" fmla="*/ 2321433 w 3665410"/>
                  <a:gd name="connsiteY13" fmla="*/ 1552384 h 2985611"/>
                  <a:gd name="connsiteX14" fmla="*/ 2558891 w 3665410"/>
                  <a:gd name="connsiteY14" fmla="*/ 1453420 h 2985611"/>
                  <a:gd name="connsiteX15" fmla="*/ 2709767 w 3665410"/>
                  <a:gd name="connsiteY15" fmla="*/ 1377887 h 2985611"/>
                  <a:gd name="connsiteX16" fmla="*/ 2885408 w 3665410"/>
                  <a:gd name="connsiteY16" fmla="*/ 1237393 h 2985611"/>
                  <a:gd name="connsiteX17" fmla="*/ 3017711 w 3665410"/>
                  <a:gd name="connsiteY17" fmla="*/ 1072229 h 2985611"/>
                  <a:gd name="connsiteX18" fmla="*/ 3150680 w 3665410"/>
                  <a:gd name="connsiteY18" fmla="*/ 921830 h 2985611"/>
                  <a:gd name="connsiteX19" fmla="*/ 3255169 w 3665410"/>
                  <a:gd name="connsiteY19" fmla="*/ 801815 h 2985611"/>
                  <a:gd name="connsiteX20" fmla="*/ 3339275 w 3665410"/>
                  <a:gd name="connsiteY20" fmla="*/ 694182 h 2985611"/>
                  <a:gd name="connsiteX21" fmla="*/ 3409188 w 3665410"/>
                  <a:gd name="connsiteY21" fmla="*/ 546926 h 2985611"/>
                  <a:gd name="connsiteX22" fmla="*/ 3464243 w 3665410"/>
                  <a:gd name="connsiteY22" fmla="*/ 347663 h 2985611"/>
                  <a:gd name="connsiteX23" fmla="*/ 3665411 w 3665410"/>
                  <a:gd name="connsiteY23" fmla="*/ 0 h 2985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665410" h="2985611">
                    <a:moveTo>
                      <a:pt x="0" y="2985611"/>
                    </a:moveTo>
                    <a:cubicBezTo>
                      <a:pt x="0" y="2985611"/>
                      <a:pt x="86773" y="2802827"/>
                      <a:pt x="166211" y="2699766"/>
                    </a:cubicBezTo>
                    <a:cubicBezTo>
                      <a:pt x="240983" y="2602706"/>
                      <a:pt x="309182" y="2500122"/>
                      <a:pt x="397002" y="2414969"/>
                    </a:cubicBezTo>
                    <a:cubicBezTo>
                      <a:pt x="465296" y="2348865"/>
                      <a:pt x="543592" y="2294477"/>
                      <a:pt x="620173" y="2237899"/>
                    </a:cubicBezTo>
                    <a:cubicBezTo>
                      <a:pt x="688277" y="2187607"/>
                      <a:pt x="755333" y="2135886"/>
                      <a:pt x="823341" y="2085499"/>
                    </a:cubicBezTo>
                    <a:cubicBezTo>
                      <a:pt x="908685" y="2022253"/>
                      <a:pt x="994791" y="1959197"/>
                      <a:pt x="1089565" y="1911477"/>
                    </a:cubicBezTo>
                    <a:cubicBezTo>
                      <a:pt x="1107662" y="1902428"/>
                      <a:pt x="1126141" y="1894141"/>
                      <a:pt x="1145000" y="1886807"/>
                    </a:cubicBezTo>
                    <a:cubicBezTo>
                      <a:pt x="1218819" y="1858232"/>
                      <a:pt x="1296924" y="1838611"/>
                      <a:pt x="1375791" y="1842135"/>
                    </a:cubicBezTo>
                    <a:cubicBezTo>
                      <a:pt x="1413129" y="1843754"/>
                      <a:pt x="1449896" y="1850422"/>
                      <a:pt x="1486567" y="1857566"/>
                    </a:cubicBezTo>
                    <a:cubicBezTo>
                      <a:pt x="1513618" y="1862804"/>
                      <a:pt x="1540859" y="1867376"/>
                      <a:pt x="1568101" y="1871377"/>
                    </a:cubicBezTo>
                    <a:cubicBezTo>
                      <a:pt x="1648778" y="1883188"/>
                      <a:pt x="1730978" y="1887665"/>
                      <a:pt x="1810607" y="1871377"/>
                    </a:cubicBezTo>
                    <a:cubicBezTo>
                      <a:pt x="1877854" y="1857661"/>
                      <a:pt x="1941100" y="1829086"/>
                      <a:pt x="1997964" y="1790605"/>
                    </a:cubicBezTo>
                    <a:cubicBezTo>
                      <a:pt x="2037302" y="1764030"/>
                      <a:pt x="2073497" y="1733264"/>
                      <a:pt x="2109883" y="1702784"/>
                    </a:cubicBezTo>
                    <a:cubicBezTo>
                      <a:pt x="2176367" y="1647063"/>
                      <a:pt x="2244852" y="1593151"/>
                      <a:pt x="2321433" y="1552384"/>
                    </a:cubicBezTo>
                    <a:cubicBezTo>
                      <a:pt x="2397157" y="1512094"/>
                      <a:pt x="2479548" y="1486281"/>
                      <a:pt x="2558891" y="1453420"/>
                    </a:cubicBezTo>
                    <a:cubicBezTo>
                      <a:pt x="2610898" y="1431798"/>
                      <a:pt x="2661571" y="1407033"/>
                      <a:pt x="2709767" y="1377887"/>
                    </a:cubicBezTo>
                    <a:cubicBezTo>
                      <a:pt x="2774252" y="1338929"/>
                      <a:pt x="2834069" y="1292447"/>
                      <a:pt x="2885408" y="1237393"/>
                    </a:cubicBezTo>
                    <a:cubicBezTo>
                      <a:pt x="2933605" y="1185767"/>
                      <a:pt x="2973324" y="1127093"/>
                      <a:pt x="3017711" y="1072229"/>
                    </a:cubicBezTo>
                    <a:cubicBezTo>
                      <a:pt x="3059811" y="1020223"/>
                      <a:pt x="3105912" y="971645"/>
                      <a:pt x="3150680" y="921830"/>
                    </a:cubicBezTo>
                    <a:cubicBezTo>
                      <a:pt x="3186113" y="882396"/>
                      <a:pt x="3220593" y="842010"/>
                      <a:pt x="3255169" y="801815"/>
                    </a:cubicBezTo>
                    <a:cubicBezTo>
                      <a:pt x="3284887" y="767239"/>
                      <a:pt x="3314605" y="732473"/>
                      <a:pt x="3339275" y="694182"/>
                    </a:cubicBezTo>
                    <a:cubicBezTo>
                      <a:pt x="3368707" y="648367"/>
                      <a:pt x="3390138" y="597980"/>
                      <a:pt x="3409188" y="546926"/>
                    </a:cubicBezTo>
                    <a:cubicBezTo>
                      <a:pt x="3433382" y="482156"/>
                      <a:pt x="3453384" y="415861"/>
                      <a:pt x="3464243" y="347663"/>
                    </a:cubicBezTo>
                    <a:cubicBezTo>
                      <a:pt x="3476244" y="272224"/>
                      <a:pt x="3661696" y="76295"/>
                      <a:pt x="3665411" y="0"/>
                    </a:cubicBezTo>
                  </a:path>
                </a:pathLst>
              </a:custGeom>
              <a:noFill/>
              <a:ln w="9525" cap="rnd">
                <a:solidFill>
                  <a:schemeClr val="accent2">
                    <a:alpha val="35000"/>
                  </a:schemeClr>
                </a:solidFill>
                <a:prstDash val="lgDash"/>
                <a:round/>
              </a:ln>
            </p:spPr>
            <p:txBody>
              <a:bodyPr rtlCol="0" anchor="ctr"/>
              <a:lstStyle/>
              <a:p>
                <a:endParaRPr lang="en-US"/>
              </a:p>
            </p:txBody>
          </p:sp>
          <p:sp>
            <p:nvSpPr>
              <p:cNvPr id="260" name="Freeform: Shape 259">
                <a:extLst>
                  <a:ext uri="{FF2B5EF4-FFF2-40B4-BE49-F238E27FC236}">
                    <a16:creationId xmlns:a16="http://schemas.microsoft.com/office/drawing/2014/main" id="{09CECFA9-7A18-4264-BC92-C7C99477A7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90402" y="5229700"/>
                <a:ext cx="285940" cy="199072"/>
              </a:xfrm>
              <a:custGeom>
                <a:avLst/>
                <a:gdLst>
                  <a:gd name="connsiteX0" fmla="*/ 0 w 285940"/>
                  <a:gd name="connsiteY0" fmla="*/ 199073 h 199072"/>
                  <a:gd name="connsiteX1" fmla="*/ 285940 w 285940"/>
                  <a:gd name="connsiteY1" fmla="*/ 0 h 199072"/>
                </a:gdLst>
                <a:ahLst/>
                <a:cxnLst>
                  <a:cxn ang="0">
                    <a:pos x="connsiteX0" y="connsiteY0"/>
                  </a:cxn>
                  <a:cxn ang="0">
                    <a:pos x="connsiteX1" y="connsiteY1"/>
                  </a:cxn>
                </a:cxnLst>
                <a:rect l="l" t="t" r="r" b="b"/>
                <a:pathLst>
                  <a:path w="285940" h="199072">
                    <a:moveTo>
                      <a:pt x="0" y="199073"/>
                    </a:moveTo>
                    <a:cubicBezTo>
                      <a:pt x="0" y="199073"/>
                      <a:pt x="242125" y="39243"/>
                      <a:pt x="285940" y="0"/>
                    </a:cubicBezTo>
                  </a:path>
                </a:pathLst>
              </a:custGeom>
              <a:noFill/>
              <a:ln w="9525" cap="rnd">
                <a:solidFill>
                  <a:schemeClr val="accent2">
                    <a:alpha val="35000"/>
                  </a:schemeClr>
                </a:solidFill>
                <a:prstDash val="lgDash"/>
                <a:round/>
              </a:ln>
            </p:spPr>
            <p:txBody>
              <a:bodyPr rtlCol="0" anchor="ctr"/>
              <a:lstStyle/>
              <a:p>
                <a:endParaRPr lang="en-US"/>
              </a:p>
            </p:txBody>
          </p:sp>
          <p:sp>
            <p:nvSpPr>
              <p:cNvPr id="261" name="Freeform: Shape 260">
                <a:extLst>
                  <a:ext uri="{FF2B5EF4-FFF2-40B4-BE49-F238E27FC236}">
                    <a16:creationId xmlns:a16="http://schemas.microsoft.com/office/drawing/2014/main" id="{701834A6-ABDA-4C9E-A44A-7D52EEDBE1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393114" y="5049773"/>
                <a:ext cx="655796" cy="381190"/>
              </a:xfrm>
              <a:custGeom>
                <a:avLst/>
                <a:gdLst>
                  <a:gd name="connsiteX0" fmla="*/ 0 w 655796"/>
                  <a:gd name="connsiteY0" fmla="*/ 381190 h 381190"/>
                  <a:gd name="connsiteX1" fmla="*/ 655796 w 655796"/>
                  <a:gd name="connsiteY1" fmla="*/ 0 h 381190"/>
                </a:gdLst>
                <a:ahLst/>
                <a:cxnLst>
                  <a:cxn ang="0">
                    <a:pos x="connsiteX0" y="connsiteY0"/>
                  </a:cxn>
                  <a:cxn ang="0">
                    <a:pos x="connsiteX1" y="connsiteY1"/>
                  </a:cxn>
                </a:cxnLst>
                <a:rect l="l" t="t" r="r" b="b"/>
                <a:pathLst>
                  <a:path w="655796" h="381190">
                    <a:moveTo>
                      <a:pt x="0" y="381190"/>
                    </a:moveTo>
                    <a:cubicBezTo>
                      <a:pt x="0" y="381190"/>
                      <a:pt x="461105" y="172117"/>
                      <a:pt x="655796" y="0"/>
                    </a:cubicBezTo>
                  </a:path>
                </a:pathLst>
              </a:custGeom>
              <a:noFill/>
              <a:ln w="9525" cap="rnd">
                <a:solidFill>
                  <a:schemeClr val="accent2">
                    <a:alpha val="35000"/>
                  </a:schemeClr>
                </a:solidFill>
                <a:prstDash val="lgDash"/>
                <a:round/>
              </a:ln>
            </p:spPr>
            <p:txBody>
              <a:bodyPr rtlCol="0" anchor="ctr"/>
              <a:lstStyle/>
              <a:p>
                <a:endParaRPr lang="en-US"/>
              </a:p>
            </p:txBody>
          </p:sp>
          <p:sp>
            <p:nvSpPr>
              <p:cNvPr id="262" name="Freeform: Shape 261">
                <a:extLst>
                  <a:ext uri="{FF2B5EF4-FFF2-40B4-BE49-F238E27FC236}">
                    <a16:creationId xmlns:a16="http://schemas.microsoft.com/office/drawing/2014/main" id="{3B3C39CA-57CB-43E8-89BC-497ECBAFB6C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154072" y="3867816"/>
                <a:ext cx="2907315" cy="1544764"/>
              </a:xfrm>
              <a:custGeom>
                <a:avLst/>
                <a:gdLst>
                  <a:gd name="connsiteX0" fmla="*/ 0 w 2907315"/>
                  <a:gd name="connsiteY0" fmla="*/ 1544764 h 1544764"/>
                  <a:gd name="connsiteX1" fmla="*/ 201644 w 2907315"/>
                  <a:gd name="connsiteY1" fmla="*/ 1352550 h 1544764"/>
                  <a:gd name="connsiteX2" fmla="*/ 423196 w 2907315"/>
                  <a:gd name="connsiteY2" fmla="*/ 1196054 h 1544764"/>
                  <a:gd name="connsiteX3" fmla="*/ 782193 w 2907315"/>
                  <a:gd name="connsiteY3" fmla="*/ 1099947 h 1544764"/>
                  <a:gd name="connsiteX4" fmla="*/ 1052513 w 2907315"/>
                  <a:gd name="connsiteY4" fmla="*/ 1042321 h 1544764"/>
                  <a:gd name="connsiteX5" fmla="*/ 1311783 w 2907315"/>
                  <a:gd name="connsiteY5" fmla="*/ 1056037 h 1544764"/>
                  <a:gd name="connsiteX6" fmla="*/ 1484662 w 2907315"/>
                  <a:gd name="connsiteY6" fmla="*/ 1083469 h 1544764"/>
                  <a:gd name="connsiteX7" fmla="*/ 1788224 w 2907315"/>
                  <a:gd name="connsiteY7" fmla="*/ 1023080 h 1544764"/>
                  <a:gd name="connsiteX8" fmla="*/ 2269045 w 2907315"/>
                  <a:gd name="connsiteY8" fmla="*/ 734758 h 1544764"/>
                  <a:gd name="connsiteX9" fmla="*/ 2534984 w 2907315"/>
                  <a:gd name="connsiteY9" fmla="*/ 572738 h 1544764"/>
                  <a:gd name="connsiteX10" fmla="*/ 2907316 w 2907315"/>
                  <a:gd name="connsiteY10" fmla="*/ 0 h 1544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907315" h="1544764">
                    <a:moveTo>
                      <a:pt x="0" y="1544764"/>
                    </a:moveTo>
                    <a:cubicBezTo>
                      <a:pt x="0" y="1544764"/>
                      <a:pt x="98012" y="1443990"/>
                      <a:pt x="201644" y="1352550"/>
                    </a:cubicBezTo>
                    <a:cubicBezTo>
                      <a:pt x="271272" y="1291209"/>
                      <a:pt x="343662" y="1234249"/>
                      <a:pt x="423196" y="1196054"/>
                    </a:cubicBezTo>
                    <a:cubicBezTo>
                      <a:pt x="537591" y="1141095"/>
                      <a:pt x="661226" y="1127189"/>
                      <a:pt x="782193" y="1099947"/>
                    </a:cubicBezTo>
                    <a:cubicBezTo>
                      <a:pt x="872300" y="1079659"/>
                      <a:pt x="961358" y="1051370"/>
                      <a:pt x="1052513" y="1042321"/>
                    </a:cubicBezTo>
                    <a:cubicBezTo>
                      <a:pt x="1139000" y="1033653"/>
                      <a:pt x="1225868" y="1040321"/>
                      <a:pt x="1311783" y="1056037"/>
                    </a:cubicBezTo>
                    <a:cubicBezTo>
                      <a:pt x="1369314" y="1066609"/>
                      <a:pt x="1426559" y="1079373"/>
                      <a:pt x="1484662" y="1083469"/>
                    </a:cubicBezTo>
                    <a:cubicBezTo>
                      <a:pt x="1587913" y="1090803"/>
                      <a:pt x="1690402" y="1064800"/>
                      <a:pt x="1788224" y="1023080"/>
                    </a:cubicBezTo>
                    <a:cubicBezTo>
                      <a:pt x="1956721" y="951262"/>
                      <a:pt x="2106549" y="825722"/>
                      <a:pt x="2269045" y="734758"/>
                    </a:cubicBezTo>
                    <a:cubicBezTo>
                      <a:pt x="2359438" y="684181"/>
                      <a:pt x="2452497" y="640556"/>
                      <a:pt x="2534984" y="572738"/>
                    </a:cubicBezTo>
                    <a:cubicBezTo>
                      <a:pt x="2673001" y="459391"/>
                      <a:pt x="2847023" y="191453"/>
                      <a:pt x="2907316" y="0"/>
                    </a:cubicBezTo>
                  </a:path>
                </a:pathLst>
              </a:custGeom>
              <a:noFill/>
              <a:ln w="9525" cap="rnd">
                <a:solidFill>
                  <a:schemeClr val="accent2">
                    <a:alpha val="35000"/>
                  </a:schemeClr>
                </a:solidFill>
                <a:prstDash val="lgDash"/>
                <a:round/>
              </a:ln>
            </p:spPr>
            <p:txBody>
              <a:bodyPr rtlCol="0" anchor="ctr"/>
              <a:lstStyle/>
              <a:p>
                <a:endParaRPr lang="en-US"/>
              </a:p>
            </p:txBody>
          </p:sp>
          <p:sp>
            <p:nvSpPr>
              <p:cNvPr id="263" name="Freeform: Shape 262">
                <a:extLst>
                  <a:ext uri="{FF2B5EF4-FFF2-40B4-BE49-F238E27FC236}">
                    <a16:creationId xmlns:a16="http://schemas.microsoft.com/office/drawing/2014/main" id="{1B05384B-92F3-4CC1-8748-7BFCD27B7B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07946" y="3479100"/>
                <a:ext cx="3168300" cy="1952434"/>
              </a:xfrm>
              <a:custGeom>
                <a:avLst/>
                <a:gdLst>
                  <a:gd name="connsiteX0" fmla="*/ 0 w 3168300"/>
                  <a:gd name="connsiteY0" fmla="*/ 1952435 h 1952434"/>
                  <a:gd name="connsiteX1" fmla="*/ 202121 w 3168300"/>
                  <a:gd name="connsiteY1" fmla="*/ 1687068 h 1952434"/>
                  <a:gd name="connsiteX2" fmla="*/ 545116 w 3168300"/>
                  <a:gd name="connsiteY2" fmla="*/ 1450277 h 1952434"/>
                  <a:gd name="connsiteX3" fmla="*/ 906780 w 3168300"/>
                  <a:gd name="connsiteY3" fmla="*/ 1354455 h 1952434"/>
                  <a:gd name="connsiteX4" fmla="*/ 1332262 w 3168300"/>
                  <a:gd name="connsiteY4" fmla="*/ 1285304 h 1952434"/>
                  <a:gd name="connsiteX5" fmla="*/ 1691259 w 3168300"/>
                  <a:gd name="connsiteY5" fmla="*/ 1240060 h 1952434"/>
                  <a:gd name="connsiteX6" fmla="*/ 2010346 w 3168300"/>
                  <a:gd name="connsiteY6" fmla="*/ 1141667 h 1952434"/>
                  <a:gd name="connsiteX7" fmla="*/ 2393252 w 3168300"/>
                  <a:gd name="connsiteY7" fmla="*/ 1027271 h 1952434"/>
                  <a:gd name="connsiteX8" fmla="*/ 2582037 w 3168300"/>
                  <a:gd name="connsiteY8" fmla="*/ 958120 h 1952434"/>
                  <a:gd name="connsiteX9" fmla="*/ 2760155 w 3168300"/>
                  <a:gd name="connsiteY9" fmla="*/ 827723 h 1952434"/>
                  <a:gd name="connsiteX10" fmla="*/ 2914364 w 3168300"/>
                  <a:gd name="connsiteY10" fmla="*/ 567023 h 1952434"/>
                  <a:gd name="connsiteX11" fmla="*/ 3168301 w 3168300"/>
                  <a:gd name="connsiteY11" fmla="*/ 0 h 1952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68300" h="1952434">
                    <a:moveTo>
                      <a:pt x="0" y="1952435"/>
                    </a:moveTo>
                    <a:cubicBezTo>
                      <a:pt x="0" y="1952435"/>
                      <a:pt x="91059" y="1796415"/>
                      <a:pt x="202121" y="1687068"/>
                    </a:cubicBezTo>
                    <a:cubicBezTo>
                      <a:pt x="301943" y="1588675"/>
                      <a:pt x="416528" y="1505617"/>
                      <a:pt x="545116" y="1450277"/>
                    </a:cubicBezTo>
                    <a:cubicBezTo>
                      <a:pt x="659987" y="1400747"/>
                      <a:pt x="783622" y="1377601"/>
                      <a:pt x="906780" y="1354455"/>
                    </a:cubicBezTo>
                    <a:cubicBezTo>
                      <a:pt x="1048036" y="1327976"/>
                      <a:pt x="1189482" y="1301972"/>
                      <a:pt x="1332262" y="1285304"/>
                    </a:cubicBezTo>
                    <a:cubicBezTo>
                      <a:pt x="1452182" y="1271302"/>
                      <a:pt x="1573340" y="1265873"/>
                      <a:pt x="1691259" y="1240060"/>
                    </a:cubicBezTo>
                    <a:cubicBezTo>
                      <a:pt x="1800035" y="1216247"/>
                      <a:pt x="1904619" y="1176718"/>
                      <a:pt x="2010346" y="1141667"/>
                    </a:cubicBezTo>
                    <a:cubicBezTo>
                      <a:pt x="2136743" y="1099661"/>
                      <a:pt x="2265902" y="1066229"/>
                      <a:pt x="2393252" y="1027271"/>
                    </a:cubicBezTo>
                    <a:cubicBezTo>
                      <a:pt x="2457450" y="1007650"/>
                      <a:pt x="2521744" y="987552"/>
                      <a:pt x="2582037" y="958120"/>
                    </a:cubicBezTo>
                    <a:cubicBezTo>
                      <a:pt x="2648807" y="925449"/>
                      <a:pt x="2710815" y="883349"/>
                      <a:pt x="2760155" y="827723"/>
                    </a:cubicBezTo>
                    <a:cubicBezTo>
                      <a:pt x="2827496" y="751904"/>
                      <a:pt x="2867978" y="657511"/>
                      <a:pt x="2914364" y="567023"/>
                    </a:cubicBezTo>
                    <a:cubicBezTo>
                      <a:pt x="2972753" y="453200"/>
                      <a:pt x="3119152" y="118015"/>
                      <a:pt x="3168301" y="0"/>
                    </a:cubicBezTo>
                  </a:path>
                </a:pathLst>
              </a:custGeom>
              <a:noFill/>
              <a:ln w="9525" cap="rnd">
                <a:solidFill>
                  <a:schemeClr val="accent2">
                    <a:alpha val="35000"/>
                  </a:schemeClr>
                </a:solidFill>
                <a:prstDash val="lgDash"/>
                <a:round/>
              </a:ln>
            </p:spPr>
            <p:txBody>
              <a:bodyPr rtlCol="0" anchor="ctr"/>
              <a:lstStyle/>
              <a:p>
                <a:endParaRPr lang="en-US"/>
              </a:p>
            </p:txBody>
          </p:sp>
          <p:sp>
            <p:nvSpPr>
              <p:cNvPr id="264" name="Freeform: Shape 263">
                <a:extLst>
                  <a:ext uri="{FF2B5EF4-FFF2-40B4-BE49-F238E27FC236}">
                    <a16:creationId xmlns:a16="http://schemas.microsoft.com/office/drawing/2014/main" id="{C7E4B4AC-919A-46C3-A98F-B36F103A2D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04778" y="2976752"/>
                <a:ext cx="3356800" cy="2452020"/>
              </a:xfrm>
              <a:custGeom>
                <a:avLst/>
                <a:gdLst>
                  <a:gd name="connsiteX0" fmla="*/ 0 w 3356800"/>
                  <a:gd name="connsiteY0" fmla="*/ 2452021 h 2452020"/>
                  <a:gd name="connsiteX1" fmla="*/ 130874 w 3356800"/>
                  <a:gd name="connsiteY1" fmla="*/ 2247710 h 2452020"/>
                  <a:gd name="connsiteX2" fmla="*/ 437197 w 3356800"/>
                  <a:gd name="connsiteY2" fmla="*/ 1941195 h 2452020"/>
                  <a:gd name="connsiteX3" fmla="*/ 737140 w 3356800"/>
                  <a:gd name="connsiteY3" fmla="*/ 1736884 h 2452020"/>
                  <a:gd name="connsiteX4" fmla="*/ 1031843 w 3356800"/>
                  <a:gd name="connsiteY4" fmla="*/ 1685068 h 2452020"/>
                  <a:gd name="connsiteX5" fmla="*/ 1287304 w 3356800"/>
                  <a:gd name="connsiteY5" fmla="*/ 1655826 h 2452020"/>
                  <a:gd name="connsiteX6" fmla="*/ 1471994 w 3356800"/>
                  <a:gd name="connsiteY6" fmla="*/ 1634300 h 2452020"/>
                  <a:gd name="connsiteX7" fmla="*/ 1898237 w 3356800"/>
                  <a:gd name="connsiteY7" fmla="*/ 1512665 h 2452020"/>
                  <a:gd name="connsiteX8" fmla="*/ 2229136 w 3356800"/>
                  <a:gd name="connsiteY8" fmla="*/ 1355598 h 2452020"/>
                  <a:gd name="connsiteX9" fmla="*/ 2512314 w 3356800"/>
                  <a:gd name="connsiteY9" fmla="*/ 1238631 h 2452020"/>
                  <a:gd name="connsiteX10" fmla="*/ 2758535 w 3356800"/>
                  <a:gd name="connsiteY10" fmla="*/ 1096994 h 2452020"/>
                  <a:gd name="connsiteX11" fmla="*/ 2935510 w 3356800"/>
                  <a:gd name="connsiteY11" fmla="*/ 919925 h 2452020"/>
                  <a:gd name="connsiteX12" fmla="*/ 3081719 w 3356800"/>
                  <a:gd name="connsiteY12" fmla="*/ 687419 h 2452020"/>
                  <a:gd name="connsiteX13" fmla="*/ 3356800 w 3356800"/>
                  <a:gd name="connsiteY13" fmla="*/ 0 h 245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56800" h="2452020">
                    <a:moveTo>
                      <a:pt x="0" y="2452021"/>
                    </a:moveTo>
                    <a:cubicBezTo>
                      <a:pt x="0" y="2452021"/>
                      <a:pt x="57150" y="2344198"/>
                      <a:pt x="130874" y="2247710"/>
                    </a:cubicBezTo>
                    <a:cubicBezTo>
                      <a:pt x="218694" y="2132648"/>
                      <a:pt x="328136" y="2036635"/>
                      <a:pt x="437197" y="1941195"/>
                    </a:cubicBezTo>
                    <a:cubicBezTo>
                      <a:pt x="529304" y="1860709"/>
                      <a:pt x="623030" y="1779556"/>
                      <a:pt x="737140" y="1736884"/>
                    </a:cubicBezTo>
                    <a:cubicBezTo>
                      <a:pt x="830866" y="1701736"/>
                      <a:pt x="932021" y="1695450"/>
                      <a:pt x="1031843" y="1685068"/>
                    </a:cubicBezTo>
                    <a:cubicBezTo>
                      <a:pt x="1117092" y="1676210"/>
                      <a:pt x="1202055" y="1665160"/>
                      <a:pt x="1287304" y="1655826"/>
                    </a:cubicBezTo>
                    <a:cubicBezTo>
                      <a:pt x="1348931" y="1649063"/>
                      <a:pt x="1410653" y="1643539"/>
                      <a:pt x="1471994" y="1634300"/>
                    </a:cubicBezTo>
                    <a:cubicBezTo>
                      <a:pt x="1618679" y="1612011"/>
                      <a:pt x="1761935" y="1571149"/>
                      <a:pt x="1898237" y="1512665"/>
                    </a:cubicBezTo>
                    <a:cubicBezTo>
                      <a:pt x="2010442" y="1464564"/>
                      <a:pt x="2117503" y="1405128"/>
                      <a:pt x="2229136" y="1355598"/>
                    </a:cubicBezTo>
                    <a:cubicBezTo>
                      <a:pt x="2322481" y="1314164"/>
                      <a:pt x="2418969" y="1280160"/>
                      <a:pt x="2512314" y="1238631"/>
                    </a:cubicBezTo>
                    <a:cubicBezTo>
                      <a:pt x="2599087" y="1199960"/>
                      <a:pt x="2683193" y="1154811"/>
                      <a:pt x="2758535" y="1096994"/>
                    </a:cubicBezTo>
                    <a:cubicBezTo>
                      <a:pt x="2825020" y="1046035"/>
                      <a:pt x="2883789" y="985837"/>
                      <a:pt x="2935510" y="919925"/>
                    </a:cubicBezTo>
                    <a:cubicBezTo>
                      <a:pt x="2992184" y="847725"/>
                      <a:pt x="3039904" y="769144"/>
                      <a:pt x="3081719" y="687419"/>
                    </a:cubicBezTo>
                    <a:cubicBezTo>
                      <a:pt x="3138297" y="576739"/>
                      <a:pt x="3314129" y="116776"/>
                      <a:pt x="3356800" y="0"/>
                    </a:cubicBezTo>
                  </a:path>
                </a:pathLst>
              </a:custGeom>
              <a:noFill/>
              <a:ln w="9525" cap="rnd">
                <a:solidFill>
                  <a:schemeClr val="accent2">
                    <a:alpha val="35000"/>
                  </a:schemeClr>
                </a:solidFill>
                <a:prstDash val="lgDash"/>
                <a:round/>
              </a:ln>
            </p:spPr>
            <p:txBody>
              <a:bodyPr rtlCol="0" anchor="ctr"/>
              <a:lstStyle/>
              <a:p>
                <a:endParaRPr lang="en-US"/>
              </a:p>
            </p:txBody>
          </p:sp>
        </p:grpSp>
        <p:sp>
          <p:nvSpPr>
            <p:cNvPr id="257" name="Freeform: Shape 256">
              <a:extLst>
                <a:ext uri="{FF2B5EF4-FFF2-40B4-BE49-F238E27FC236}">
                  <a16:creationId xmlns:a16="http://schemas.microsoft.com/office/drawing/2014/main" id="{EB61039B-1FD3-401E-83AC-C05C971D11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980400" y="5197178"/>
              <a:ext cx="4211600" cy="1660822"/>
            </a:xfrm>
            <a:custGeom>
              <a:avLst/>
              <a:gdLst>
                <a:gd name="connsiteX0" fmla="*/ 4211600 w 4211600"/>
                <a:gd name="connsiteY0" fmla="*/ 0 h 1660822"/>
                <a:gd name="connsiteX1" fmla="*/ 4211600 w 4211600"/>
                <a:gd name="connsiteY1" fmla="*/ 58430 h 1660822"/>
                <a:gd name="connsiteX2" fmla="*/ 4136524 w 4211600"/>
                <a:gd name="connsiteY2" fmla="*/ 208808 h 1660822"/>
                <a:gd name="connsiteX3" fmla="*/ 3973354 w 4211600"/>
                <a:gd name="connsiteY3" fmla="*/ 437313 h 1660822"/>
                <a:gd name="connsiteX4" fmla="*/ 3884746 w 4211600"/>
                <a:gd name="connsiteY4" fmla="*/ 553613 h 1660822"/>
                <a:gd name="connsiteX5" fmla="*/ 3849435 w 4211600"/>
                <a:gd name="connsiteY5" fmla="*/ 603143 h 1660822"/>
                <a:gd name="connsiteX6" fmla="*/ 3661849 w 4211600"/>
                <a:gd name="connsiteY6" fmla="*/ 819075 h 1660822"/>
                <a:gd name="connsiteX7" fmla="*/ 3402589 w 4211600"/>
                <a:gd name="connsiteY7" fmla="*/ 952996 h 1660822"/>
                <a:gd name="connsiteX8" fmla="*/ 3130202 w 4211600"/>
                <a:gd name="connsiteY8" fmla="*/ 1023386 h 1660822"/>
                <a:gd name="connsiteX9" fmla="*/ 2914657 w 4211600"/>
                <a:gd name="connsiteY9" fmla="*/ 1068058 h 1660822"/>
                <a:gd name="connsiteX10" fmla="*/ 2582149 w 4211600"/>
                <a:gd name="connsiteY10" fmla="*/ 1138924 h 1660822"/>
                <a:gd name="connsiteX11" fmla="*/ 2483958 w 4211600"/>
                <a:gd name="connsiteY11" fmla="*/ 1162356 h 1660822"/>
                <a:gd name="connsiteX12" fmla="*/ 2123750 w 4211600"/>
                <a:gd name="connsiteY12" fmla="*/ 1238651 h 1660822"/>
                <a:gd name="connsiteX13" fmla="*/ 1761444 w 4211600"/>
                <a:gd name="connsiteY13" fmla="*/ 1273417 h 1660822"/>
                <a:gd name="connsiteX14" fmla="*/ 1608382 w 4211600"/>
                <a:gd name="connsiteY14" fmla="*/ 1284466 h 1660822"/>
                <a:gd name="connsiteX15" fmla="*/ 999942 w 4211600"/>
                <a:gd name="connsiteY15" fmla="*/ 1354284 h 1660822"/>
                <a:gd name="connsiteX16" fmla="*/ 484705 w 4211600"/>
                <a:gd name="connsiteY16" fmla="*/ 1450487 h 1660822"/>
                <a:gd name="connsiteX17" fmla="*/ 113310 w 4211600"/>
                <a:gd name="connsiteY17" fmla="*/ 1613700 h 1660822"/>
                <a:gd name="connsiteX18" fmla="*/ 39668 w 4211600"/>
                <a:gd name="connsiteY18" fmla="*/ 1660822 h 1660822"/>
                <a:gd name="connsiteX19" fmla="*/ 0 w 4211600"/>
                <a:gd name="connsiteY19" fmla="*/ 1660822 h 1660822"/>
                <a:gd name="connsiteX20" fmla="*/ 96701 w 4211600"/>
                <a:gd name="connsiteY20" fmla="*/ 1598934 h 1660822"/>
                <a:gd name="connsiteX21" fmla="*/ 474335 w 4211600"/>
                <a:gd name="connsiteY21" fmla="*/ 1433056 h 1660822"/>
                <a:gd name="connsiteX22" fmla="*/ 994299 w 4211600"/>
                <a:gd name="connsiteY22" fmla="*/ 1335806 h 1660822"/>
                <a:gd name="connsiteX23" fmla="*/ 1605231 w 4211600"/>
                <a:gd name="connsiteY23" fmla="*/ 1265702 h 1660822"/>
                <a:gd name="connsiteX24" fmla="*/ 1758819 w 4211600"/>
                <a:gd name="connsiteY24" fmla="*/ 1254558 h 1660822"/>
                <a:gd name="connsiteX25" fmla="*/ 2118106 w 4211600"/>
                <a:gd name="connsiteY25" fmla="*/ 1220077 h 1660822"/>
                <a:gd name="connsiteX26" fmla="*/ 2475557 w 4211600"/>
                <a:gd name="connsiteY26" fmla="*/ 1144353 h 1660822"/>
                <a:gd name="connsiteX27" fmla="*/ 2573878 w 4211600"/>
                <a:gd name="connsiteY27" fmla="*/ 1120827 h 1660822"/>
                <a:gd name="connsiteX28" fmla="*/ 2907437 w 4211600"/>
                <a:gd name="connsiteY28" fmla="*/ 1049675 h 1660822"/>
                <a:gd name="connsiteX29" fmla="*/ 3122589 w 4211600"/>
                <a:gd name="connsiteY29" fmla="*/ 1005098 h 1660822"/>
                <a:gd name="connsiteX30" fmla="*/ 3391169 w 4211600"/>
                <a:gd name="connsiteY30" fmla="*/ 935756 h 1660822"/>
                <a:gd name="connsiteX31" fmla="*/ 3642290 w 4211600"/>
                <a:gd name="connsiteY31" fmla="*/ 806216 h 1660822"/>
                <a:gd name="connsiteX32" fmla="*/ 3825937 w 4211600"/>
                <a:gd name="connsiteY32" fmla="*/ 594475 h 1660822"/>
                <a:gd name="connsiteX33" fmla="*/ 3861381 w 4211600"/>
                <a:gd name="connsiteY33" fmla="*/ 544755 h 1660822"/>
                <a:gd name="connsiteX34" fmla="*/ 3950381 w 4211600"/>
                <a:gd name="connsiteY34" fmla="*/ 427978 h 1660822"/>
                <a:gd name="connsiteX35" fmla="*/ 4112370 w 4211600"/>
                <a:gd name="connsiteY35" fmla="*/ 201378 h 1660822"/>
                <a:gd name="connsiteX36" fmla="*/ 4195989 w 4211600"/>
                <a:gd name="connsiteY36" fmla="*/ 33834 h 1660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4211600" h="1660822">
                  <a:moveTo>
                    <a:pt x="4211600" y="0"/>
                  </a:moveTo>
                  <a:lnTo>
                    <a:pt x="4211600" y="58430"/>
                  </a:lnTo>
                  <a:lnTo>
                    <a:pt x="4136524" y="208808"/>
                  </a:lnTo>
                  <a:cubicBezTo>
                    <a:pt x="4089791" y="287770"/>
                    <a:pt x="4030588" y="363780"/>
                    <a:pt x="3973354" y="437313"/>
                  </a:cubicBezTo>
                  <a:cubicBezTo>
                    <a:pt x="3943819" y="475222"/>
                    <a:pt x="3913231" y="514465"/>
                    <a:pt x="3884746" y="553613"/>
                  </a:cubicBezTo>
                  <a:cubicBezTo>
                    <a:pt x="3872801" y="569996"/>
                    <a:pt x="3861119" y="586569"/>
                    <a:pt x="3849435" y="603143"/>
                  </a:cubicBezTo>
                  <a:cubicBezTo>
                    <a:pt x="3796665" y="678009"/>
                    <a:pt x="3742187" y="755352"/>
                    <a:pt x="3661849" y="819075"/>
                  </a:cubicBezTo>
                  <a:cubicBezTo>
                    <a:pt x="3596214" y="871176"/>
                    <a:pt x="3509050" y="916230"/>
                    <a:pt x="3402589" y="952996"/>
                  </a:cubicBezTo>
                  <a:cubicBezTo>
                    <a:pt x="3312406" y="984048"/>
                    <a:pt x="3215660" y="1005003"/>
                    <a:pt x="3130202" y="1023386"/>
                  </a:cubicBezTo>
                  <a:cubicBezTo>
                    <a:pt x="3058529" y="1038816"/>
                    <a:pt x="2985412" y="1053675"/>
                    <a:pt x="2914657" y="1068058"/>
                  </a:cubicBezTo>
                  <a:cubicBezTo>
                    <a:pt x="2805176" y="1090251"/>
                    <a:pt x="2692021" y="1113207"/>
                    <a:pt x="2582149" y="1138924"/>
                  </a:cubicBezTo>
                  <a:cubicBezTo>
                    <a:pt x="2549330" y="1146639"/>
                    <a:pt x="2516644" y="1154450"/>
                    <a:pt x="2483958" y="1162356"/>
                  </a:cubicBezTo>
                  <a:cubicBezTo>
                    <a:pt x="2367257" y="1190550"/>
                    <a:pt x="2246621" y="1219601"/>
                    <a:pt x="2123750" y="1238651"/>
                  </a:cubicBezTo>
                  <a:cubicBezTo>
                    <a:pt x="2004294" y="1257129"/>
                    <a:pt x="1880769" y="1265416"/>
                    <a:pt x="1761444" y="1273417"/>
                  </a:cubicBezTo>
                  <a:cubicBezTo>
                    <a:pt x="1711167" y="1276751"/>
                    <a:pt x="1659184" y="1280275"/>
                    <a:pt x="1608382" y="1284466"/>
                  </a:cubicBezTo>
                  <a:cubicBezTo>
                    <a:pt x="1408589" y="1300944"/>
                    <a:pt x="1214570" y="1325805"/>
                    <a:pt x="999942" y="1354284"/>
                  </a:cubicBezTo>
                  <a:cubicBezTo>
                    <a:pt x="826403" y="1377240"/>
                    <a:pt x="647744" y="1400957"/>
                    <a:pt x="484705" y="1450487"/>
                  </a:cubicBezTo>
                  <a:cubicBezTo>
                    <a:pt x="355831" y="1489635"/>
                    <a:pt x="231387" y="1544374"/>
                    <a:pt x="113310" y="1613700"/>
                  </a:cubicBezTo>
                  <a:lnTo>
                    <a:pt x="39668" y="1660822"/>
                  </a:lnTo>
                  <a:lnTo>
                    <a:pt x="0" y="1660822"/>
                  </a:lnTo>
                  <a:lnTo>
                    <a:pt x="96701" y="1598934"/>
                  </a:lnTo>
                  <a:cubicBezTo>
                    <a:pt x="216635" y="1528533"/>
                    <a:pt x="343196" y="1472919"/>
                    <a:pt x="474335" y="1433056"/>
                  </a:cubicBezTo>
                  <a:cubicBezTo>
                    <a:pt x="639999" y="1382669"/>
                    <a:pt x="820102" y="1358856"/>
                    <a:pt x="994299" y="1335806"/>
                  </a:cubicBezTo>
                  <a:cubicBezTo>
                    <a:pt x="1210239" y="1307231"/>
                    <a:pt x="1404650" y="1282275"/>
                    <a:pt x="1605231" y="1265702"/>
                  </a:cubicBezTo>
                  <a:cubicBezTo>
                    <a:pt x="1656428" y="1261511"/>
                    <a:pt x="1708411" y="1257987"/>
                    <a:pt x="1758819" y="1254558"/>
                  </a:cubicBezTo>
                  <a:cubicBezTo>
                    <a:pt x="1877487" y="1246557"/>
                    <a:pt x="2000094" y="1238365"/>
                    <a:pt x="2118106" y="1220077"/>
                  </a:cubicBezTo>
                  <a:cubicBezTo>
                    <a:pt x="2239531" y="1201313"/>
                    <a:pt x="2359513" y="1172357"/>
                    <a:pt x="2475557" y="1144353"/>
                  </a:cubicBezTo>
                  <a:cubicBezTo>
                    <a:pt x="2508243" y="1136448"/>
                    <a:pt x="2541060" y="1128542"/>
                    <a:pt x="2573878" y="1120827"/>
                  </a:cubicBezTo>
                  <a:cubicBezTo>
                    <a:pt x="2684276" y="1094919"/>
                    <a:pt x="2797694" y="1071963"/>
                    <a:pt x="2907437" y="1049675"/>
                  </a:cubicBezTo>
                  <a:cubicBezTo>
                    <a:pt x="2978061" y="1035387"/>
                    <a:pt x="3051178" y="1020528"/>
                    <a:pt x="3122589" y="1005098"/>
                  </a:cubicBezTo>
                  <a:cubicBezTo>
                    <a:pt x="3206997" y="986810"/>
                    <a:pt x="3302823" y="966141"/>
                    <a:pt x="3391169" y="935756"/>
                  </a:cubicBezTo>
                  <a:cubicBezTo>
                    <a:pt x="3494479" y="900132"/>
                    <a:pt x="3578886" y="856508"/>
                    <a:pt x="3642290" y="806216"/>
                  </a:cubicBezTo>
                  <a:cubicBezTo>
                    <a:pt x="3720133" y="744303"/>
                    <a:pt x="3773953" y="668103"/>
                    <a:pt x="3825937" y="594475"/>
                  </a:cubicBezTo>
                  <a:cubicBezTo>
                    <a:pt x="3837621" y="577902"/>
                    <a:pt x="3849435" y="561233"/>
                    <a:pt x="3861381" y="544755"/>
                  </a:cubicBezTo>
                  <a:cubicBezTo>
                    <a:pt x="3889997" y="505416"/>
                    <a:pt x="3920715" y="465983"/>
                    <a:pt x="3950381" y="427978"/>
                  </a:cubicBezTo>
                  <a:cubicBezTo>
                    <a:pt x="4007353" y="354921"/>
                    <a:pt x="4066163" y="279388"/>
                    <a:pt x="4112370" y="201378"/>
                  </a:cubicBezTo>
                  <a:cubicBezTo>
                    <a:pt x="4144662" y="146800"/>
                    <a:pt x="4170785" y="89364"/>
                    <a:pt x="4195989" y="33834"/>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pic>
        <p:nvPicPr>
          <p:cNvPr id="4" name="Picture 3" descr="An abstract genetic concept">
            <a:extLst>
              <a:ext uri="{FF2B5EF4-FFF2-40B4-BE49-F238E27FC236}">
                <a16:creationId xmlns:a16="http://schemas.microsoft.com/office/drawing/2014/main" id="{F64FF3F7-4B25-AA0D-33B0-1BABDB29A115}"/>
              </a:ext>
            </a:extLst>
          </p:cNvPr>
          <p:cNvPicPr>
            <a:picLocks noChangeAspect="1"/>
          </p:cNvPicPr>
          <p:nvPr/>
        </p:nvPicPr>
        <p:blipFill>
          <a:blip r:embed="rId2"/>
          <a:srcRect t="35359" r="-2" b="29870"/>
          <a:stretch/>
        </p:blipFill>
        <p:spPr>
          <a:xfrm>
            <a:off x="619841" y="10"/>
            <a:ext cx="11084189" cy="3854020"/>
          </a:xfrm>
          <a:custGeom>
            <a:avLst/>
            <a:gdLst/>
            <a:ahLst/>
            <a:cxnLst/>
            <a:rect l="l" t="t" r="r" b="b"/>
            <a:pathLst>
              <a:path w="11084189" h="3854030">
                <a:moveTo>
                  <a:pt x="0" y="0"/>
                </a:moveTo>
                <a:lnTo>
                  <a:pt x="11084189" y="0"/>
                </a:lnTo>
                <a:lnTo>
                  <a:pt x="11061526" y="105743"/>
                </a:lnTo>
                <a:cubicBezTo>
                  <a:pt x="10536187" y="2244886"/>
                  <a:pt x="8264669" y="3854030"/>
                  <a:pt x="5542096" y="3854030"/>
                </a:cubicBezTo>
                <a:cubicBezTo>
                  <a:pt x="2819521" y="3854030"/>
                  <a:pt x="548003" y="2244886"/>
                  <a:pt x="22664" y="105743"/>
                </a:cubicBezTo>
                <a:close/>
              </a:path>
            </a:pathLst>
          </a:custGeom>
        </p:spPr>
      </p:pic>
      <p:grpSp>
        <p:nvGrpSpPr>
          <p:cNvPr id="266" name="Top Left">
            <a:extLst>
              <a:ext uri="{FF2B5EF4-FFF2-40B4-BE49-F238E27FC236}">
                <a16:creationId xmlns:a16="http://schemas.microsoft.com/office/drawing/2014/main" id="{DB8ED0A1-FF45-4EE6-ADE8-2F2ED0D394E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849" y="15178"/>
            <a:ext cx="2198951" cy="3331254"/>
            <a:chOff x="10849" y="15178"/>
            <a:chExt cx="2198951" cy="3331254"/>
          </a:xfrm>
        </p:grpSpPr>
        <p:sp>
          <p:nvSpPr>
            <p:cNvPr id="267" name="Freeform: Shape 266">
              <a:extLst>
                <a:ext uri="{FF2B5EF4-FFF2-40B4-BE49-F238E27FC236}">
                  <a16:creationId xmlns:a16="http://schemas.microsoft.com/office/drawing/2014/main" id="{71A8A514-3FF4-4ADA-AF55-B44C969B5C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394" y="15241"/>
              <a:ext cx="2190406" cy="3331191"/>
            </a:xfrm>
            <a:custGeom>
              <a:avLst/>
              <a:gdLst>
                <a:gd name="connsiteX0" fmla="*/ 0 w 3296088"/>
                <a:gd name="connsiteY0" fmla="*/ 5012722 h 5012722"/>
                <a:gd name="connsiteX1" fmla="*/ 244031 w 3296088"/>
                <a:gd name="connsiteY1" fmla="*/ 4820222 h 5012722"/>
                <a:gd name="connsiteX2" fmla="*/ 729234 w 3296088"/>
                <a:gd name="connsiteY2" fmla="*/ 4360641 h 5012722"/>
                <a:gd name="connsiteX3" fmla="*/ 881444 w 3296088"/>
                <a:gd name="connsiteY3" fmla="*/ 4173950 h 5012722"/>
                <a:gd name="connsiteX4" fmla="*/ 1151287 w 3296088"/>
                <a:gd name="connsiteY4" fmla="*/ 3972877 h 5012722"/>
                <a:gd name="connsiteX5" fmla="*/ 1498664 w 3296088"/>
                <a:gd name="connsiteY5" fmla="*/ 3786188 h 5012722"/>
                <a:gd name="connsiteX6" fmla="*/ 1716881 w 3296088"/>
                <a:gd name="connsiteY6" fmla="*/ 3674174 h 5012722"/>
                <a:gd name="connsiteX7" fmla="*/ 1913573 w 3296088"/>
                <a:gd name="connsiteY7" fmla="*/ 3477387 h 5012722"/>
                <a:gd name="connsiteX8" fmla="*/ 2167700 w 3296088"/>
                <a:gd name="connsiteY8" fmla="*/ 3042190 h 5012722"/>
                <a:gd name="connsiteX9" fmla="*/ 2273903 w 3296088"/>
                <a:gd name="connsiteY9" fmla="*/ 2775014 h 5012722"/>
                <a:gd name="connsiteX10" fmla="*/ 2463356 w 3296088"/>
                <a:gd name="connsiteY10" fmla="*/ 2335530 h 5012722"/>
                <a:gd name="connsiteX11" fmla="*/ 2741866 w 3296088"/>
                <a:gd name="connsiteY11" fmla="*/ 1982248 h 5012722"/>
                <a:gd name="connsiteX12" fmla="*/ 2985897 w 3296088"/>
                <a:gd name="connsiteY12" fmla="*/ 1634681 h 5012722"/>
                <a:gd name="connsiteX13" fmla="*/ 3212687 w 3296088"/>
                <a:gd name="connsiteY13" fmla="*/ 1226820 h 5012722"/>
                <a:gd name="connsiteX14" fmla="*/ 3281553 w 3296088"/>
                <a:gd name="connsiteY14" fmla="*/ 959644 h 5012722"/>
                <a:gd name="connsiteX15" fmla="*/ 3295936 w 3296088"/>
                <a:gd name="connsiteY15" fmla="*/ 701135 h 5012722"/>
                <a:gd name="connsiteX16" fmla="*/ 3267266 w 3296088"/>
                <a:gd name="connsiteY16" fmla="*/ 436817 h 5012722"/>
                <a:gd name="connsiteX17" fmla="*/ 3105341 w 3296088"/>
                <a:gd name="connsiteY17" fmla="*/ 0 h 501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296088" h="5012722">
                  <a:moveTo>
                    <a:pt x="0" y="5012722"/>
                  </a:moveTo>
                  <a:cubicBezTo>
                    <a:pt x="81820" y="4949095"/>
                    <a:pt x="163544" y="4885468"/>
                    <a:pt x="244031" y="4820222"/>
                  </a:cubicBezTo>
                  <a:cubicBezTo>
                    <a:pt x="417671" y="4679633"/>
                    <a:pt x="589883" y="4535139"/>
                    <a:pt x="729234" y="4360641"/>
                  </a:cubicBezTo>
                  <a:cubicBezTo>
                    <a:pt x="779431" y="4297776"/>
                    <a:pt x="825818" y="4231958"/>
                    <a:pt x="881444" y="4173950"/>
                  </a:cubicBezTo>
                  <a:cubicBezTo>
                    <a:pt x="959358" y="4092607"/>
                    <a:pt x="1054799" y="4031075"/>
                    <a:pt x="1151287" y="3972877"/>
                  </a:cubicBezTo>
                  <a:cubicBezTo>
                    <a:pt x="1263968" y="3904964"/>
                    <a:pt x="1379315" y="3841337"/>
                    <a:pt x="1498664" y="3786188"/>
                  </a:cubicBezTo>
                  <a:cubicBezTo>
                    <a:pt x="1573149" y="3751802"/>
                    <a:pt x="1649159" y="3720179"/>
                    <a:pt x="1716881" y="3674174"/>
                  </a:cubicBezTo>
                  <a:cubicBezTo>
                    <a:pt x="1794034" y="3621691"/>
                    <a:pt x="1856708" y="3551492"/>
                    <a:pt x="1913573" y="3477387"/>
                  </a:cubicBezTo>
                  <a:cubicBezTo>
                    <a:pt x="2016157" y="3343751"/>
                    <a:pt x="2099024" y="3196114"/>
                    <a:pt x="2167700" y="3042190"/>
                  </a:cubicBezTo>
                  <a:cubicBezTo>
                    <a:pt x="2206752" y="2954655"/>
                    <a:pt x="2241233" y="2865215"/>
                    <a:pt x="2273903" y="2775014"/>
                  </a:cubicBezTo>
                  <a:cubicBezTo>
                    <a:pt x="2328482" y="2624423"/>
                    <a:pt x="2379440" y="2471642"/>
                    <a:pt x="2463356" y="2335530"/>
                  </a:cubicBezTo>
                  <a:cubicBezTo>
                    <a:pt x="2542127" y="2207705"/>
                    <a:pt x="2647855" y="2099501"/>
                    <a:pt x="2741866" y="1982248"/>
                  </a:cubicBezTo>
                  <a:cubicBezTo>
                    <a:pt x="2830449" y="1871758"/>
                    <a:pt x="2908554" y="1753362"/>
                    <a:pt x="2985897" y="1634681"/>
                  </a:cubicBezTo>
                  <a:cubicBezTo>
                    <a:pt x="3071146" y="1503902"/>
                    <a:pt x="3156395" y="1372172"/>
                    <a:pt x="3212687" y="1226820"/>
                  </a:cubicBezTo>
                  <a:cubicBezTo>
                    <a:pt x="3246025" y="1140809"/>
                    <a:pt x="3268790" y="1051084"/>
                    <a:pt x="3281553" y="959644"/>
                  </a:cubicBezTo>
                  <a:cubicBezTo>
                    <a:pt x="3293555" y="874014"/>
                    <a:pt x="3296888" y="787527"/>
                    <a:pt x="3295936" y="701135"/>
                  </a:cubicBezTo>
                  <a:cubicBezTo>
                    <a:pt x="3294888" y="612172"/>
                    <a:pt x="3289268" y="523018"/>
                    <a:pt x="3267266" y="436817"/>
                  </a:cubicBezTo>
                  <a:cubicBezTo>
                    <a:pt x="3227832" y="282416"/>
                    <a:pt x="3105341" y="0"/>
                    <a:pt x="3105341" y="0"/>
                  </a:cubicBezTo>
                </a:path>
              </a:pathLst>
            </a:custGeom>
            <a:noFill/>
            <a:ln w="9525" cap="rnd">
              <a:solidFill>
                <a:schemeClr val="accent2">
                  <a:alpha val="50000"/>
                </a:schemeClr>
              </a:solidFill>
              <a:prstDash val="lgDash"/>
              <a:round/>
            </a:ln>
          </p:spPr>
          <p:txBody>
            <a:bodyPr rtlCol="0" anchor="ctr"/>
            <a:lstStyle/>
            <a:p>
              <a:endParaRPr lang="en-US"/>
            </a:p>
          </p:txBody>
        </p:sp>
        <p:sp>
          <p:nvSpPr>
            <p:cNvPr id="268" name="Freeform: Shape 267">
              <a:extLst>
                <a:ext uri="{FF2B5EF4-FFF2-40B4-BE49-F238E27FC236}">
                  <a16:creationId xmlns:a16="http://schemas.microsoft.com/office/drawing/2014/main" id="{AEDA4578-CC87-43DF-B783-3B5D770C3B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978674" cy="3074959"/>
            </a:xfrm>
            <a:custGeom>
              <a:avLst/>
              <a:gdLst>
                <a:gd name="connsiteX0" fmla="*/ 0 w 2977477"/>
                <a:gd name="connsiteY0" fmla="*/ 4627150 h 4627149"/>
                <a:gd name="connsiteX1" fmla="*/ 275082 w 2977477"/>
                <a:gd name="connsiteY1" fmla="*/ 4341590 h 4627149"/>
                <a:gd name="connsiteX2" fmla="*/ 502825 w 2977477"/>
                <a:gd name="connsiteY2" fmla="*/ 4054126 h 4627149"/>
                <a:gd name="connsiteX3" fmla="*/ 666179 w 2977477"/>
                <a:gd name="connsiteY3" fmla="*/ 3890677 h 4627149"/>
                <a:gd name="connsiteX4" fmla="*/ 864203 w 2977477"/>
                <a:gd name="connsiteY4" fmla="*/ 3675983 h 4627149"/>
                <a:gd name="connsiteX5" fmla="*/ 982599 w 2977477"/>
                <a:gd name="connsiteY5" fmla="*/ 3557492 h 4627149"/>
                <a:gd name="connsiteX6" fmla="*/ 1188244 w 2977477"/>
                <a:gd name="connsiteY6" fmla="*/ 3329654 h 4627149"/>
                <a:gd name="connsiteX7" fmla="*/ 1344740 w 2977477"/>
                <a:gd name="connsiteY7" fmla="*/ 3146774 h 4627149"/>
                <a:gd name="connsiteX8" fmla="*/ 1470755 w 2977477"/>
                <a:gd name="connsiteY8" fmla="*/ 2984659 h 4627149"/>
                <a:gd name="connsiteX9" fmla="*/ 1657636 w 2977477"/>
                <a:gd name="connsiteY9" fmla="*/ 2670239 h 4627149"/>
                <a:gd name="connsiteX10" fmla="*/ 1762887 w 2977477"/>
                <a:gd name="connsiteY10" fmla="*/ 2473547 h 4627149"/>
                <a:gd name="connsiteX11" fmla="*/ 1866710 w 2977477"/>
                <a:gd name="connsiteY11" fmla="*/ 2290667 h 4627149"/>
                <a:gd name="connsiteX12" fmla="*/ 2106263 w 2977477"/>
                <a:gd name="connsiteY12" fmla="*/ 2030254 h 4627149"/>
                <a:gd name="connsiteX13" fmla="*/ 2277237 w 2977477"/>
                <a:gd name="connsiteY13" fmla="*/ 1859185 h 4627149"/>
                <a:gd name="connsiteX14" fmla="*/ 2499455 w 2977477"/>
                <a:gd name="connsiteY14" fmla="*/ 1656207 h 4627149"/>
                <a:gd name="connsiteX15" fmla="*/ 2707100 w 2977477"/>
                <a:gd name="connsiteY15" fmla="*/ 1390269 h 4627149"/>
                <a:gd name="connsiteX16" fmla="*/ 2812352 w 2977477"/>
                <a:gd name="connsiteY16" fmla="*/ 1230916 h 4627149"/>
                <a:gd name="connsiteX17" fmla="*/ 2898172 w 2977477"/>
                <a:gd name="connsiteY17" fmla="*/ 1036987 h 4627149"/>
                <a:gd name="connsiteX18" fmla="*/ 2963228 w 2977477"/>
                <a:gd name="connsiteY18" fmla="*/ 850011 h 4627149"/>
                <a:gd name="connsiteX19" fmla="*/ 2977325 w 2977477"/>
                <a:gd name="connsiteY19" fmla="*/ 745427 h 4627149"/>
                <a:gd name="connsiteX20" fmla="*/ 2929509 w 2977477"/>
                <a:gd name="connsiteY20" fmla="*/ 480155 h 4627149"/>
                <a:gd name="connsiteX21" fmla="*/ 2563082 w 2977477"/>
                <a:gd name="connsiteY21" fmla="*/ 0 h 4627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77477" h="4627149">
                  <a:moveTo>
                    <a:pt x="0" y="4627150"/>
                  </a:moveTo>
                  <a:cubicBezTo>
                    <a:pt x="79820" y="4552283"/>
                    <a:pt x="203835" y="4424648"/>
                    <a:pt x="275082" y="4341590"/>
                  </a:cubicBezTo>
                  <a:cubicBezTo>
                    <a:pt x="354711" y="4248722"/>
                    <a:pt x="421005" y="4145090"/>
                    <a:pt x="502825" y="4054126"/>
                  </a:cubicBezTo>
                  <a:cubicBezTo>
                    <a:pt x="554355" y="3996881"/>
                    <a:pt x="612362" y="3945827"/>
                    <a:pt x="666179" y="3890677"/>
                  </a:cubicBezTo>
                  <a:cubicBezTo>
                    <a:pt x="734187" y="3821049"/>
                    <a:pt x="796671" y="3746183"/>
                    <a:pt x="864203" y="3675983"/>
                  </a:cubicBezTo>
                  <a:cubicBezTo>
                    <a:pt x="902875" y="3635788"/>
                    <a:pt x="943642" y="3597593"/>
                    <a:pt x="982599" y="3557492"/>
                  </a:cubicBezTo>
                  <a:cubicBezTo>
                    <a:pt x="1053941" y="3484150"/>
                    <a:pt x="1121378" y="3407093"/>
                    <a:pt x="1188244" y="3329654"/>
                  </a:cubicBezTo>
                  <a:cubicBezTo>
                    <a:pt x="1240631" y="3268885"/>
                    <a:pt x="1293495" y="3208496"/>
                    <a:pt x="1344740" y="3146774"/>
                  </a:cubicBezTo>
                  <a:cubicBezTo>
                    <a:pt x="1388459" y="3094101"/>
                    <a:pt x="1431512" y="3040761"/>
                    <a:pt x="1470755" y="2984659"/>
                  </a:cubicBezTo>
                  <a:cubicBezTo>
                    <a:pt x="1540764" y="2884646"/>
                    <a:pt x="1598771" y="2777109"/>
                    <a:pt x="1657636" y="2670239"/>
                  </a:cubicBezTo>
                  <a:cubicBezTo>
                    <a:pt x="1693545" y="2605088"/>
                    <a:pt x="1728502" y="2539460"/>
                    <a:pt x="1762887" y="2473547"/>
                  </a:cubicBezTo>
                  <a:cubicBezTo>
                    <a:pt x="1795367" y="2411349"/>
                    <a:pt x="1826419" y="2348103"/>
                    <a:pt x="1866710" y="2290667"/>
                  </a:cubicBezTo>
                  <a:cubicBezTo>
                    <a:pt x="1934623" y="2193893"/>
                    <a:pt x="2022729" y="2114169"/>
                    <a:pt x="2106263" y="2030254"/>
                  </a:cubicBezTo>
                  <a:cubicBezTo>
                    <a:pt x="2163128" y="1973104"/>
                    <a:pt x="2218182" y="1914049"/>
                    <a:pt x="2277237" y="1859185"/>
                  </a:cubicBezTo>
                  <a:cubicBezTo>
                    <a:pt x="2350770" y="1790891"/>
                    <a:pt x="2430304" y="1728978"/>
                    <a:pt x="2499455" y="1656207"/>
                  </a:cubicBezTo>
                  <a:cubicBezTo>
                    <a:pt x="2576989" y="1574578"/>
                    <a:pt x="2641568" y="1481900"/>
                    <a:pt x="2707100" y="1390269"/>
                  </a:cubicBezTo>
                  <a:cubicBezTo>
                    <a:pt x="2744153" y="1338453"/>
                    <a:pt x="2781586" y="1286732"/>
                    <a:pt x="2812352" y="1230916"/>
                  </a:cubicBezTo>
                  <a:cubicBezTo>
                    <a:pt x="2846546" y="1168908"/>
                    <a:pt x="2872550" y="1102900"/>
                    <a:pt x="2898172" y="1036987"/>
                  </a:cubicBezTo>
                  <a:cubicBezTo>
                    <a:pt x="2922175" y="975455"/>
                    <a:pt x="2948273" y="914305"/>
                    <a:pt x="2963228" y="850011"/>
                  </a:cubicBezTo>
                  <a:cubicBezTo>
                    <a:pt x="2971229" y="815626"/>
                    <a:pt x="2976563" y="780764"/>
                    <a:pt x="2977325" y="745427"/>
                  </a:cubicBezTo>
                  <a:cubicBezTo>
                    <a:pt x="2979230" y="654844"/>
                    <a:pt x="2963323" y="564261"/>
                    <a:pt x="2929509" y="480155"/>
                  </a:cubicBezTo>
                  <a:cubicBezTo>
                    <a:pt x="2851309" y="285655"/>
                    <a:pt x="2563082" y="0"/>
                    <a:pt x="2563082" y="0"/>
                  </a:cubicBezTo>
                </a:path>
              </a:pathLst>
            </a:custGeom>
            <a:noFill/>
            <a:ln w="9525" cap="rnd">
              <a:solidFill>
                <a:schemeClr val="accent2">
                  <a:alpha val="50000"/>
                </a:schemeClr>
              </a:solidFill>
              <a:prstDash val="lgDash"/>
              <a:round/>
            </a:ln>
          </p:spPr>
          <p:txBody>
            <a:bodyPr rtlCol="0" anchor="ctr"/>
            <a:lstStyle/>
            <a:p>
              <a:endParaRPr lang="en-US"/>
            </a:p>
          </p:txBody>
        </p:sp>
        <p:sp>
          <p:nvSpPr>
            <p:cNvPr id="269" name="Freeform: Shape 268">
              <a:extLst>
                <a:ext uri="{FF2B5EF4-FFF2-40B4-BE49-F238E27FC236}">
                  <a16:creationId xmlns:a16="http://schemas.microsoft.com/office/drawing/2014/main" id="{FB4F1C15-5B2E-483A-AA12-C47B500071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92" y="15178"/>
              <a:ext cx="1566146" cy="2737264"/>
            </a:xfrm>
            <a:custGeom>
              <a:avLst/>
              <a:gdLst>
                <a:gd name="connsiteX0" fmla="*/ 1707071 w 2356712"/>
                <a:gd name="connsiteY0" fmla="*/ 0 h 4118991"/>
                <a:gd name="connsiteX1" fmla="*/ 1824514 w 2356712"/>
                <a:gd name="connsiteY1" fmla="*/ 244697 h 4118991"/>
                <a:gd name="connsiteX2" fmla="*/ 1908715 w 2356712"/>
                <a:gd name="connsiteY2" fmla="*/ 328994 h 4118991"/>
                <a:gd name="connsiteX3" fmla="*/ 2226469 w 2356712"/>
                <a:gd name="connsiteY3" fmla="*/ 603695 h 4118991"/>
                <a:gd name="connsiteX4" fmla="*/ 2355628 w 2356712"/>
                <a:gd name="connsiteY4" fmla="*/ 900494 h 4118991"/>
                <a:gd name="connsiteX5" fmla="*/ 2281428 w 2356712"/>
                <a:gd name="connsiteY5" fmla="*/ 1206913 h 4118991"/>
                <a:gd name="connsiteX6" fmla="*/ 2092452 w 2356712"/>
                <a:gd name="connsiteY6" fmla="*/ 1460659 h 4118991"/>
                <a:gd name="connsiteX7" fmla="*/ 1834039 w 2356712"/>
                <a:gd name="connsiteY7" fmla="*/ 1625822 h 4118991"/>
                <a:gd name="connsiteX8" fmla="*/ 1558862 w 2356712"/>
                <a:gd name="connsiteY8" fmla="*/ 1743075 h 4118991"/>
                <a:gd name="connsiteX9" fmla="*/ 1386554 w 2356712"/>
                <a:gd name="connsiteY9" fmla="*/ 1869948 h 4118991"/>
                <a:gd name="connsiteX10" fmla="*/ 1271683 w 2356712"/>
                <a:gd name="connsiteY10" fmla="*/ 2073402 h 4118991"/>
                <a:gd name="connsiteX11" fmla="*/ 1178338 w 2356712"/>
                <a:gd name="connsiteY11" fmla="*/ 2355914 h 4118991"/>
                <a:gd name="connsiteX12" fmla="*/ 1113758 w 2356712"/>
                <a:gd name="connsiteY12" fmla="*/ 2578513 h 4118991"/>
                <a:gd name="connsiteX13" fmla="*/ 1034796 w 2356712"/>
                <a:gd name="connsiteY13" fmla="*/ 2834640 h 4118991"/>
                <a:gd name="connsiteX14" fmla="*/ 905637 w 2356712"/>
                <a:gd name="connsiteY14" fmla="*/ 3081242 h 4118991"/>
                <a:gd name="connsiteX15" fmla="*/ 793147 w 2356712"/>
                <a:gd name="connsiteY15" fmla="*/ 3258407 h 4118991"/>
                <a:gd name="connsiteX16" fmla="*/ 546735 w 2356712"/>
                <a:gd name="connsiteY16" fmla="*/ 3571970 h 4118991"/>
                <a:gd name="connsiteX17" fmla="*/ 346996 w 2356712"/>
                <a:gd name="connsiteY17" fmla="*/ 3771900 h 4118991"/>
                <a:gd name="connsiteX18" fmla="*/ 174689 w 2356712"/>
                <a:gd name="connsiteY18" fmla="*/ 3944207 h 4118991"/>
                <a:gd name="connsiteX19" fmla="*/ 0 w 2356712"/>
                <a:gd name="connsiteY19" fmla="*/ 4118991 h 4118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356712" h="4118991">
                  <a:moveTo>
                    <a:pt x="1707071" y="0"/>
                  </a:moveTo>
                  <a:cubicBezTo>
                    <a:pt x="1715357" y="22098"/>
                    <a:pt x="1812608" y="224409"/>
                    <a:pt x="1824514" y="244697"/>
                  </a:cubicBezTo>
                  <a:cubicBezTo>
                    <a:pt x="1844802" y="279273"/>
                    <a:pt x="1876996" y="304324"/>
                    <a:pt x="1908715" y="328994"/>
                  </a:cubicBezTo>
                  <a:cubicBezTo>
                    <a:pt x="2019967" y="415195"/>
                    <a:pt x="2137886" y="494633"/>
                    <a:pt x="2226469" y="603695"/>
                  </a:cubicBezTo>
                  <a:cubicBezTo>
                    <a:pt x="2296287" y="689610"/>
                    <a:pt x="2347817" y="790480"/>
                    <a:pt x="2355628" y="900494"/>
                  </a:cubicBezTo>
                  <a:cubicBezTo>
                    <a:pt x="2363248" y="1007078"/>
                    <a:pt x="2329910" y="1111187"/>
                    <a:pt x="2281428" y="1206913"/>
                  </a:cubicBezTo>
                  <a:cubicBezTo>
                    <a:pt x="2233422" y="1301877"/>
                    <a:pt x="2170938" y="1388936"/>
                    <a:pt x="2092452" y="1460659"/>
                  </a:cubicBezTo>
                  <a:cubicBezTo>
                    <a:pt x="2016538" y="1530001"/>
                    <a:pt x="1927765" y="1583436"/>
                    <a:pt x="1834039" y="1625822"/>
                  </a:cubicBezTo>
                  <a:cubicBezTo>
                    <a:pt x="1743075" y="1666970"/>
                    <a:pt x="1647730" y="1697736"/>
                    <a:pt x="1558862" y="1743075"/>
                  </a:cubicBezTo>
                  <a:cubicBezTo>
                    <a:pt x="1494758" y="1775841"/>
                    <a:pt x="1434275" y="1816132"/>
                    <a:pt x="1386554" y="1869948"/>
                  </a:cubicBezTo>
                  <a:cubicBezTo>
                    <a:pt x="1334548" y="1928622"/>
                    <a:pt x="1300544" y="2000345"/>
                    <a:pt x="1271683" y="2073402"/>
                  </a:cubicBezTo>
                  <a:cubicBezTo>
                    <a:pt x="1235202" y="2165699"/>
                    <a:pt x="1206722" y="2260759"/>
                    <a:pt x="1178338" y="2355914"/>
                  </a:cubicBezTo>
                  <a:cubicBezTo>
                    <a:pt x="1156240" y="2429923"/>
                    <a:pt x="1134237" y="2504028"/>
                    <a:pt x="1113758" y="2578513"/>
                  </a:cubicBezTo>
                  <a:cubicBezTo>
                    <a:pt x="1090041" y="2664714"/>
                    <a:pt x="1068134" y="2751678"/>
                    <a:pt x="1034796" y="2834640"/>
                  </a:cubicBezTo>
                  <a:cubicBezTo>
                    <a:pt x="1000125" y="2920841"/>
                    <a:pt x="953643" y="3001613"/>
                    <a:pt x="905637" y="3081242"/>
                  </a:cubicBezTo>
                  <a:cubicBezTo>
                    <a:pt x="869442" y="3141155"/>
                    <a:pt x="832295" y="3200400"/>
                    <a:pt x="793147" y="3258407"/>
                  </a:cubicBezTo>
                  <a:cubicBezTo>
                    <a:pt x="718661" y="3368802"/>
                    <a:pt x="637223" y="3474434"/>
                    <a:pt x="546735" y="3571970"/>
                  </a:cubicBezTo>
                  <a:cubicBezTo>
                    <a:pt x="482632" y="3641027"/>
                    <a:pt x="414147" y="3705797"/>
                    <a:pt x="346996" y="3771900"/>
                  </a:cubicBezTo>
                  <a:cubicBezTo>
                    <a:pt x="288989" y="3828764"/>
                    <a:pt x="232029" y="3886676"/>
                    <a:pt x="174689" y="3944207"/>
                  </a:cubicBezTo>
                  <a:cubicBezTo>
                    <a:pt x="116586" y="4002596"/>
                    <a:pt x="58293" y="4060698"/>
                    <a:pt x="0" y="4118991"/>
                  </a:cubicBezTo>
                </a:path>
              </a:pathLst>
            </a:custGeom>
            <a:noFill/>
            <a:ln w="9525" cap="rnd">
              <a:solidFill>
                <a:schemeClr val="accent2">
                  <a:alpha val="50000"/>
                </a:schemeClr>
              </a:solidFill>
              <a:prstDash val="lgDash"/>
              <a:round/>
            </a:ln>
          </p:spPr>
          <p:txBody>
            <a:bodyPr rtlCol="0" anchor="ctr"/>
            <a:lstStyle/>
            <a:p>
              <a:endParaRPr lang="en-US"/>
            </a:p>
          </p:txBody>
        </p:sp>
        <p:sp>
          <p:nvSpPr>
            <p:cNvPr id="270" name="Freeform: Shape 269">
              <a:extLst>
                <a:ext uri="{FF2B5EF4-FFF2-40B4-BE49-F238E27FC236}">
                  <a16:creationId xmlns:a16="http://schemas.microsoft.com/office/drawing/2014/main" id="{AEF72001-4788-44E6-8592-7099340CA3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368431" cy="2644975"/>
            </a:xfrm>
            <a:custGeom>
              <a:avLst/>
              <a:gdLst>
                <a:gd name="connsiteX0" fmla="*/ 0 w 2059193"/>
                <a:gd name="connsiteY0" fmla="*/ 3980116 h 3980116"/>
                <a:gd name="connsiteX1" fmla="*/ 471583 w 2059193"/>
                <a:gd name="connsiteY1" fmla="*/ 3515678 h 3980116"/>
                <a:gd name="connsiteX2" fmla="*/ 758666 w 2059193"/>
                <a:gd name="connsiteY2" fmla="*/ 3163824 h 3980116"/>
                <a:gd name="connsiteX3" fmla="*/ 940499 w 2059193"/>
                <a:gd name="connsiteY3" fmla="*/ 2780824 h 3980116"/>
                <a:gd name="connsiteX4" fmla="*/ 1055370 w 2059193"/>
                <a:gd name="connsiteY4" fmla="*/ 2242185 h 3980116"/>
                <a:gd name="connsiteX5" fmla="*/ 1136714 w 2059193"/>
                <a:gd name="connsiteY5" fmla="*/ 1878330 h 3980116"/>
                <a:gd name="connsiteX6" fmla="*/ 1246727 w 2059193"/>
                <a:gd name="connsiteY6" fmla="*/ 1562386 h 3980116"/>
                <a:gd name="connsiteX7" fmla="*/ 1378363 w 2059193"/>
                <a:gd name="connsiteY7" fmla="*/ 1430750 h 3980116"/>
                <a:gd name="connsiteX8" fmla="*/ 1691831 w 2059193"/>
                <a:gd name="connsiteY8" fmla="*/ 1394841 h 3980116"/>
                <a:gd name="connsiteX9" fmla="*/ 1914335 w 2059193"/>
                <a:gd name="connsiteY9" fmla="*/ 1323023 h 3980116"/>
                <a:gd name="connsiteX10" fmla="*/ 2055495 w 2059193"/>
                <a:gd name="connsiteY10" fmla="*/ 1098042 h 3980116"/>
                <a:gd name="connsiteX11" fmla="*/ 2033969 w 2059193"/>
                <a:gd name="connsiteY11" fmla="*/ 930497 h 3980116"/>
                <a:gd name="connsiteX12" fmla="*/ 1885664 w 2059193"/>
                <a:gd name="connsiteY12" fmla="*/ 760571 h 3980116"/>
                <a:gd name="connsiteX13" fmla="*/ 1636871 w 2059193"/>
                <a:gd name="connsiteY13" fmla="*/ 612172 h 3980116"/>
                <a:gd name="connsiteX14" fmla="*/ 1335405 w 2059193"/>
                <a:gd name="connsiteY14" fmla="*/ 459010 h 3980116"/>
                <a:gd name="connsiteX15" fmla="*/ 1234916 w 2059193"/>
                <a:gd name="connsiteY15" fmla="*/ 269939 h 3980116"/>
                <a:gd name="connsiteX16" fmla="*/ 1386935 w 2059193"/>
                <a:gd name="connsiteY16" fmla="*/ 0 h 39801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9193" h="3980116">
                  <a:moveTo>
                    <a:pt x="0" y="3980116"/>
                  </a:moveTo>
                  <a:cubicBezTo>
                    <a:pt x="91345" y="3889534"/>
                    <a:pt x="382715" y="3608737"/>
                    <a:pt x="471583" y="3515678"/>
                  </a:cubicBezTo>
                  <a:cubicBezTo>
                    <a:pt x="576358" y="3405949"/>
                    <a:pt x="675989" y="3290983"/>
                    <a:pt x="758666" y="3163824"/>
                  </a:cubicBezTo>
                  <a:cubicBezTo>
                    <a:pt x="836105" y="3044857"/>
                    <a:pt x="897445" y="2916079"/>
                    <a:pt x="940499" y="2780824"/>
                  </a:cubicBezTo>
                  <a:cubicBezTo>
                    <a:pt x="996315" y="2605754"/>
                    <a:pt x="1020985" y="2422874"/>
                    <a:pt x="1055370" y="2242185"/>
                  </a:cubicBezTo>
                  <a:cubicBezTo>
                    <a:pt x="1078611" y="2120075"/>
                    <a:pt x="1107472" y="1999107"/>
                    <a:pt x="1136714" y="1878330"/>
                  </a:cubicBezTo>
                  <a:cubicBezTo>
                    <a:pt x="1163098" y="1769174"/>
                    <a:pt x="1189482" y="1658588"/>
                    <a:pt x="1246727" y="1562386"/>
                  </a:cubicBezTo>
                  <a:cubicBezTo>
                    <a:pt x="1279208" y="1507808"/>
                    <a:pt x="1321689" y="1459039"/>
                    <a:pt x="1378363" y="1430750"/>
                  </a:cubicBezTo>
                  <a:cubicBezTo>
                    <a:pt x="1473327" y="1383221"/>
                    <a:pt x="1584865" y="1402652"/>
                    <a:pt x="1691831" y="1394841"/>
                  </a:cubicBezTo>
                  <a:cubicBezTo>
                    <a:pt x="1771079" y="1389031"/>
                    <a:pt x="1849279" y="1368266"/>
                    <a:pt x="1914335" y="1323023"/>
                  </a:cubicBezTo>
                  <a:cubicBezTo>
                    <a:pt x="1989963" y="1270445"/>
                    <a:pt x="2041493" y="1189101"/>
                    <a:pt x="2055495" y="1098042"/>
                  </a:cubicBezTo>
                  <a:cubicBezTo>
                    <a:pt x="2064258" y="1041178"/>
                    <a:pt x="2057591" y="982980"/>
                    <a:pt x="2033969" y="930497"/>
                  </a:cubicBezTo>
                  <a:cubicBezTo>
                    <a:pt x="2002727" y="861060"/>
                    <a:pt x="1945958" y="807625"/>
                    <a:pt x="1885664" y="760571"/>
                  </a:cubicBezTo>
                  <a:cubicBezTo>
                    <a:pt x="1809179" y="700945"/>
                    <a:pt x="1725549" y="651415"/>
                    <a:pt x="1636871" y="612172"/>
                  </a:cubicBezTo>
                  <a:cubicBezTo>
                    <a:pt x="1532763" y="566071"/>
                    <a:pt x="1421606" y="532543"/>
                    <a:pt x="1335405" y="459010"/>
                  </a:cubicBezTo>
                  <a:cubicBezTo>
                    <a:pt x="1277969" y="409956"/>
                    <a:pt x="1232059" y="344615"/>
                    <a:pt x="1234916" y="269939"/>
                  </a:cubicBezTo>
                  <a:cubicBezTo>
                    <a:pt x="1237012" y="211741"/>
                    <a:pt x="1386935" y="0"/>
                    <a:pt x="1386935" y="0"/>
                  </a:cubicBezTo>
                </a:path>
              </a:pathLst>
            </a:custGeom>
            <a:noFill/>
            <a:ln w="9525" cap="rnd">
              <a:solidFill>
                <a:schemeClr val="accent2">
                  <a:alpha val="50000"/>
                </a:schemeClr>
              </a:solidFill>
              <a:prstDash val="lgDash"/>
              <a:round/>
            </a:ln>
          </p:spPr>
          <p:txBody>
            <a:bodyPr rtlCol="0" anchor="ctr"/>
            <a:lstStyle/>
            <a:p>
              <a:endParaRPr lang="en-US"/>
            </a:p>
          </p:txBody>
        </p:sp>
        <p:sp>
          <p:nvSpPr>
            <p:cNvPr id="271" name="Freeform: Shape 270">
              <a:extLst>
                <a:ext uri="{FF2B5EF4-FFF2-40B4-BE49-F238E27FC236}">
                  <a16:creationId xmlns:a16="http://schemas.microsoft.com/office/drawing/2014/main" id="{EA8C8919-696C-4290-B3EE-DDC5EDA43C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8825" y="543780"/>
              <a:ext cx="494287" cy="1905590"/>
            </a:xfrm>
            <a:custGeom>
              <a:avLst/>
              <a:gdLst>
                <a:gd name="connsiteX0" fmla="*/ 11144 w 743796"/>
                <a:gd name="connsiteY0" fmla="*/ 0 h 2867501"/>
                <a:gd name="connsiteX1" fmla="*/ 353663 w 743796"/>
                <a:gd name="connsiteY1" fmla="*/ 55245 h 2867501"/>
                <a:gd name="connsiteX2" fmla="*/ 571405 w 743796"/>
                <a:gd name="connsiteY2" fmla="*/ 179737 h 2867501"/>
                <a:gd name="connsiteX3" fmla="*/ 688658 w 743796"/>
                <a:gd name="connsiteY3" fmla="*/ 368808 h 2867501"/>
                <a:gd name="connsiteX4" fmla="*/ 731711 w 743796"/>
                <a:gd name="connsiteY4" fmla="*/ 612934 h 2867501"/>
                <a:gd name="connsiteX5" fmla="*/ 725233 w 743796"/>
                <a:gd name="connsiteY5" fmla="*/ 995648 h 2867501"/>
                <a:gd name="connsiteX6" fmla="*/ 742855 w 743796"/>
                <a:gd name="connsiteY6" fmla="*/ 1499330 h 2867501"/>
                <a:gd name="connsiteX7" fmla="*/ 707898 w 743796"/>
                <a:gd name="connsiteY7" fmla="*/ 1793081 h 2867501"/>
                <a:gd name="connsiteX8" fmla="*/ 633222 w 743796"/>
                <a:gd name="connsiteY8" fmla="*/ 2073592 h 2867501"/>
                <a:gd name="connsiteX9" fmla="*/ 404527 w 743796"/>
                <a:gd name="connsiteY9" fmla="*/ 2472404 h 2867501"/>
                <a:gd name="connsiteX10" fmla="*/ 0 w 743796"/>
                <a:gd name="connsiteY10" fmla="*/ 2867501 h 2867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3796" h="2867501">
                  <a:moveTo>
                    <a:pt x="11144" y="0"/>
                  </a:moveTo>
                  <a:cubicBezTo>
                    <a:pt x="101060" y="2953"/>
                    <a:pt x="268796" y="25146"/>
                    <a:pt x="353663" y="55245"/>
                  </a:cubicBezTo>
                  <a:cubicBezTo>
                    <a:pt x="433483" y="83534"/>
                    <a:pt x="510635" y="120967"/>
                    <a:pt x="571405" y="179737"/>
                  </a:cubicBezTo>
                  <a:cubicBezTo>
                    <a:pt x="625412" y="231934"/>
                    <a:pt x="663607" y="297942"/>
                    <a:pt x="688658" y="368808"/>
                  </a:cubicBezTo>
                  <a:cubicBezTo>
                    <a:pt x="716375" y="447103"/>
                    <a:pt x="727996" y="529876"/>
                    <a:pt x="731711" y="612934"/>
                  </a:cubicBezTo>
                  <a:cubicBezTo>
                    <a:pt x="737426" y="740474"/>
                    <a:pt x="724948" y="867918"/>
                    <a:pt x="725233" y="995648"/>
                  </a:cubicBezTo>
                  <a:cubicBezTo>
                    <a:pt x="725710" y="1163765"/>
                    <a:pt x="748665" y="1331309"/>
                    <a:pt x="742855" y="1499330"/>
                  </a:cubicBezTo>
                  <a:cubicBezTo>
                    <a:pt x="739426" y="1598009"/>
                    <a:pt x="725996" y="1696022"/>
                    <a:pt x="707898" y="1793081"/>
                  </a:cubicBezTo>
                  <a:cubicBezTo>
                    <a:pt x="690086" y="1888426"/>
                    <a:pt x="666845" y="1982724"/>
                    <a:pt x="633222" y="2073592"/>
                  </a:cubicBezTo>
                  <a:cubicBezTo>
                    <a:pt x="579692" y="2218182"/>
                    <a:pt x="499682" y="2351056"/>
                    <a:pt x="404527" y="2472404"/>
                  </a:cubicBezTo>
                  <a:cubicBezTo>
                    <a:pt x="266033" y="2648902"/>
                    <a:pt x="179642" y="2732818"/>
                    <a:pt x="0" y="2867501"/>
                  </a:cubicBezTo>
                </a:path>
              </a:pathLst>
            </a:custGeom>
            <a:noFill/>
            <a:ln w="9525" cap="rnd">
              <a:solidFill>
                <a:schemeClr val="accent2">
                  <a:alpha val="50000"/>
                </a:schemeClr>
              </a:solidFill>
              <a:prstDash val="lgDash"/>
              <a:round/>
            </a:ln>
          </p:spPr>
          <p:txBody>
            <a:bodyPr rtlCol="0" anchor="ctr"/>
            <a:lstStyle/>
            <a:p>
              <a:endParaRPr lang="en-US"/>
            </a:p>
          </p:txBody>
        </p:sp>
        <p:sp>
          <p:nvSpPr>
            <p:cNvPr id="272" name="Freeform: Shape 271">
              <a:extLst>
                <a:ext uri="{FF2B5EF4-FFF2-40B4-BE49-F238E27FC236}">
                  <a16:creationId xmlns:a16="http://schemas.microsoft.com/office/drawing/2014/main" id="{437F8271-7580-41CA-B352-6393A3EA87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672286"/>
              <a:ext cx="396930" cy="1690303"/>
            </a:xfrm>
            <a:custGeom>
              <a:avLst/>
              <a:gdLst>
                <a:gd name="connsiteX0" fmla="*/ 16478 w 597294"/>
                <a:gd name="connsiteY0" fmla="*/ 2079 h 2543540"/>
                <a:gd name="connsiteX1" fmla="*/ 299847 w 597294"/>
                <a:gd name="connsiteY1" fmla="*/ 53991 h 2543540"/>
                <a:gd name="connsiteX2" fmla="*/ 503206 w 597294"/>
                <a:gd name="connsiteY2" fmla="*/ 291354 h 2543540"/>
                <a:gd name="connsiteX3" fmla="*/ 525113 w 597294"/>
                <a:gd name="connsiteY3" fmla="*/ 724265 h 2543540"/>
                <a:gd name="connsiteX4" fmla="*/ 578930 w 597294"/>
                <a:gd name="connsiteY4" fmla="*/ 1117267 h 2543540"/>
                <a:gd name="connsiteX5" fmla="*/ 592931 w 597294"/>
                <a:gd name="connsiteY5" fmla="*/ 1476359 h 2543540"/>
                <a:gd name="connsiteX6" fmla="*/ 503206 w 597294"/>
                <a:gd name="connsiteY6" fmla="*/ 1859359 h 2543540"/>
                <a:gd name="connsiteX7" fmla="*/ 291846 w 597294"/>
                <a:gd name="connsiteY7" fmla="*/ 2250361 h 2543540"/>
                <a:gd name="connsiteX8" fmla="*/ 0 w 597294"/>
                <a:gd name="connsiteY8" fmla="*/ 2543540 h 25435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7294" h="2543540">
                  <a:moveTo>
                    <a:pt x="16478" y="2079"/>
                  </a:moveTo>
                  <a:cubicBezTo>
                    <a:pt x="101441" y="-6684"/>
                    <a:pt x="224885" y="12557"/>
                    <a:pt x="299847" y="53991"/>
                  </a:cubicBezTo>
                  <a:cubicBezTo>
                    <a:pt x="394240" y="106092"/>
                    <a:pt x="468440" y="189341"/>
                    <a:pt x="503206" y="291354"/>
                  </a:cubicBezTo>
                  <a:cubicBezTo>
                    <a:pt x="550069" y="429085"/>
                    <a:pt x="520827" y="577770"/>
                    <a:pt x="525113" y="724265"/>
                  </a:cubicBezTo>
                  <a:cubicBezTo>
                    <a:pt x="529019" y="856472"/>
                    <a:pt x="561118" y="986012"/>
                    <a:pt x="578930" y="1117267"/>
                  </a:cubicBezTo>
                  <a:cubicBezTo>
                    <a:pt x="595122" y="1236234"/>
                    <a:pt x="602742" y="1356630"/>
                    <a:pt x="592931" y="1476359"/>
                  </a:cubicBezTo>
                  <a:cubicBezTo>
                    <a:pt x="582073" y="1607709"/>
                    <a:pt x="549783" y="1736011"/>
                    <a:pt x="503206" y="1859359"/>
                  </a:cubicBezTo>
                  <a:cubicBezTo>
                    <a:pt x="450628" y="1998710"/>
                    <a:pt x="383857" y="2133298"/>
                    <a:pt x="291846" y="2250361"/>
                  </a:cubicBezTo>
                  <a:cubicBezTo>
                    <a:pt x="231553" y="2327132"/>
                    <a:pt x="73819" y="2479532"/>
                    <a:pt x="0" y="2543540"/>
                  </a:cubicBezTo>
                </a:path>
              </a:pathLst>
            </a:custGeom>
            <a:noFill/>
            <a:ln w="9525" cap="rnd">
              <a:solidFill>
                <a:schemeClr val="accent2">
                  <a:alpha val="50000"/>
                </a:schemeClr>
              </a:solidFill>
              <a:prstDash val="lgDash"/>
              <a:round/>
            </a:ln>
          </p:spPr>
          <p:txBody>
            <a:bodyPr rtlCol="0" anchor="ctr"/>
            <a:lstStyle/>
            <a:p>
              <a:endParaRPr lang="en-US"/>
            </a:p>
          </p:txBody>
        </p:sp>
        <p:sp>
          <p:nvSpPr>
            <p:cNvPr id="273" name="Freeform: Shape 272">
              <a:extLst>
                <a:ext uri="{FF2B5EF4-FFF2-40B4-BE49-F238E27FC236}">
                  <a16:creationId xmlns:a16="http://schemas.microsoft.com/office/drawing/2014/main" id="{1E1B97F8-5B65-43A1-9BC3-FEF0AD7C7A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3002" y="881264"/>
              <a:ext cx="258791" cy="1336561"/>
            </a:xfrm>
            <a:custGeom>
              <a:avLst/>
              <a:gdLst>
                <a:gd name="connsiteX0" fmla="*/ 0 w 389425"/>
                <a:gd name="connsiteY0" fmla="*/ 33 h 2011236"/>
                <a:gd name="connsiteX1" fmla="*/ 171260 w 389425"/>
                <a:gd name="connsiteY1" fmla="*/ 60326 h 2011236"/>
                <a:gd name="connsiteX2" fmla="*/ 211455 w 389425"/>
                <a:gd name="connsiteY2" fmla="*/ 221204 h 2011236"/>
                <a:gd name="connsiteX3" fmla="*/ 243078 w 389425"/>
                <a:gd name="connsiteY3" fmla="*/ 448089 h 2011236"/>
                <a:gd name="connsiteX4" fmla="*/ 346424 w 389425"/>
                <a:gd name="connsiteY4" fmla="*/ 789941 h 2011236"/>
                <a:gd name="connsiteX5" fmla="*/ 372237 w 389425"/>
                <a:gd name="connsiteY5" fmla="*/ 942151 h 2011236"/>
                <a:gd name="connsiteX6" fmla="*/ 386620 w 389425"/>
                <a:gd name="connsiteY6" fmla="*/ 1272478 h 2011236"/>
                <a:gd name="connsiteX7" fmla="*/ 280416 w 389425"/>
                <a:gd name="connsiteY7" fmla="*/ 1660241 h 2011236"/>
                <a:gd name="connsiteX8" fmla="*/ 151257 w 389425"/>
                <a:gd name="connsiteY8" fmla="*/ 1844073 h 2011236"/>
                <a:gd name="connsiteX9" fmla="*/ 1905 w 389425"/>
                <a:gd name="connsiteY9" fmla="*/ 2011237 h 2011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9425" h="2011236">
                  <a:moveTo>
                    <a:pt x="0" y="33"/>
                  </a:moveTo>
                  <a:cubicBezTo>
                    <a:pt x="57912" y="-824"/>
                    <a:pt x="136112" y="14892"/>
                    <a:pt x="171260" y="60326"/>
                  </a:cubicBezTo>
                  <a:cubicBezTo>
                    <a:pt x="205645" y="104903"/>
                    <a:pt x="207740" y="164244"/>
                    <a:pt x="211455" y="221204"/>
                  </a:cubicBezTo>
                  <a:cubicBezTo>
                    <a:pt x="216408" y="297594"/>
                    <a:pt x="225838" y="373604"/>
                    <a:pt x="243078" y="448089"/>
                  </a:cubicBezTo>
                  <a:cubicBezTo>
                    <a:pt x="269939" y="564199"/>
                    <a:pt x="319183" y="673927"/>
                    <a:pt x="346424" y="789941"/>
                  </a:cubicBezTo>
                  <a:cubicBezTo>
                    <a:pt x="358235" y="840043"/>
                    <a:pt x="365951" y="891097"/>
                    <a:pt x="372237" y="942151"/>
                  </a:cubicBezTo>
                  <a:cubicBezTo>
                    <a:pt x="385858" y="1051784"/>
                    <a:pt x="394049" y="1162274"/>
                    <a:pt x="386620" y="1272478"/>
                  </a:cubicBezTo>
                  <a:cubicBezTo>
                    <a:pt x="377476" y="1407828"/>
                    <a:pt x="344996" y="1541178"/>
                    <a:pt x="280416" y="1660241"/>
                  </a:cubicBezTo>
                  <a:cubicBezTo>
                    <a:pt x="244602" y="1726249"/>
                    <a:pt x="199358" y="1786352"/>
                    <a:pt x="151257" y="1844073"/>
                  </a:cubicBezTo>
                  <a:cubicBezTo>
                    <a:pt x="79534" y="1930084"/>
                    <a:pt x="89345" y="1941419"/>
                    <a:pt x="1905" y="2011237"/>
                  </a:cubicBezTo>
                </a:path>
              </a:pathLst>
            </a:custGeom>
            <a:noFill/>
            <a:ln w="9525" cap="rnd">
              <a:solidFill>
                <a:schemeClr val="accent2">
                  <a:alpha val="50000"/>
                </a:schemeClr>
              </a:solidFill>
              <a:prstDash val="lgDash"/>
              <a:round/>
            </a:ln>
          </p:spPr>
          <p:txBody>
            <a:bodyPr rtlCol="0" anchor="ctr"/>
            <a:lstStyle/>
            <a:p>
              <a:endParaRPr lang="en-US"/>
            </a:p>
          </p:txBody>
        </p:sp>
      </p:grpSp>
    </p:spTree>
    <p:extLst>
      <p:ext uri="{BB962C8B-B14F-4D97-AF65-F5344CB8AC3E}">
        <p14:creationId xmlns:p14="http://schemas.microsoft.com/office/powerpoint/2010/main" val="347372926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8651CFA9-6065-4243-AC48-858E35978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65000"/>
                  <a:lumOff val="35000"/>
                </a:schemeClr>
              </a:solidFill>
              <a:latin typeface="AvenirNext LT Pro Medium" panose="020B0504020202020204" pitchFamily="34" charset="0"/>
            </a:endParaRPr>
          </a:p>
        </p:txBody>
      </p:sp>
      <p:sp>
        <p:nvSpPr>
          <p:cNvPr id="50" name="Rectangle 49">
            <a:extLst>
              <a:ext uri="{FF2B5EF4-FFF2-40B4-BE49-F238E27FC236}">
                <a16:creationId xmlns:a16="http://schemas.microsoft.com/office/drawing/2014/main" id="{37962AE0-6A1C-4B76-9D52-10E5E6D7D3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65000"/>
                  <a:lumOff val="35000"/>
                </a:schemeClr>
              </a:solidFill>
              <a:latin typeface="AvenirNext LT Pro Medium" panose="020B0504020202020204" pitchFamily="34" charset="0"/>
            </a:endParaRPr>
          </a:p>
        </p:txBody>
      </p:sp>
      <p:grpSp>
        <p:nvGrpSpPr>
          <p:cNvPr id="52" name="Top left">
            <a:extLst>
              <a:ext uri="{FF2B5EF4-FFF2-40B4-BE49-F238E27FC236}">
                <a16:creationId xmlns:a16="http://schemas.microsoft.com/office/drawing/2014/main" id="{32D15CB3-AC64-41F7-86F8-22A111F3DC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425" y="-1543"/>
            <a:ext cx="2198951" cy="3349518"/>
            <a:chOff x="10849" y="-3086"/>
            <a:chExt cx="2198951" cy="3349518"/>
          </a:xfrm>
        </p:grpSpPr>
        <p:sp>
          <p:nvSpPr>
            <p:cNvPr id="53" name="Freeform: Shape 52">
              <a:extLst>
                <a:ext uri="{FF2B5EF4-FFF2-40B4-BE49-F238E27FC236}">
                  <a16:creationId xmlns:a16="http://schemas.microsoft.com/office/drawing/2014/main" id="{9B8FAC53-55F6-4B51-8FAD-977E5E7D7E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692844" y="-3086"/>
              <a:ext cx="1326111" cy="59760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solidFill>
                  <a:schemeClr val="tx1">
                    <a:lumMod val="65000"/>
                    <a:lumOff val="35000"/>
                  </a:schemeClr>
                </a:solidFill>
                <a:latin typeface="AvenirNext LT Pro Medium" panose="020B0504020202020204" pitchFamily="34" charset="0"/>
              </a:endParaRPr>
            </a:p>
          </p:txBody>
        </p:sp>
        <p:sp>
          <p:nvSpPr>
            <p:cNvPr id="54" name="Freeform: Shape 53">
              <a:extLst>
                <a:ext uri="{FF2B5EF4-FFF2-40B4-BE49-F238E27FC236}">
                  <a16:creationId xmlns:a16="http://schemas.microsoft.com/office/drawing/2014/main" id="{BC29D267-CD4D-4FD7-8F45-1C8FB4235A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394" y="15241"/>
              <a:ext cx="2190406" cy="3331191"/>
            </a:xfrm>
            <a:custGeom>
              <a:avLst/>
              <a:gdLst>
                <a:gd name="connsiteX0" fmla="*/ 0 w 3296088"/>
                <a:gd name="connsiteY0" fmla="*/ 5012722 h 5012722"/>
                <a:gd name="connsiteX1" fmla="*/ 244031 w 3296088"/>
                <a:gd name="connsiteY1" fmla="*/ 4820222 h 5012722"/>
                <a:gd name="connsiteX2" fmla="*/ 729234 w 3296088"/>
                <a:gd name="connsiteY2" fmla="*/ 4360641 h 5012722"/>
                <a:gd name="connsiteX3" fmla="*/ 881444 w 3296088"/>
                <a:gd name="connsiteY3" fmla="*/ 4173950 h 5012722"/>
                <a:gd name="connsiteX4" fmla="*/ 1151287 w 3296088"/>
                <a:gd name="connsiteY4" fmla="*/ 3972877 h 5012722"/>
                <a:gd name="connsiteX5" fmla="*/ 1498664 w 3296088"/>
                <a:gd name="connsiteY5" fmla="*/ 3786188 h 5012722"/>
                <a:gd name="connsiteX6" fmla="*/ 1716881 w 3296088"/>
                <a:gd name="connsiteY6" fmla="*/ 3674174 h 5012722"/>
                <a:gd name="connsiteX7" fmla="*/ 1913573 w 3296088"/>
                <a:gd name="connsiteY7" fmla="*/ 3477387 h 5012722"/>
                <a:gd name="connsiteX8" fmla="*/ 2167700 w 3296088"/>
                <a:gd name="connsiteY8" fmla="*/ 3042190 h 5012722"/>
                <a:gd name="connsiteX9" fmla="*/ 2273903 w 3296088"/>
                <a:gd name="connsiteY9" fmla="*/ 2775014 h 5012722"/>
                <a:gd name="connsiteX10" fmla="*/ 2463356 w 3296088"/>
                <a:gd name="connsiteY10" fmla="*/ 2335530 h 5012722"/>
                <a:gd name="connsiteX11" fmla="*/ 2741866 w 3296088"/>
                <a:gd name="connsiteY11" fmla="*/ 1982248 h 5012722"/>
                <a:gd name="connsiteX12" fmla="*/ 2985897 w 3296088"/>
                <a:gd name="connsiteY12" fmla="*/ 1634681 h 5012722"/>
                <a:gd name="connsiteX13" fmla="*/ 3212687 w 3296088"/>
                <a:gd name="connsiteY13" fmla="*/ 1226820 h 5012722"/>
                <a:gd name="connsiteX14" fmla="*/ 3281553 w 3296088"/>
                <a:gd name="connsiteY14" fmla="*/ 959644 h 5012722"/>
                <a:gd name="connsiteX15" fmla="*/ 3295936 w 3296088"/>
                <a:gd name="connsiteY15" fmla="*/ 701135 h 5012722"/>
                <a:gd name="connsiteX16" fmla="*/ 3267266 w 3296088"/>
                <a:gd name="connsiteY16" fmla="*/ 436817 h 5012722"/>
                <a:gd name="connsiteX17" fmla="*/ 3105341 w 3296088"/>
                <a:gd name="connsiteY17" fmla="*/ 0 h 501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296088" h="5012722">
                  <a:moveTo>
                    <a:pt x="0" y="5012722"/>
                  </a:moveTo>
                  <a:cubicBezTo>
                    <a:pt x="81820" y="4949095"/>
                    <a:pt x="163544" y="4885468"/>
                    <a:pt x="244031" y="4820222"/>
                  </a:cubicBezTo>
                  <a:cubicBezTo>
                    <a:pt x="417671" y="4679633"/>
                    <a:pt x="589883" y="4535139"/>
                    <a:pt x="729234" y="4360641"/>
                  </a:cubicBezTo>
                  <a:cubicBezTo>
                    <a:pt x="779431" y="4297776"/>
                    <a:pt x="825818" y="4231958"/>
                    <a:pt x="881444" y="4173950"/>
                  </a:cubicBezTo>
                  <a:cubicBezTo>
                    <a:pt x="959358" y="4092607"/>
                    <a:pt x="1054799" y="4031075"/>
                    <a:pt x="1151287" y="3972877"/>
                  </a:cubicBezTo>
                  <a:cubicBezTo>
                    <a:pt x="1263968" y="3904964"/>
                    <a:pt x="1379315" y="3841337"/>
                    <a:pt x="1498664" y="3786188"/>
                  </a:cubicBezTo>
                  <a:cubicBezTo>
                    <a:pt x="1573149" y="3751802"/>
                    <a:pt x="1649159" y="3720179"/>
                    <a:pt x="1716881" y="3674174"/>
                  </a:cubicBezTo>
                  <a:cubicBezTo>
                    <a:pt x="1794034" y="3621691"/>
                    <a:pt x="1856708" y="3551492"/>
                    <a:pt x="1913573" y="3477387"/>
                  </a:cubicBezTo>
                  <a:cubicBezTo>
                    <a:pt x="2016157" y="3343751"/>
                    <a:pt x="2099024" y="3196114"/>
                    <a:pt x="2167700" y="3042190"/>
                  </a:cubicBezTo>
                  <a:cubicBezTo>
                    <a:pt x="2206752" y="2954655"/>
                    <a:pt x="2241233" y="2865215"/>
                    <a:pt x="2273903" y="2775014"/>
                  </a:cubicBezTo>
                  <a:cubicBezTo>
                    <a:pt x="2328482" y="2624423"/>
                    <a:pt x="2379440" y="2471642"/>
                    <a:pt x="2463356" y="2335530"/>
                  </a:cubicBezTo>
                  <a:cubicBezTo>
                    <a:pt x="2542127" y="2207705"/>
                    <a:pt x="2647855" y="2099501"/>
                    <a:pt x="2741866" y="1982248"/>
                  </a:cubicBezTo>
                  <a:cubicBezTo>
                    <a:pt x="2830449" y="1871758"/>
                    <a:pt x="2908554" y="1753362"/>
                    <a:pt x="2985897" y="1634681"/>
                  </a:cubicBezTo>
                  <a:cubicBezTo>
                    <a:pt x="3071146" y="1503902"/>
                    <a:pt x="3156395" y="1372172"/>
                    <a:pt x="3212687" y="1226820"/>
                  </a:cubicBezTo>
                  <a:cubicBezTo>
                    <a:pt x="3246025" y="1140809"/>
                    <a:pt x="3268790" y="1051084"/>
                    <a:pt x="3281553" y="959644"/>
                  </a:cubicBezTo>
                  <a:cubicBezTo>
                    <a:pt x="3293555" y="874014"/>
                    <a:pt x="3296888" y="787527"/>
                    <a:pt x="3295936" y="701135"/>
                  </a:cubicBezTo>
                  <a:cubicBezTo>
                    <a:pt x="3294888" y="612172"/>
                    <a:pt x="3289268" y="523018"/>
                    <a:pt x="3267266" y="436817"/>
                  </a:cubicBezTo>
                  <a:cubicBezTo>
                    <a:pt x="3227832" y="282416"/>
                    <a:pt x="3105341" y="0"/>
                    <a:pt x="3105341" y="0"/>
                  </a:cubicBezTo>
                </a:path>
              </a:pathLst>
            </a:custGeom>
            <a:noFill/>
            <a:ln w="9525" cap="rnd">
              <a:solidFill>
                <a:schemeClr val="accent2">
                  <a:alpha val="50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55" name="Freeform: Shape 54">
              <a:extLst>
                <a:ext uri="{FF2B5EF4-FFF2-40B4-BE49-F238E27FC236}">
                  <a16:creationId xmlns:a16="http://schemas.microsoft.com/office/drawing/2014/main" id="{0EFC9A2B-D1CA-4247-836D-EAB80EB5ED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978674" cy="3074959"/>
            </a:xfrm>
            <a:custGeom>
              <a:avLst/>
              <a:gdLst>
                <a:gd name="connsiteX0" fmla="*/ 0 w 2977477"/>
                <a:gd name="connsiteY0" fmla="*/ 4627150 h 4627149"/>
                <a:gd name="connsiteX1" fmla="*/ 275082 w 2977477"/>
                <a:gd name="connsiteY1" fmla="*/ 4341590 h 4627149"/>
                <a:gd name="connsiteX2" fmla="*/ 502825 w 2977477"/>
                <a:gd name="connsiteY2" fmla="*/ 4054126 h 4627149"/>
                <a:gd name="connsiteX3" fmla="*/ 666179 w 2977477"/>
                <a:gd name="connsiteY3" fmla="*/ 3890677 h 4627149"/>
                <a:gd name="connsiteX4" fmla="*/ 864203 w 2977477"/>
                <a:gd name="connsiteY4" fmla="*/ 3675983 h 4627149"/>
                <a:gd name="connsiteX5" fmla="*/ 982599 w 2977477"/>
                <a:gd name="connsiteY5" fmla="*/ 3557492 h 4627149"/>
                <a:gd name="connsiteX6" fmla="*/ 1188244 w 2977477"/>
                <a:gd name="connsiteY6" fmla="*/ 3329654 h 4627149"/>
                <a:gd name="connsiteX7" fmla="*/ 1344740 w 2977477"/>
                <a:gd name="connsiteY7" fmla="*/ 3146774 h 4627149"/>
                <a:gd name="connsiteX8" fmla="*/ 1470755 w 2977477"/>
                <a:gd name="connsiteY8" fmla="*/ 2984659 h 4627149"/>
                <a:gd name="connsiteX9" fmla="*/ 1657636 w 2977477"/>
                <a:gd name="connsiteY9" fmla="*/ 2670239 h 4627149"/>
                <a:gd name="connsiteX10" fmla="*/ 1762887 w 2977477"/>
                <a:gd name="connsiteY10" fmla="*/ 2473547 h 4627149"/>
                <a:gd name="connsiteX11" fmla="*/ 1866710 w 2977477"/>
                <a:gd name="connsiteY11" fmla="*/ 2290667 h 4627149"/>
                <a:gd name="connsiteX12" fmla="*/ 2106263 w 2977477"/>
                <a:gd name="connsiteY12" fmla="*/ 2030254 h 4627149"/>
                <a:gd name="connsiteX13" fmla="*/ 2277237 w 2977477"/>
                <a:gd name="connsiteY13" fmla="*/ 1859185 h 4627149"/>
                <a:gd name="connsiteX14" fmla="*/ 2499455 w 2977477"/>
                <a:gd name="connsiteY14" fmla="*/ 1656207 h 4627149"/>
                <a:gd name="connsiteX15" fmla="*/ 2707100 w 2977477"/>
                <a:gd name="connsiteY15" fmla="*/ 1390269 h 4627149"/>
                <a:gd name="connsiteX16" fmla="*/ 2812352 w 2977477"/>
                <a:gd name="connsiteY16" fmla="*/ 1230916 h 4627149"/>
                <a:gd name="connsiteX17" fmla="*/ 2898172 w 2977477"/>
                <a:gd name="connsiteY17" fmla="*/ 1036987 h 4627149"/>
                <a:gd name="connsiteX18" fmla="*/ 2963228 w 2977477"/>
                <a:gd name="connsiteY18" fmla="*/ 850011 h 4627149"/>
                <a:gd name="connsiteX19" fmla="*/ 2977325 w 2977477"/>
                <a:gd name="connsiteY19" fmla="*/ 745427 h 4627149"/>
                <a:gd name="connsiteX20" fmla="*/ 2929509 w 2977477"/>
                <a:gd name="connsiteY20" fmla="*/ 480155 h 4627149"/>
                <a:gd name="connsiteX21" fmla="*/ 2563082 w 2977477"/>
                <a:gd name="connsiteY21" fmla="*/ 0 h 4627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77477" h="4627149">
                  <a:moveTo>
                    <a:pt x="0" y="4627150"/>
                  </a:moveTo>
                  <a:cubicBezTo>
                    <a:pt x="79820" y="4552283"/>
                    <a:pt x="203835" y="4424648"/>
                    <a:pt x="275082" y="4341590"/>
                  </a:cubicBezTo>
                  <a:cubicBezTo>
                    <a:pt x="354711" y="4248722"/>
                    <a:pt x="421005" y="4145090"/>
                    <a:pt x="502825" y="4054126"/>
                  </a:cubicBezTo>
                  <a:cubicBezTo>
                    <a:pt x="554355" y="3996881"/>
                    <a:pt x="612362" y="3945827"/>
                    <a:pt x="666179" y="3890677"/>
                  </a:cubicBezTo>
                  <a:cubicBezTo>
                    <a:pt x="734187" y="3821049"/>
                    <a:pt x="796671" y="3746183"/>
                    <a:pt x="864203" y="3675983"/>
                  </a:cubicBezTo>
                  <a:cubicBezTo>
                    <a:pt x="902875" y="3635788"/>
                    <a:pt x="943642" y="3597593"/>
                    <a:pt x="982599" y="3557492"/>
                  </a:cubicBezTo>
                  <a:cubicBezTo>
                    <a:pt x="1053941" y="3484150"/>
                    <a:pt x="1121378" y="3407093"/>
                    <a:pt x="1188244" y="3329654"/>
                  </a:cubicBezTo>
                  <a:cubicBezTo>
                    <a:pt x="1240631" y="3268885"/>
                    <a:pt x="1293495" y="3208496"/>
                    <a:pt x="1344740" y="3146774"/>
                  </a:cubicBezTo>
                  <a:cubicBezTo>
                    <a:pt x="1388459" y="3094101"/>
                    <a:pt x="1431512" y="3040761"/>
                    <a:pt x="1470755" y="2984659"/>
                  </a:cubicBezTo>
                  <a:cubicBezTo>
                    <a:pt x="1540764" y="2884646"/>
                    <a:pt x="1598771" y="2777109"/>
                    <a:pt x="1657636" y="2670239"/>
                  </a:cubicBezTo>
                  <a:cubicBezTo>
                    <a:pt x="1693545" y="2605088"/>
                    <a:pt x="1728502" y="2539460"/>
                    <a:pt x="1762887" y="2473547"/>
                  </a:cubicBezTo>
                  <a:cubicBezTo>
                    <a:pt x="1795367" y="2411349"/>
                    <a:pt x="1826419" y="2348103"/>
                    <a:pt x="1866710" y="2290667"/>
                  </a:cubicBezTo>
                  <a:cubicBezTo>
                    <a:pt x="1934623" y="2193893"/>
                    <a:pt x="2022729" y="2114169"/>
                    <a:pt x="2106263" y="2030254"/>
                  </a:cubicBezTo>
                  <a:cubicBezTo>
                    <a:pt x="2163128" y="1973104"/>
                    <a:pt x="2218182" y="1914049"/>
                    <a:pt x="2277237" y="1859185"/>
                  </a:cubicBezTo>
                  <a:cubicBezTo>
                    <a:pt x="2350770" y="1790891"/>
                    <a:pt x="2430304" y="1728978"/>
                    <a:pt x="2499455" y="1656207"/>
                  </a:cubicBezTo>
                  <a:cubicBezTo>
                    <a:pt x="2576989" y="1574578"/>
                    <a:pt x="2641568" y="1481900"/>
                    <a:pt x="2707100" y="1390269"/>
                  </a:cubicBezTo>
                  <a:cubicBezTo>
                    <a:pt x="2744153" y="1338453"/>
                    <a:pt x="2781586" y="1286732"/>
                    <a:pt x="2812352" y="1230916"/>
                  </a:cubicBezTo>
                  <a:cubicBezTo>
                    <a:pt x="2846546" y="1168908"/>
                    <a:pt x="2872550" y="1102900"/>
                    <a:pt x="2898172" y="1036987"/>
                  </a:cubicBezTo>
                  <a:cubicBezTo>
                    <a:pt x="2922175" y="975455"/>
                    <a:pt x="2948273" y="914305"/>
                    <a:pt x="2963228" y="850011"/>
                  </a:cubicBezTo>
                  <a:cubicBezTo>
                    <a:pt x="2971229" y="815626"/>
                    <a:pt x="2976563" y="780764"/>
                    <a:pt x="2977325" y="745427"/>
                  </a:cubicBezTo>
                  <a:cubicBezTo>
                    <a:pt x="2979230" y="654844"/>
                    <a:pt x="2963323" y="564261"/>
                    <a:pt x="2929509" y="480155"/>
                  </a:cubicBezTo>
                  <a:cubicBezTo>
                    <a:pt x="2851309" y="285655"/>
                    <a:pt x="2563082" y="0"/>
                    <a:pt x="2563082" y="0"/>
                  </a:cubicBezTo>
                </a:path>
              </a:pathLst>
            </a:custGeom>
            <a:noFill/>
            <a:ln w="9525" cap="rnd">
              <a:solidFill>
                <a:schemeClr val="accent2">
                  <a:alpha val="50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56" name="Freeform: Shape 55">
              <a:extLst>
                <a:ext uri="{FF2B5EF4-FFF2-40B4-BE49-F238E27FC236}">
                  <a16:creationId xmlns:a16="http://schemas.microsoft.com/office/drawing/2014/main" id="{F4F9AB28-B3F0-425B-8E51-E16DDB85368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92" y="15178"/>
              <a:ext cx="1566146" cy="2737264"/>
            </a:xfrm>
            <a:custGeom>
              <a:avLst/>
              <a:gdLst>
                <a:gd name="connsiteX0" fmla="*/ 1707071 w 2356712"/>
                <a:gd name="connsiteY0" fmla="*/ 0 h 4118991"/>
                <a:gd name="connsiteX1" fmla="*/ 1824514 w 2356712"/>
                <a:gd name="connsiteY1" fmla="*/ 244697 h 4118991"/>
                <a:gd name="connsiteX2" fmla="*/ 1908715 w 2356712"/>
                <a:gd name="connsiteY2" fmla="*/ 328994 h 4118991"/>
                <a:gd name="connsiteX3" fmla="*/ 2226469 w 2356712"/>
                <a:gd name="connsiteY3" fmla="*/ 603695 h 4118991"/>
                <a:gd name="connsiteX4" fmla="*/ 2355628 w 2356712"/>
                <a:gd name="connsiteY4" fmla="*/ 900494 h 4118991"/>
                <a:gd name="connsiteX5" fmla="*/ 2281428 w 2356712"/>
                <a:gd name="connsiteY5" fmla="*/ 1206913 h 4118991"/>
                <a:gd name="connsiteX6" fmla="*/ 2092452 w 2356712"/>
                <a:gd name="connsiteY6" fmla="*/ 1460659 h 4118991"/>
                <a:gd name="connsiteX7" fmla="*/ 1834039 w 2356712"/>
                <a:gd name="connsiteY7" fmla="*/ 1625822 h 4118991"/>
                <a:gd name="connsiteX8" fmla="*/ 1558862 w 2356712"/>
                <a:gd name="connsiteY8" fmla="*/ 1743075 h 4118991"/>
                <a:gd name="connsiteX9" fmla="*/ 1386554 w 2356712"/>
                <a:gd name="connsiteY9" fmla="*/ 1869948 h 4118991"/>
                <a:gd name="connsiteX10" fmla="*/ 1271683 w 2356712"/>
                <a:gd name="connsiteY10" fmla="*/ 2073402 h 4118991"/>
                <a:gd name="connsiteX11" fmla="*/ 1178338 w 2356712"/>
                <a:gd name="connsiteY11" fmla="*/ 2355914 h 4118991"/>
                <a:gd name="connsiteX12" fmla="*/ 1113758 w 2356712"/>
                <a:gd name="connsiteY12" fmla="*/ 2578513 h 4118991"/>
                <a:gd name="connsiteX13" fmla="*/ 1034796 w 2356712"/>
                <a:gd name="connsiteY13" fmla="*/ 2834640 h 4118991"/>
                <a:gd name="connsiteX14" fmla="*/ 905637 w 2356712"/>
                <a:gd name="connsiteY14" fmla="*/ 3081242 h 4118991"/>
                <a:gd name="connsiteX15" fmla="*/ 793147 w 2356712"/>
                <a:gd name="connsiteY15" fmla="*/ 3258407 h 4118991"/>
                <a:gd name="connsiteX16" fmla="*/ 546735 w 2356712"/>
                <a:gd name="connsiteY16" fmla="*/ 3571970 h 4118991"/>
                <a:gd name="connsiteX17" fmla="*/ 346996 w 2356712"/>
                <a:gd name="connsiteY17" fmla="*/ 3771900 h 4118991"/>
                <a:gd name="connsiteX18" fmla="*/ 174689 w 2356712"/>
                <a:gd name="connsiteY18" fmla="*/ 3944207 h 4118991"/>
                <a:gd name="connsiteX19" fmla="*/ 0 w 2356712"/>
                <a:gd name="connsiteY19" fmla="*/ 4118991 h 4118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356712" h="4118991">
                  <a:moveTo>
                    <a:pt x="1707071" y="0"/>
                  </a:moveTo>
                  <a:cubicBezTo>
                    <a:pt x="1715357" y="22098"/>
                    <a:pt x="1812608" y="224409"/>
                    <a:pt x="1824514" y="244697"/>
                  </a:cubicBezTo>
                  <a:cubicBezTo>
                    <a:pt x="1844802" y="279273"/>
                    <a:pt x="1876996" y="304324"/>
                    <a:pt x="1908715" y="328994"/>
                  </a:cubicBezTo>
                  <a:cubicBezTo>
                    <a:pt x="2019967" y="415195"/>
                    <a:pt x="2137886" y="494633"/>
                    <a:pt x="2226469" y="603695"/>
                  </a:cubicBezTo>
                  <a:cubicBezTo>
                    <a:pt x="2296287" y="689610"/>
                    <a:pt x="2347817" y="790480"/>
                    <a:pt x="2355628" y="900494"/>
                  </a:cubicBezTo>
                  <a:cubicBezTo>
                    <a:pt x="2363248" y="1007078"/>
                    <a:pt x="2329910" y="1111187"/>
                    <a:pt x="2281428" y="1206913"/>
                  </a:cubicBezTo>
                  <a:cubicBezTo>
                    <a:pt x="2233422" y="1301877"/>
                    <a:pt x="2170938" y="1388936"/>
                    <a:pt x="2092452" y="1460659"/>
                  </a:cubicBezTo>
                  <a:cubicBezTo>
                    <a:pt x="2016538" y="1530001"/>
                    <a:pt x="1927765" y="1583436"/>
                    <a:pt x="1834039" y="1625822"/>
                  </a:cubicBezTo>
                  <a:cubicBezTo>
                    <a:pt x="1743075" y="1666970"/>
                    <a:pt x="1647730" y="1697736"/>
                    <a:pt x="1558862" y="1743075"/>
                  </a:cubicBezTo>
                  <a:cubicBezTo>
                    <a:pt x="1494758" y="1775841"/>
                    <a:pt x="1434275" y="1816132"/>
                    <a:pt x="1386554" y="1869948"/>
                  </a:cubicBezTo>
                  <a:cubicBezTo>
                    <a:pt x="1334548" y="1928622"/>
                    <a:pt x="1300544" y="2000345"/>
                    <a:pt x="1271683" y="2073402"/>
                  </a:cubicBezTo>
                  <a:cubicBezTo>
                    <a:pt x="1235202" y="2165699"/>
                    <a:pt x="1206722" y="2260759"/>
                    <a:pt x="1178338" y="2355914"/>
                  </a:cubicBezTo>
                  <a:cubicBezTo>
                    <a:pt x="1156240" y="2429923"/>
                    <a:pt x="1134237" y="2504028"/>
                    <a:pt x="1113758" y="2578513"/>
                  </a:cubicBezTo>
                  <a:cubicBezTo>
                    <a:pt x="1090041" y="2664714"/>
                    <a:pt x="1068134" y="2751678"/>
                    <a:pt x="1034796" y="2834640"/>
                  </a:cubicBezTo>
                  <a:cubicBezTo>
                    <a:pt x="1000125" y="2920841"/>
                    <a:pt x="953643" y="3001613"/>
                    <a:pt x="905637" y="3081242"/>
                  </a:cubicBezTo>
                  <a:cubicBezTo>
                    <a:pt x="869442" y="3141155"/>
                    <a:pt x="832295" y="3200400"/>
                    <a:pt x="793147" y="3258407"/>
                  </a:cubicBezTo>
                  <a:cubicBezTo>
                    <a:pt x="718661" y="3368802"/>
                    <a:pt x="637223" y="3474434"/>
                    <a:pt x="546735" y="3571970"/>
                  </a:cubicBezTo>
                  <a:cubicBezTo>
                    <a:pt x="482632" y="3641027"/>
                    <a:pt x="414147" y="3705797"/>
                    <a:pt x="346996" y="3771900"/>
                  </a:cubicBezTo>
                  <a:cubicBezTo>
                    <a:pt x="288989" y="3828764"/>
                    <a:pt x="232029" y="3886676"/>
                    <a:pt x="174689" y="3944207"/>
                  </a:cubicBezTo>
                  <a:cubicBezTo>
                    <a:pt x="116586" y="4002596"/>
                    <a:pt x="58293" y="4060698"/>
                    <a:pt x="0" y="4118991"/>
                  </a:cubicBezTo>
                </a:path>
              </a:pathLst>
            </a:custGeom>
            <a:noFill/>
            <a:ln w="9525" cap="rnd">
              <a:solidFill>
                <a:schemeClr val="accent2">
                  <a:alpha val="50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57" name="Freeform: Shape 56">
              <a:extLst>
                <a:ext uri="{FF2B5EF4-FFF2-40B4-BE49-F238E27FC236}">
                  <a16:creationId xmlns:a16="http://schemas.microsoft.com/office/drawing/2014/main" id="{891B00CE-2CF5-4DF1-A345-4516E2E83D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368431" cy="2644975"/>
            </a:xfrm>
            <a:custGeom>
              <a:avLst/>
              <a:gdLst>
                <a:gd name="connsiteX0" fmla="*/ 0 w 2059193"/>
                <a:gd name="connsiteY0" fmla="*/ 3980116 h 3980116"/>
                <a:gd name="connsiteX1" fmla="*/ 471583 w 2059193"/>
                <a:gd name="connsiteY1" fmla="*/ 3515678 h 3980116"/>
                <a:gd name="connsiteX2" fmla="*/ 758666 w 2059193"/>
                <a:gd name="connsiteY2" fmla="*/ 3163824 h 3980116"/>
                <a:gd name="connsiteX3" fmla="*/ 940499 w 2059193"/>
                <a:gd name="connsiteY3" fmla="*/ 2780824 h 3980116"/>
                <a:gd name="connsiteX4" fmla="*/ 1055370 w 2059193"/>
                <a:gd name="connsiteY4" fmla="*/ 2242185 h 3980116"/>
                <a:gd name="connsiteX5" fmla="*/ 1136714 w 2059193"/>
                <a:gd name="connsiteY5" fmla="*/ 1878330 h 3980116"/>
                <a:gd name="connsiteX6" fmla="*/ 1246727 w 2059193"/>
                <a:gd name="connsiteY6" fmla="*/ 1562386 h 3980116"/>
                <a:gd name="connsiteX7" fmla="*/ 1378363 w 2059193"/>
                <a:gd name="connsiteY7" fmla="*/ 1430750 h 3980116"/>
                <a:gd name="connsiteX8" fmla="*/ 1691831 w 2059193"/>
                <a:gd name="connsiteY8" fmla="*/ 1394841 h 3980116"/>
                <a:gd name="connsiteX9" fmla="*/ 1914335 w 2059193"/>
                <a:gd name="connsiteY9" fmla="*/ 1323023 h 3980116"/>
                <a:gd name="connsiteX10" fmla="*/ 2055495 w 2059193"/>
                <a:gd name="connsiteY10" fmla="*/ 1098042 h 3980116"/>
                <a:gd name="connsiteX11" fmla="*/ 2033969 w 2059193"/>
                <a:gd name="connsiteY11" fmla="*/ 930497 h 3980116"/>
                <a:gd name="connsiteX12" fmla="*/ 1885664 w 2059193"/>
                <a:gd name="connsiteY12" fmla="*/ 760571 h 3980116"/>
                <a:gd name="connsiteX13" fmla="*/ 1636871 w 2059193"/>
                <a:gd name="connsiteY13" fmla="*/ 612172 h 3980116"/>
                <a:gd name="connsiteX14" fmla="*/ 1335405 w 2059193"/>
                <a:gd name="connsiteY14" fmla="*/ 459010 h 3980116"/>
                <a:gd name="connsiteX15" fmla="*/ 1234916 w 2059193"/>
                <a:gd name="connsiteY15" fmla="*/ 269939 h 3980116"/>
                <a:gd name="connsiteX16" fmla="*/ 1386935 w 2059193"/>
                <a:gd name="connsiteY16" fmla="*/ 0 h 39801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9193" h="3980116">
                  <a:moveTo>
                    <a:pt x="0" y="3980116"/>
                  </a:moveTo>
                  <a:cubicBezTo>
                    <a:pt x="91345" y="3889534"/>
                    <a:pt x="382715" y="3608737"/>
                    <a:pt x="471583" y="3515678"/>
                  </a:cubicBezTo>
                  <a:cubicBezTo>
                    <a:pt x="576358" y="3405949"/>
                    <a:pt x="675989" y="3290983"/>
                    <a:pt x="758666" y="3163824"/>
                  </a:cubicBezTo>
                  <a:cubicBezTo>
                    <a:pt x="836105" y="3044857"/>
                    <a:pt x="897445" y="2916079"/>
                    <a:pt x="940499" y="2780824"/>
                  </a:cubicBezTo>
                  <a:cubicBezTo>
                    <a:pt x="996315" y="2605754"/>
                    <a:pt x="1020985" y="2422874"/>
                    <a:pt x="1055370" y="2242185"/>
                  </a:cubicBezTo>
                  <a:cubicBezTo>
                    <a:pt x="1078611" y="2120075"/>
                    <a:pt x="1107472" y="1999107"/>
                    <a:pt x="1136714" y="1878330"/>
                  </a:cubicBezTo>
                  <a:cubicBezTo>
                    <a:pt x="1163098" y="1769174"/>
                    <a:pt x="1189482" y="1658588"/>
                    <a:pt x="1246727" y="1562386"/>
                  </a:cubicBezTo>
                  <a:cubicBezTo>
                    <a:pt x="1279208" y="1507808"/>
                    <a:pt x="1321689" y="1459039"/>
                    <a:pt x="1378363" y="1430750"/>
                  </a:cubicBezTo>
                  <a:cubicBezTo>
                    <a:pt x="1473327" y="1383221"/>
                    <a:pt x="1584865" y="1402652"/>
                    <a:pt x="1691831" y="1394841"/>
                  </a:cubicBezTo>
                  <a:cubicBezTo>
                    <a:pt x="1771079" y="1389031"/>
                    <a:pt x="1849279" y="1368266"/>
                    <a:pt x="1914335" y="1323023"/>
                  </a:cubicBezTo>
                  <a:cubicBezTo>
                    <a:pt x="1989963" y="1270445"/>
                    <a:pt x="2041493" y="1189101"/>
                    <a:pt x="2055495" y="1098042"/>
                  </a:cubicBezTo>
                  <a:cubicBezTo>
                    <a:pt x="2064258" y="1041178"/>
                    <a:pt x="2057591" y="982980"/>
                    <a:pt x="2033969" y="930497"/>
                  </a:cubicBezTo>
                  <a:cubicBezTo>
                    <a:pt x="2002727" y="861060"/>
                    <a:pt x="1945958" y="807625"/>
                    <a:pt x="1885664" y="760571"/>
                  </a:cubicBezTo>
                  <a:cubicBezTo>
                    <a:pt x="1809179" y="700945"/>
                    <a:pt x="1725549" y="651415"/>
                    <a:pt x="1636871" y="612172"/>
                  </a:cubicBezTo>
                  <a:cubicBezTo>
                    <a:pt x="1532763" y="566071"/>
                    <a:pt x="1421606" y="532543"/>
                    <a:pt x="1335405" y="459010"/>
                  </a:cubicBezTo>
                  <a:cubicBezTo>
                    <a:pt x="1277969" y="409956"/>
                    <a:pt x="1232059" y="344615"/>
                    <a:pt x="1234916" y="269939"/>
                  </a:cubicBezTo>
                  <a:cubicBezTo>
                    <a:pt x="1237012" y="211741"/>
                    <a:pt x="1386935" y="0"/>
                    <a:pt x="1386935" y="0"/>
                  </a:cubicBezTo>
                </a:path>
              </a:pathLst>
            </a:custGeom>
            <a:noFill/>
            <a:ln w="9525" cap="rnd">
              <a:solidFill>
                <a:schemeClr val="accent2">
                  <a:alpha val="50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58" name="Freeform: Shape 57">
              <a:extLst>
                <a:ext uri="{FF2B5EF4-FFF2-40B4-BE49-F238E27FC236}">
                  <a16:creationId xmlns:a16="http://schemas.microsoft.com/office/drawing/2014/main" id="{8B332657-F1E9-428F-BA70-8DD848E553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8825" y="543780"/>
              <a:ext cx="494287" cy="1905590"/>
            </a:xfrm>
            <a:custGeom>
              <a:avLst/>
              <a:gdLst>
                <a:gd name="connsiteX0" fmla="*/ 11144 w 743796"/>
                <a:gd name="connsiteY0" fmla="*/ 0 h 2867501"/>
                <a:gd name="connsiteX1" fmla="*/ 353663 w 743796"/>
                <a:gd name="connsiteY1" fmla="*/ 55245 h 2867501"/>
                <a:gd name="connsiteX2" fmla="*/ 571405 w 743796"/>
                <a:gd name="connsiteY2" fmla="*/ 179737 h 2867501"/>
                <a:gd name="connsiteX3" fmla="*/ 688658 w 743796"/>
                <a:gd name="connsiteY3" fmla="*/ 368808 h 2867501"/>
                <a:gd name="connsiteX4" fmla="*/ 731711 w 743796"/>
                <a:gd name="connsiteY4" fmla="*/ 612934 h 2867501"/>
                <a:gd name="connsiteX5" fmla="*/ 725233 w 743796"/>
                <a:gd name="connsiteY5" fmla="*/ 995648 h 2867501"/>
                <a:gd name="connsiteX6" fmla="*/ 742855 w 743796"/>
                <a:gd name="connsiteY6" fmla="*/ 1499330 h 2867501"/>
                <a:gd name="connsiteX7" fmla="*/ 707898 w 743796"/>
                <a:gd name="connsiteY7" fmla="*/ 1793081 h 2867501"/>
                <a:gd name="connsiteX8" fmla="*/ 633222 w 743796"/>
                <a:gd name="connsiteY8" fmla="*/ 2073592 h 2867501"/>
                <a:gd name="connsiteX9" fmla="*/ 404527 w 743796"/>
                <a:gd name="connsiteY9" fmla="*/ 2472404 h 2867501"/>
                <a:gd name="connsiteX10" fmla="*/ 0 w 743796"/>
                <a:gd name="connsiteY10" fmla="*/ 2867501 h 2867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3796" h="2867501">
                  <a:moveTo>
                    <a:pt x="11144" y="0"/>
                  </a:moveTo>
                  <a:cubicBezTo>
                    <a:pt x="101060" y="2953"/>
                    <a:pt x="268796" y="25146"/>
                    <a:pt x="353663" y="55245"/>
                  </a:cubicBezTo>
                  <a:cubicBezTo>
                    <a:pt x="433483" y="83534"/>
                    <a:pt x="510635" y="120967"/>
                    <a:pt x="571405" y="179737"/>
                  </a:cubicBezTo>
                  <a:cubicBezTo>
                    <a:pt x="625412" y="231934"/>
                    <a:pt x="663607" y="297942"/>
                    <a:pt x="688658" y="368808"/>
                  </a:cubicBezTo>
                  <a:cubicBezTo>
                    <a:pt x="716375" y="447103"/>
                    <a:pt x="727996" y="529876"/>
                    <a:pt x="731711" y="612934"/>
                  </a:cubicBezTo>
                  <a:cubicBezTo>
                    <a:pt x="737426" y="740474"/>
                    <a:pt x="724948" y="867918"/>
                    <a:pt x="725233" y="995648"/>
                  </a:cubicBezTo>
                  <a:cubicBezTo>
                    <a:pt x="725710" y="1163765"/>
                    <a:pt x="748665" y="1331309"/>
                    <a:pt x="742855" y="1499330"/>
                  </a:cubicBezTo>
                  <a:cubicBezTo>
                    <a:pt x="739426" y="1598009"/>
                    <a:pt x="725996" y="1696022"/>
                    <a:pt x="707898" y="1793081"/>
                  </a:cubicBezTo>
                  <a:cubicBezTo>
                    <a:pt x="690086" y="1888426"/>
                    <a:pt x="666845" y="1982724"/>
                    <a:pt x="633222" y="2073592"/>
                  </a:cubicBezTo>
                  <a:cubicBezTo>
                    <a:pt x="579692" y="2218182"/>
                    <a:pt x="499682" y="2351056"/>
                    <a:pt x="404527" y="2472404"/>
                  </a:cubicBezTo>
                  <a:cubicBezTo>
                    <a:pt x="266033" y="2648902"/>
                    <a:pt x="179642" y="2732818"/>
                    <a:pt x="0" y="2867501"/>
                  </a:cubicBezTo>
                </a:path>
              </a:pathLst>
            </a:custGeom>
            <a:noFill/>
            <a:ln w="9525" cap="rnd">
              <a:solidFill>
                <a:schemeClr val="accent2">
                  <a:alpha val="50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59" name="Freeform: Shape 58">
              <a:extLst>
                <a:ext uri="{FF2B5EF4-FFF2-40B4-BE49-F238E27FC236}">
                  <a16:creationId xmlns:a16="http://schemas.microsoft.com/office/drawing/2014/main" id="{766A6EF8-94C7-4127-9EF9-584AD6885B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672286"/>
              <a:ext cx="396930" cy="1690303"/>
            </a:xfrm>
            <a:custGeom>
              <a:avLst/>
              <a:gdLst>
                <a:gd name="connsiteX0" fmla="*/ 16478 w 597294"/>
                <a:gd name="connsiteY0" fmla="*/ 2079 h 2543540"/>
                <a:gd name="connsiteX1" fmla="*/ 299847 w 597294"/>
                <a:gd name="connsiteY1" fmla="*/ 53991 h 2543540"/>
                <a:gd name="connsiteX2" fmla="*/ 503206 w 597294"/>
                <a:gd name="connsiteY2" fmla="*/ 291354 h 2543540"/>
                <a:gd name="connsiteX3" fmla="*/ 525113 w 597294"/>
                <a:gd name="connsiteY3" fmla="*/ 724265 h 2543540"/>
                <a:gd name="connsiteX4" fmla="*/ 578930 w 597294"/>
                <a:gd name="connsiteY4" fmla="*/ 1117267 h 2543540"/>
                <a:gd name="connsiteX5" fmla="*/ 592931 w 597294"/>
                <a:gd name="connsiteY5" fmla="*/ 1476359 h 2543540"/>
                <a:gd name="connsiteX6" fmla="*/ 503206 w 597294"/>
                <a:gd name="connsiteY6" fmla="*/ 1859359 h 2543540"/>
                <a:gd name="connsiteX7" fmla="*/ 291846 w 597294"/>
                <a:gd name="connsiteY7" fmla="*/ 2250361 h 2543540"/>
                <a:gd name="connsiteX8" fmla="*/ 0 w 597294"/>
                <a:gd name="connsiteY8" fmla="*/ 2543540 h 25435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7294" h="2543540">
                  <a:moveTo>
                    <a:pt x="16478" y="2079"/>
                  </a:moveTo>
                  <a:cubicBezTo>
                    <a:pt x="101441" y="-6684"/>
                    <a:pt x="224885" y="12557"/>
                    <a:pt x="299847" y="53991"/>
                  </a:cubicBezTo>
                  <a:cubicBezTo>
                    <a:pt x="394240" y="106092"/>
                    <a:pt x="468440" y="189341"/>
                    <a:pt x="503206" y="291354"/>
                  </a:cubicBezTo>
                  <a:cubicBezTo>
                    <a:pt x="550069" y="429085"/>
                    <a:pt x="520827" y="577770"/>
                    <a:pt x="525113" y="724265"/>
                  </a:cubicBezTo>
                  <a:cubicBezTo>
                    <a:pt x="529019" y="856472"/>
                    <a:pt x="561118" y="986012"/>
                    <a:pt x="578930" y="1117267"/>
                  </a:cubicBezTo>
                  <a:cubicBezTo>
                    <a:pt x="595122" y="1236234"/>
                    <a:pt x="602742" y="1356630"/>
                    <a:pt x="592931" y="1476359"/>
                  </a:cubicBezTo>
                  <a:cubicBezTo>
                    <a:pt x="582073" y="1607709"/>
                    <a:pt x="549783" y="1736011"/>
                    <a:pt x="503206" y="1859359"/>
                  </a:cubicBezTo>
                  <a:cubicBezTo>
                    <a:pt x="450628" y="1998710"/>
                    <a:pt x="383857" y="2133298"/>
                    <a:pt x="291846" y="2250361"/>
                  </a:cubicBezTo>
                  <a:cubicBezTo>
                    <a:pt x="231553" y="2327132"/>
                    <a:pt x="73819" y="2479532"/>
                    <a:pt x="0" y="2543540"/>
                  </a:cubicBezTo>
                </a:path>
              </a:pathLst>
            </a:custGeom>
            <a:noFill/>
            <a:ln w="9525" cap="rnd">
              <a:solidFill>
                <a:schemeClr val="accent2">
                  <a:alpha val="50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60" name="Freeform: Shape 59">
              <a:extLst>
                <a:ext uri="{FF2B5EF4-FFF2-40B4-BE49-F238E27FC236}">
                  <a16:creationId xmlns:a16="http://schemas.microsoft.com/office/drawing/2014/main" id="{3B1C2001-8549-4C7B-86AB-049B0C99EF4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3002" y="881264"/>
              <a:ext cx="258791" cy="1336561"/>
            </a:xfrm>
            <a:custGeom>
              <a:avLst/>
              <a:gdLst>
                <a:gd name="connsiteX0" fmla="*/ 0 w 389425"/>
                <a:gd name="connsiteY0" fmla="*/ 33 h 2011236"/>
                <a:gd name="connsiteX1" fmla="*/ 171260 w 389425"/>
                <a:gd name="connsiteY1" fmla="*/ 60326 h 2011236"/>
                <a:gd name="connsiteX2" fmla="*/ 211455 w 389425"/>
                <a:gd name="connsiteY2" fmla="*/ 221204 h 2011236"/>
                <a:gd name="connsiteX3" fmla="*/ 243078 w 389425"/>
                <a:gd name="connsiteY3" fmla="*/ 448089 h 2011236"/>
                <a:gd name="connsiteX4" fmla="*/ 346424 w 389425"/>
                <a:gd name="connsiteY4" fmla="*/ 789941 h 2011236"/>
                <a:gd name="connsiteX5" fmla="*/ 372237 w 389425"/>
                <a:gd name="connsiteY5" fmla="*/ 942151 h 2011236"/>
                <a:gd name="connsiteX6" fmla="*/ 386620 w 389425"/>
                <a:gd name="connsiteY6" fmla="*/ 1272478 h 2011236"/>
                <a:gd name="connsiteX7" fmla="*/ 280416 w 389425"/>
                <a:gd name="connsiteY7" fmla="*/ 1660241 h 2011236"/>
                <a:gd name="connsiteX8" fmla="*/ 151257 w 389425"/>
                <a:gd name="connsiteY8" fmla="*/ 1844073 h 2011236"/>
                <a:gd name="connsiteX9" fmla="*/ 1905 w 389425"/>
                <a:gd name="connsiteY9" fmla="*/ 2011237 h 2011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9425" h="2011236">
                  <a:moveTo>
                    <a:pt x="0" y="33"/>
                  </a:moveTo>
                  <a:cubicBezTo>
                    <a:pt x="57912" y="-824"/>
                    <a:pt x="136112" y="14892"/>
                    <a:pt x="171260" y="60326"/>
                  </a:cubicBezTo>
                  <a:cubicBezTo>
                    <a:pt x="205645" y="104903"/>
                    <a:pt x="207740" y="164244"/>
                    <a:pt x="211455" y="221204"/>
                  </a:cubicBezTo>
                  <a:cubicBezTo>
                    <a:pt x="216408" y="297594"/>
                    <a:pt x="225838" y="373604"/>
                    <a:pt x="243078" y="448089"/>
                  </a:cubicBezTo>
                  <a:cubicBezTo>
                    <a:pt x="269939" y="564199"/>
                    <a:pt x="319183" y="673927"/>
                    <a:pt x="346424" y="789941"/>
                  </a:cubicBezTo>
                  <a:cubicBezTo>
                    <a:pt x="358235" y="840043"/>
                    <a:pt x="365951" y="891097"/>
                    <a:pt x="372237" y="942151"/>
                  </a:cubicBezTo>
                  <a:cubicBezTo>
                    <a:pt x="385858" y="1051784"/>
                    <a:pt x="394049" y="1162274"/>
                    <a:pt x="386620" y="1272478"/>
                  </a:cubicBezTo>
                  <a:cubicBezTo>
                    <a:pt x="377476" y="1407828"/>
                    <a:pt x="344996" y="1541178"/>
                    <a:pt x="280416" y="1660241"/>
                  </a:cubicBezTo>
                  <a:cubicBezTo>
                    <a:pt x="244602" y="1726249"/>
                    <a:pt x="199358" y="1786352"/>
                    <a:pt x="151257" y="1844073"/>
                  </a:cubicBezTo>
                  <a:cubicBezTo>
                    <a:pt x="79534" y="1930084"/>
                    <a:pt x="89345" y="1941419"/>
                    <a:pt x="1905" y="2011237"/>
                  </a:cubicBezTo>
                </a:path>
              </a:pathLst>
            </a:custGeom>
            <a:noFill/>
            <a:ln w="9525" cap="rnd">
              <a:solidFill>
                <a:schemeClr val="accent2">
                  <a:alpha val="50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grpSp>
      <p:sp>
        <p:nvSpPr>
          <p:cNvPr id="2" name="Title 1">
            <a:extLst>
              <a:ext uri="{FF2B5EF4-FFF2-40B4-BE49-F238E27FC236}">
                <a16:creationId xmlns:a16="http://schemas.microsoft.com/office/drawing/2014/main" id="{887BDB39-66CB-6A49-C496-B96D1F003E82}"/>
              </a:ext>
            </a:extLst>
          </p:cNvPr>
          <p:cNvSpPr>
            <a:spLocks noGrp="1"/>
          </p:cNvSpPr>
          <p:nvPr>
            <p:ph type="title"/>
          </p:nvPr>
        </p:nvSpPr>
        <p:spPr>
          <a:xfrm>
            <a:off x="1198181" y="168425"/>
            <a:ext cx="9988166" cy="1499401"/>
          </a:xfrm>
        </p:spPr>
        <p:txBody>
          <a:bodyPr>
            <a:normAutofit/>
          </a:bodyPr>
          <a:lstStyle/>
          <a:p>
            <a:pPr algn="ctr"/>
            <a:r>
              <a:rPr lang="en-US"/>
              <a:t>Contents</a:t>
            </a:r>
          </a:p>
        </p:txBody>
      </p:sp>
      <p:grpSp>
        <p:nvGrpSpPr>
          <p:cNvPr id="62" name="Bottom Right">
            <a:extLst>
              <a:ext uri="{FF2B5EF4-FFF2-40B4-BE49-F238E27FC236}">
                <a16:creationId xmlns:a16="http://schemas.microsoft.com/office/drawing/2014/main" id="{921D9B61-CDA2-49D1-82AA-534691496FE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974976" y="3278144"/>
            <a:ext cx="4211600" cy="3581399"/>
            <a:chOff x="7980400" y="3276601"/>
            <a:chExt cx="4211600" cy="3581399"/>
          </a:xfrm>
        </p:grpSpPr>
        <p:grpSp>
          <p:nvGrpSpPr>
            <p:cNvPr id="63" name="Graphic 157">
              <a:extLst>
                <a:ext uri="{FF2B5EF4-FFF2-40B4-BE49-F238E27FC236}">
                  <a16:creationId xmlns:a16="http://schemas.microsoft.com/office/drawing/2014/main" id="{A202591B-301C-460E-801A-4C116AC08CD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8662740" y="3276601"/>
              <a:ext cx="3529260" cy="3581396"/>
              <a:chOff x="4114800" y="1423987"/>
              <a:chExt cx="3961542" cy="4007547"/>
            </a:xfrm>
            <a:noFill/>
          </p:grpSpPr>
          <p:sp>
            <p:nvSpPr>
              <p:cNvPr id="65" name="Freeform: Shape 64">
                <a:extLst>
                  <a:ext uri="{FF2B5EF4-FFF2-40B4-BE49-F238E27FC236}">
                    <a16:creationId xmlns:a16="http://schemas.microsoft.com/office/drawing/2014/main" id="{257EC7EC-4934-4A65-B3AA-6AE3BD0739C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14800" y="1423987"/>
                <a:ext cx="3946874" cy="3989641"/>
              </a:xfrm>
              <a:custGeom>
                <a:avLst/>
                <a:gdLst>
                  <a:gd name="connsiteX0" fmla="*/ 0 w 3946874"/>
                  <a:gd name="connsiteY0" fmla="*/ 3989641 h 3989641"/>
                  <a:gd name="connsiteX1" fmla="*/ 79439 w 3946874"/>
                  <a:gd name="connsiteY1" fmla="*/ 3891153 h 3989641"/>
                  <a:gd name="connsiteX2" fmla="*/ 297371 w 3946874"/>
                  <a:gd name="connsiteY2" fmla="*/ 3626930 h 3989641"/>
                  <a:gd name="connsiteX3" fmla="*/ 454343 w 3946874"/>
                  <a:gd name="connsiteY3" fmla="*/ 3440335 h 3989641"/>
                  <a:gd name="connsiteX4" fmla="*/ 622363 w 3946874"/>
                  <a:gd name="connsiteY4" fmla="*/ 3290697 h 3989641"/>
                  <a:gd name="connsiteX5" fmla="*/ 927068 w 3946874"/>
                  <a:gd name="connsiteY5" fmla="*/ 3087434 h 3989641"/>
                  <a:gd name="connsiteX6" fmla="*/ 1176338 w 3946874"/>
                  <a:gd name="connsiteY6" fmla="*/ 2915603 h 3989641"/>
                  <a:gd name="connsiteX7" fmla="*/ 1394270 w 3946874"/>
                  <a:gd name="connsiteY7" fmla="*/ 2780729 h 3989641"/>
                  <a:gd name="connsiteX8" fmla="*/ 1601057 w 3946874"/>
                  <a:gd name="connsiteY8" fmla="*/ 2723483 h 3989641"/>
                  <a:gd name="connsiteX9" fmla="*/ 1756220 w 3946874"/>
                  <a:gd name="connsiteY9" fmla="*/ 2743772 h 3989641"/>
                  <a:gd name="connsiteX10" fmla="*/ 1889189 w 3946874"/>
                  <a:gd name="connsiteY10" fmla="*/ 2765965 h 3989641"/>
                  <a:gd name="connsiteX11" fmla="*/ 2007394 w 3946874"/>
                  <a:gd name="connsiteY11" fmla="*/ 2765965 h 3989641"/>
                  <a:gd name="connsiteX12" fmla="*/ 2184654 w 3946874"/>
                  <a:gd name="connsiteY12" fmla="*/ 2671763 h 3989641"/>
                  <a:gd name="connsiteX13" fmla="*/ 2372773 w 3946874"/>
                  <a:gd name="connsiteY13" fmla="*/ 2538984 h 3989641"/>
                  <a:gd name="connsiteX14" fmla="*/ 2439543 w 3946874"/>
                  <a:gd name="connsiteY14" fmla="*/ 2510504 h 3989641"/>
                  <a:gd name="connsiteX15" fmla="*/ 2650617 w 3946874"/>
                  <a:gd name="connsiteY15" fmla="*/ 2434781 h 3989641"/>
                  <a:gd name="connsiteX16" fmla="*/ 2785110 w 3946874"/>
                  <a:gd name="connsiteY16" fmla="*/ 2383060 h 3989641"/>
                  <a:gd name="connsiteX17" fmla="*/ 2897315 w 3946874"/>
                  <a:gd name="connsiteY17" fmla="*/ 2318861 h 3989641"/>
                  <a:gd name="connsiteX18" fmla="*/ 2997994 w 3946874"/>
                  <a:gd name="connsiteY18" fmla="*/ 2226183 h 3989641"/>
                  <a:gd name="connsiteX19" fmla="*/ 3061240 w 3946874"/>
                  <a:gd name="connsiteY19" fmla="*/ 2141506 h 3989641"/>
                  <a:gd name="connsiteX20" fmla="*/ 3152108 w 3946874"/>
                  <a:gd name="connsiteY20" fmla="*/ 2005203 h 3989641"/>
                  <a:gd name="connsiteX21" fmla="*/ 3274124 w 3946874"/>
                  <a:gd name="connsiteY21" fmla="*/ 1871567 h 3989641"/>
                  <a:gd name="connsiteX22" fmla="*/ 3388138 w 3946874"/>
                  <a:gd name="connsiteY22" fmla="*/ 1770888 h 3989641"/>
                  <a:gd name="connsiteX23" fmla="*/ 3466529 w 3946874"/>
                  <a:gd name="connsiteY23" fmla="*/ 1679162 h 3989641"/>
                  <a:gd name="connsiteX24" fmla="*/ 3538633 w 3946874"/>
                  <a:gd name="connsiteY24" fmla="*/ 1551718 h 3989641"/>
                  <a:gd name="connsiteX25" fmla="*/ 3588544 w 3946874"/>
                  <a:gd name="connsiteY25" fmla="*/ 1376172 h 3989641"/>
                  <a:gd name="connsiteX26" fmla="*/ 3597402 w 3946874"/>
                  <a:gd name="connsiteY26" fmla="*/ 1293305 h 3989641"/>
                  <a:gd name="connsiteX27" fmla="*/ 3721227 w 3946874"/>
                  <a:gd name="connsiteY27" fmla="*/ 880491 h 3989641"/>
                  <a:gd name="connsiteX28" fmla="*/ 3761137 w 3946874"/>
                  <a:gd name="connsiteY28" fmla="*/ 463677 h 3989641"/>
                  <a:gd name="connsiteX29" fmla="*/ 3946874 w 3946874"/>
                  <a:gd name="connsiteY29" fmla="*/ 0 h 3989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3946874" h="3989641">
                    <a:moveTo>
                      <a:pt x="0" y="3989641"/>
                    </a:moveTo>
                    <a:cubicBezTo>
                      <a:pt x="19050" y="3957257"/>
                      <a:pt x="50959" y="3916013"/>
                      <a:pt x="79439" y="3891153"/>
                    </a:cubicBezTo>
                    <a:cubicBezTo>
                      <a:pt x="165544" y="3815906"/>
                      <a:pt x="227933" y="3717989"/>
                      <a:pt x="297371" y="3626930"/>
                    </a:cubicBezTo>
                    <a:cubicBezTo>
                      <a:pt x="346615" y="3562255"/>
                      <a:pt x="398050" y="3499009"/>
                      <a:pt x="454343" y="3440335"/>
                    </a:cubicBezTo>
                    <a:cubicBezTo>
                      <a:pt x="506349" y="3386042"/>
                      <a:pt x="562642" y="3336227"/>
                      <a:pt x="622363" y="3290697"/>
                    </a:cubicBezTo>
                    <a:cubicBezTo>
                      <a:pt x="719519" y="3216688"/>
                      <a:pt x="824960" y="3154585"/>
                      <a:pt x="927068" y="3087434"/>
                    </a:cubicBezTo>
                    <a:cubicBezTo>
                      <a:pt x="1011365" y="3031998"/>
                      <a:pt x="1093565" y="2973324"/>
                      <a:pt x="1176338" y="2915603"/>
                    </a:cubicBezTo>
                    <a:cubicBezTo>
                      <a:pt x="1246537" y="2866644"/>
                      <a:pt x="1317308" y="2818066"/>
                      <a:pt x="1394270" y="2780729"/>
                    </a:cubicBezTo>
                    <a:cubicBezTo>
                      <a:pt x="1459421" y="2749106"/>
                      <a:pt x="1528763" y="2724436"/>
                      <a:pt x="1601057" y="2723483"/>
                    </a:cubicBezTo>
                    <a:cubicBezTo>
                      <a:pt x="1653350" y="2722721"/>
                      <a:pt x="1704785" y="2733485"/>
                      <a:pt x="1756220" y="2743772"/>
                    </a:cubicBezTo>
                    <a:cubicBezTo>
                      <a:pt x="1800320" y="2752630"/>
                      <a:pt x="1844612" y="2760250"/>
                      <a:pt x="1889189" y="2765965"/>
                    </a:cubicBezTo>
                    <a:cubicBezTo>
                      <a:pt x="1928622" y="2771013"/>
                      <a:pt x="1968437" y="2773299"/>
                      <a:pt x="2007394" y="2765965"/>
                    </a:cubicBezTo>
                    <a:cubicBezTo>
                      <a:pt x="2073878" y="2753487"/>
                      <a:pt x="2130647" y="2712911"/>
                      <a:pt x="2184654" y="2671763"/>
                    </a:cubicBezTo>
                    <a:cubicBezTo>
                      <a:pt x="2245900" y="2625090"/>
                      <a:pt x="2304002" y="2573465"/>
                      <a:pt x="2372773" y="2538984"/>
                    </a:cubicBezTo>
                    <a:cubicBezTo>
                      <a:pt x="2394395" y="2528126"/>
                      <a:pt x="2416874" y="2518982"/>
                      <a:pt x="2439543" y="2510504"/>
                    </a:cubicBezTo>
                    <a:cubicBezTo>
                      <a:pt x="2509552" y="2484215"/>
                      <a:pt x="2580037" y="2459450"/>
                      <a:pt x="2650617" y="2434781"/>
                    </a:cubicBezTo>
                    <a:cubicBezTo>
                      <a:pt x="2695956" y="2418874"/>
                      <a:pt x="2741295" y="2402872"/>
                      <a:pt x="2785110" y="2383060"/>
                    </a:cubicBezTo>
                    <a:cubicBezTo>
                      <a:pt x="2824448" y="2365248"/>
                      <a:pt x="2862358" y="2344198"/>
                      <a:pt x="2897315" y="2318861"/>
                    </a:cubicBezTo>
                    <a:cubicBezTo>
                      <a:pt x="2934367" y="2292096"/>
                      <a:pt x="2968085" y="2260854"/>
                      <a:pt x="2997994" y="2226183"/>
                    </a:cubicBezTo>
                    <a:cubicBezTo>
                      <a:pt x="3020949" y="2199513"/>
                      <a:pt x="3041714" y="2170938"/>
                      <a:pt x="3061240" y="2141506"/>
                    </a:cubicBezTo>
                    <a:cubicBezTo>
                      <a:pt x="3091529" y="2095976"/>
                      <a:pt x="3119533" y="2049018"/>
                      <a:pt x="3152108" y="2005203"/>
                    </a:cubicBezTo>
                    <a:cubicBezTo>
                      <a:pt x="3188113" y="1956626"/>
                      <a:pt x="3229261" y="1912144"/>
                      <a:pt x="3274124" y="1871567"/>
                    </a:cubicBezTo>
                    <a:cubicBezTo>
                      <a:pt x="3311747" y="1837563"/>
                      <a:pt x="3351848" y="1806321"/>
                      <a:pt x="3388138" y="1770888"/>
                    </a:cubicBezTo>
                    <a:cubicBezTo>
                      <a:pt x="3416999" y="1742694"/>
                      <a:pt x="3443002" y="1711833"/>
                      <a:pt x="3466529" y="1679162"/>
                    </a:cubicBezTo>
                    <a:cubicBezTo>
                      <a:pt x="3495008" y="1639348"/>
                      <a:pt x="3519392" y="1596771"/>
                      <a:pt x="3538633" y="1551718"/>
                    </a:cubicBezTo>
                    <a:cubicBezTo>
                      <a:pt x="3562731" y="1495616"/>
                      <a:pt x="3578924" y="1436465"/>
                      <a:pt x="3588544" y="1376172"/>
                    </a:cubicBezTo>
                    <a:cubicBezTo>
                      <a:pt x="3592925" y="1348740"/>
                      <a:pt x="3595688" y="1321022"/>
                      <a:pt x="3597402" y="1293305"/>
                    </a:cubicBezTo>
                    <a:cubicBezTo>
                      <a:pt x="3605974" y="1155859"/>
                      <a:pt x="3717703" y="1018127"/>
                      <a:pt x="3721227" y="880491"/>
                    </a:cubicBezTo>
                    <a:cubicBezTo>
                      <a:pt x="3724751" y="740855"/>
                      <a:pt x="3743135" y="602171"/>
                      <a:pt x="3761137" y="463677"/>
                    </a:cubicBezTo>
                    <a:cubicBezTo>
                      <a:pt x="3776186" y="347758"/>
                      <a:pt x="3934968" y="116205"/>
                      <a:pt x="3946874" y="0"/>
                    </a:cubicBezTo>
                  </a:path>
                </a:pathLst>
              </a:custGeom>
              <a:noFill/>
              <a:ln w="9525" cap="rnd">
                <a:solidFill>
                  <a:schemeClr val="accent2">
                    <a:alpha val="35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66" name="Freeform: Shape 65">
                <a:extLst>
                  <a:ext uri="{FF2B5EF4-FFF2-40B4-BE49-F238E27FC236}">
                    <a16:creationId xmlns:a16="http://schemas.microsoft.com/office/drawing/2014/main" id="{201FEC27-F3E2-41E5-8C3B-FF66A13D84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95978" y="2441733"/>
                <a:ext cx="3665410" cy="2985611"/>
              </a:xfrm>
              <a:custGeom>
                <a:avLst/>
                <a:gdLst>
                  <a:gd name="connsiteX0" fmla="*/ 0 w 3665410"/>
                  <a:gd name="connsiteY0" fmla="*/ 2985611 h 2985611"/>
                  <a:gd name="connsiteX1" fmla="*/ 166211 w 3665410"/>
                  <a:gd name="connsiteY1" fmla="*/ 2699766 h 2985611"/>
                  <a:gd name="connsiteX2" fmla="*/ 397002 w 3665410"/>
                  <a:gd name="connsiteY2" fmla="*/ 2414969 h 2985611"/>
                  <a:gd name="connsiteX3" fmla="*/ 620173 w 3665410"/>
                  <a:gd name="connsiteY3" fmla="*/ 2237899 h 2985611"/>
                  <a:gd name="connsiteX4" fmla="*/ 823341 w 3665410"/>
                  <a:gd name="connsiteY4" fmla="*/ 2085499 h 2985611"/>
                  <a:gd name="connsiteX5" fmla="*/ 1089565 w 3665410"/>
                  <a:gd name="connsiteY5" fmla="*/ 1911477 h 2985611"/>
                  <a:gd name="connsiteX6" fmla="*/ 1145000 w 3665410"/>
                  <a:gd name="connsiteY6" fmla="*/ 1886807 h 2985611"/>
                  <a:gd name="connsiteX7" fmla="*/ 1375791 w 3665410"/>
                  <a:gd name="connsiteY7" fmla="*/ 1842135 h 2985611"/>
                  <a:gd name="connsiteX8" fmla="*/ 1486567 w 3665410"/>
                  <a:gd name="connsiteY8" fmla="*/ 1857566 h 2985611"/>
                  <a:gd name="connsiteX9" fmla="*/ 1568101 w 3665410"/>
                  <a:gd name="connsiteY9" fmla="*/ 1871377 h 2985611"/>
                  <a:gd name="connsiteX10" fmla="*/ 1810607 w 3665410"/>
                  <a:gd name="connsiteY10" fmla="*/ 1871377 h 2985611"/>
                  <a:gd name="connsiteX11" fmla="*/ 1997964 w 3665410"/>
                  <a:gd name="connsiteY11" fmla="*/ 1790605 h 2985611"/>
                  <a:gd name="connsiteX12" fmla="*/ 2109883 w 3665410"/>
                  <a:gd name="connsiteY12" fmla="*/ 1702784 h 2985611"/>
                  <a:gd name="connsiteX13" fmla="*/ 2321433 w 3665410"/>
                  <a:gd name="connsiteY13" fmla="*/ 1552384 h 2985611"/>
                  <a:gd name="connsiteX14" fmla="*/ 2558891 w 3665410"/>
                  <a:gd name="connsiteY14" fmla="*/ 1453420 h 2985611"/>
                  <a:gd name="connsiteX15" fmla="*/ 2709767 w 3665410"/>
                  <a:gd name="connsiteY15" fmla="*/ 1377887 h 2985611"/>
                  <a:gd name="connsiteX16" fmla="*/ 2885408 w 3665410"/>
                  <a:gd name="connsiteY16" fmla="*/ 1237393 h 2985611"/>
                  <a:gd name="connsiteX17" fmla="*/ 3017711 w 3665410"/>
                  <a:gd name="connsiteY17" fmla="*/ 1072229 h 2985611"/>
                  <a:gd name="connsiteX18" fmla="*/ 3150680 w 3665410"/>
                  <a:gd name="connsiteY18" fmla="*/ 921830 h 2985611"/>
                  <a:gd name="connsiteX19" fmla="*/ 3255169 w 3665410"/>
                  <a:gd name="connsiteY19" fmla="*/ 801815 h 2985611"/>
                  <a:gd name="connsiteX20" fmla="*/ 3339275 w 3665410"/>
                  <a:gd name="connsiteY20" fmla="*/ 694182 h 2985611"/>
                  <a:gd name="connsiteX21" fmla="*/ 3409188 w 3665410"/>
                  <a:gd name="connsiteY21" fmla="*/ 546926 h 2985611"/>
                  <a:gd name="connsiteX22" fmla="*/ 3464243 w 3665410"/>
                  <a:gd name="connsiteY22" fmla="*/ 347663 h 2985611"/>
                  <a:gd name="connsiteX23" fmla="*/ 3665411 w 3665410"/>
                  <a:gd name="connsiteY23" fmla="*/ 0 h 2985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665410" h="2985611">
                    <a:moveTo>
                      <a:pt x="0" y="2985611"/>
                    </a:moveTo>
                    <a:cubicBezTo>
                      <a:pt x="0" y="2985611"/>
                      <a:pt x="86773" y="2802827"/>
                      <a:pt x="166211" y="2699766"/>
                    </a:cubicBezTo>
                    <a:cubicBezTo>
                      <a:pt x="240983" y="2602706"/>
                      <a:pt x="309182" y="2500122"/>
                      <a:pt x="397002" y="2414969"/>
                    </a:cubicBezTo>
                    <a:cubicBezTo>
                      <a:pt x="465296" y="2348865"/>
                      <a:pt x="543592" y="2294477"/>
                      <a:pt x="620173" y="2237899"/>
                    </a:cubicBezTo>
                    <a:cubicBezTo>
                      <a:pt x="688277" y="2187607"/>
                      <a:pt x="755333" y="2135886"/>
                      <a:pt x="823341" y="2085499"/>
                    </a:cubicBezTo>
                    <a:cubicBezTo>
                      <a:pt x="908685" y="2022253"/>
                      <a:pt x="994791" y="1959197"/>
                      <a:pt x="1089565" y="1911477"/>
                    </a:cubicBezTo>
                    <a:cubicBezTo>
                      <a:pt x="1107662" y="1902428"/>
                      <a:pt x="1126141" y="1894141"/>
                      <a:pt x="1145000" y="1886807"/>
                    </a:cubicBezTo>
                    <a:cubicBezTo>
                      <a:pt x="1218819" y="1858232"/>
                      <a:pt x="1296924" y="1838611"/>
                      <a:pt x="1375791" y="1842135"/>
                    </a:cubicBezTo>
                    <a:cubicBezTo>
                      <a:pt x="1413129" y="1843754"/>
                      <a:pt x="1449896" y="1850422"/>
                      <a:pt x="1486567" y="1857566"/>
                    </a:cubicBezTo>
                    <a:cubicBezTo>
                      <a:pt x="1513618" y="1862804"/>
                      <a:pt x="1540859" y="1867376"/>
                      <a:pt x="1568101" y="1871377"/>
                    </a:cubicBezTo>
                    <a:cubicBezTo>
                      <a:pt x="1648778" y="1883188"/>
                      <a:pt x="1730978" y="1887665"/>
                      <a:pt x="1810607" y="1871377"/>
                    </a:cubicBezTo>
                    <a:cubicBezTo>
                      <a:pt x="1877854" y="1857661"/>
                      <a:pt x="1941100" y="1829086"/>
                      <a:pt x="1997964" y="1790605"/>
                    </a:cubicBezTo>
                    <a:cubicBezTo>
                      <a:pt x="2037302" y="1764030"/>
                      <a:pt x="2073497" y="1733264"/>
                      <a:pt x="2109883" y="1702784"/>
                    </a:cubicBezTo>
                    <a:cubicBezTo>
                      <a:pt x="2176367" y="1647063"/>
                      <a:pt x="2244852" y="1593151"/>
                      <a:pt x="2321433" y="1552384"/>
                    </a:cubicBezTo>
                    <a:cubicBezTo>
                      <a:pt x="2397157" y="1512094"/>
                      <a:pt x="2479548" y="1486281"/>
                      <a:pt x="2558891" y="1453420"/>
                    </a:cubicBezTo>
                    <a:cubicBezTo>
                      <a:pt x="2610898" y="1431798"/>
                      <a:pt x="2661571" y="1407033"/>
                      <a:pt x="2709767" y="1377887"/>
                    </a:cubicBezTo>
                    <a:cubicBezTo>
                      <a:pt x="2774252" y="1338929"/>
                      <a:pt x="2834069" y="1292447"/>
                      <a:pt x="2885408" y="1237393"/>
                    </a:cubicBezTo>
                    <a:cubicBezTo>
                      <a:pt x="2933605" y="1185767"/>
                      <a:pt x="2973324" y="1127093"/>
                      <a:pt x="3017711" y="1072229"/>
                    </a:cubicBezTo>
                    <a:cubicBezTo>
                      <a:pt x="3059811" y="1020223"/>
                      <a:pt x="3105912" y="971645"/>
                      <a:pt x="3150680" y="921830"/>
                    </a:cubicBezTo>
                    <a:cubicBezTo>
                      <a:pt x="3186113" y="882396"/>
                      <a:pt x="3220593" y="842010"/>
                      <a:pt x="3255169" y="801815"/>
                    </a:cubicBezTo>
                    <a:cubicBezTo>
                      <a:pt x="3284887" y="767239"/>
                      <a:pt x="3314605" y="732473"/>
                      <a:pt x="3339275" y="694182"/>
                    </a:cubicBezTo>
                    <a:cubicBezTo>
                      <a:pt x="3368707" y="648367"/>
                      <a:pt x="3390138" y="597980"/>
                      <a:pt x="3409188" y="546926"/>
                    </a:cubicBezTo>
                    <a:cubicBezTo>
                      <a:pt x="3433382" y="482156"/>
                      <a:pt x="3453384" y="415861"/>
                      <a:pt x="3464243" y="347663"/>
                    </a:cubicBezTo>
                    <a:cubicBezTo>
                      <a:pt x="3476244" y="272224"/>
                      <a:pt x="3661696" y="76295"/>
                      <a:pt x="3665411" y="0"/>
                    </a:cubicBezTo>
                  </a:path>
                </a:pathLst>
              </a:custGeom>
              <a:noFill/>
              <a:ln w="9525" cap="rnd">
                <a:solidFill>
                  <a:schemeClr val="accent2">
                    <a:alpha val="35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67" name="Freeform: Shape 66">
                <a:extLst>
                  <a:ext uri="{FF2B5EF4-FFF2-40B4-BE49-F238E27FC236}">
                    <a16:creationId xmlns:a16="http://schemas.microsoft.com/office/drawing/2014/main" id="{CBFE67A7-A995-43D6-8414-EBB2A758A0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90402" y="5229700"/>
                <a:ext cx="285940" cy="199072"/>
              </a:xfrm>
              <a:custGeom>
                <a:avLst/>
                <a:gdLst>
                  <a:gd name="connsiteX0" fmla="*/ 0 w 285940"/>
                  <a:gd name="connsiteY0" fmla="*/ 199073 h 199072"/>
                  <a:gd name="connsiteX1" fmla="*/ 285940 w 285940"/>
                  <a:gd name="connsiteY1" fmla="*/ 0 h 199072"/>
                </a:gdLst>
                <a:ahLst/>
                <a:cxnLst>
                  <a:cxn ang="0">
                    <a:pos x="connsiteX0" y="connsiteY0"/>
                  </a:cxn>
                  <a:cxn ang="0">
                    <a:pos x="connsiteX1" y="connsiteY1"/>
                  </a:cxn>
                </a:cxnLst>
                <a:rect l="l" t="t" r="r" b="b"/>
                <a:pathLst>
                  <a:path w="285940" h="199072">
                    <a:moveTo>
                      <a:pt x="0" y="199073"/>
                    </a:moveTo>
                    <a:cubicBezTo>
                      <a:pt x="0" y="199073"/>
                      <a:pt x="242125" y="39243"/>
                      <a:pt x="285940" y="0"/>
                    </a:cubicBezTo>
                  </a:path>
                </a:pathLst>
              </a:custGeom>
              <a:noFill/>
              <a:ln w="9525" cap="rnd">
                <a:solidFill>
                  <a:schemeClr val="accent2">
                    <a:alpha val="35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68" name="Freeform: Shape 67">
                <a:extLst>
                  <a:ext uri="{FF2B5EF4-FFF2-40B4-BE49-F238E27FC236}">
                    <a16:creationId xmlns:a16="http://schemas.microsoft.com/office/drawing/2014/main" id="{6DB28E40-FF5E-459D-B516-A16554BBBF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393114" y="5049773"/>
                <a:ext cx="655796" cy="381190"/>
              </a:xfrm>
              <a:custGeom>
                <a:avLst/>
                <a:gdLst>
                  <a:gd name="connsiteX0" fmla="*/ 0 w 655796"/>
                  <a:gd name="connsiteY0" fmla="*/ 381190 h 381190"/>
                  <a:gd name="connsiteX1" fmla="*/ 655796 w 655796"/>
                  <a:gd name="connsiteY1" fmla="*/ 0 h 381190"/>
                </a:gdLst>
                <a:ahLst/>
                <a:cxnLst>
                  <a:cxn ang="0">
                    <a:pos x="connsiteX0" y="connsiteY0"/>
                  </a:cxn>
                  <a:cxn ang="0">
                    <a:pos x="connsiteX1" y="connsiteY1"/>
                  </a:cxn>
                </a:cxnLst>
                <a:rect l="l" t="t" r="r" b="b"/>
                <a:pathLst>
                  <a:path w="655796" h="381190">
                    <a:moveTo>
                      <a:pt x="0" y="381190"/>
                    </a:moveTo>
                    <a:cubicBezTo>
                      <a:pt x="0" y="381190"/>
                      <a:pt x="461105" y="172117"/>
                      <a:pt x="655796" y="0"/>
                    </a:cubicBezTo>
                  </a:path>
                </a:pathLst>
              </a:custGeom>
              <a:noFill/>
              <a:ln w="9525" cap="rnd">
                <a:solidFill>
                  <a:schemeClr val="accent2">
                    <a:alpha val="35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69" name="Freeform: Shape 68">
                <a:extLst>
                  <a:ext uri="{FF2B5EF4-FFF2-40B4-BE49-F238E27FC236}">
                    <a16:creationId xmlns:a16="http://schemas.microsoft.com/office/drawing/2014/main" id="{9724247A-6615-4D27-80F0-33927628267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154072" y="3867816"/>
                <a:ext cx="2907315" cy="1544764"/>
              </a:xfrm>
              <a:custGeom>
                <a:avLst/>
                <a:gdLst>
                  <a:gd name="connsiteX0" fmla="*/ 0 w 2907315"/>
                  <a:gd name="connsiteY0" fmla="*/ 1544764 h 1544764"/>
                  <a:gd name="connsiteX1" fmla="*/ 201644 w 2907315"/>
                  <a:gd name="connsiteY1" fmla="*/ 1352550 h 1544764"/>
                  <a:gd name="connsiteX2" fmla="*/ 423196 w 2907315"/>
                  <a:gd name="connsiteY2" fmla="*/ 1196054 h 1544764"/>
                  <a:gd name="connsiteX3" fmla="*/ 782193 w 2907315"/>
                  <a:gd name="connsiteY3" fmla="*/ 1099947 h 1544764"/>
                  <a:gd name="connsiteX4" fmla="*/ 1052513 w 2907315"/>
                  <a:gd name="connsiteY4" fmla="*/ 1042321 h 1544764"/>
                  <a:gd name="connsiteX5" fmla="*/ 1311783 w 2907315"/>
                  <a:gd name="connsiteY5" fmla="*/ 1056037 h 1544764"/>
                  <a:gd name="connsiteX6" fmla="*/ 1484662 w 2907315"/>
                  <a:gd name="connsiteY6" fmla="*/ 1083469 h 1544764"/>
                  <a:gd name="connsiteX7" fmla="*/ 1788224 w 2907315"/>
                  <a:gd name="connsiteY7" fmla="*/ 1023080 h 1544764"/>
                  <a:gd name="connsiteX8" fmla="*/ 2269045 w 2907315"/>
                  <a:gd name="connsiteY8" fmla="*/ 734758 h 1544764"/>
                  <a:gd name="connsiteX9" fmla="*/ 2534984 w 2907315"/>
                  <a:gd name="connsiteY9" fmla="*/ 572738 h 1544764"/>
                  <a:gd name="connsiteX10" fmla="*/ 2907316 w 2907315"/>
                  <a:gd name="connsiteY10" fmla="*/ 0 h 1544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907315" h="1544764">
                    <a:moveTo>
                      <a:pt x="0" y="1544764"/>
                    </a:moveTo>
                    <a:cubicBezTo>
                      <a:pt x="0" y="1544764"/>
                      <a:pt x="98012" y="1443990"/>
                      <a:pt x="201644" y="1352550"/>
                    </a:cubicBezTo>
                    <a:cubicBezTo>
                      <a:pt x="271272" y="1291209"/>
                      <a:pt x="343662" y="1234249"/>
                      <a:pt x="423196" y="1196054"/>
                    </a:cubicBezTo>
                    <a:cubicBezTo>
                      <a:pt x="537591" y="1141095"/>
                      <a:pt x="661226" y="1127189"/>
                      <a:pt x="782193" y="1099947"/>
                    </a:cubicBezTo>
                    <a:cubicBezTo>
                      <a:pt x="872300" y="1079659"/>
                      <a:pt x="961358" y="1051370"/>
                      <a:pt x="1052513" y="1042321"/>
                    </a:cubicBezTo>
                    <a:cubicBezTo>
                      <a:pt x="1139000" y="1033653"/>
                      <a:pt x="1225868" y="1040321"/>
                      <a:pt x="1311783" y="1056037"/>
                    </a:cubicBezTo>
                    <a:cubicBezTo>
                      <a:pt x="1369314" y="1066609"/>
                      <a:pt x="1426559" y="1079373"/>
                      <a:pt x="1484662" y="1083469"/>
                    </a:cubicBezTo>
                    <a:cubicBezTo>
                      <a:pt x="1587913" y="1090803"/>
                      <a:pt x="1690402" y="1064800"/>
                      <a:pt x="1788224" y="1023080"/>
                    </a:cubicBezTo>
                    <a:cubicBezTo>
                      <a:pt x="1956721" y="951262"/>
                      <a:pt x="2106549" y="825722"/>
                      <a:pt x="2269045" y="734758"/>
                    </a:cubicBezTo>
                    <a:cubicBezTo>
                      <a:pt x="2359438" y="684181"/>
                      <a:pt x="2452497" y="640556"/>
                      <a:pt x="2534984" y="572738"/>
                    </a:cubicBezTo>
                    <a:cubicBezTo>
                      <a:pt x="2673001" y="459391"/>
                      <a:pt x="2847023" y="191453"/>
                      <a:pt x="2907316" y="0"/>
                    </a:cubicBezTo>
                  </a:path>
                </a:pathLst>
              </a:custGeom>
              <a:noFill/>
              <a:ln w="9525" cap="rnd">
                <a:solidFill>
                  <a:schemeClr val="accent2">
                    <a:alpha val="35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70" name="Freeform: Shape 69">
                <a:extLst>
                  <a:ext uri="{FF2B5EF4-FFF2-40B4-BE49-F238E27FC236}">
                    <a16:creationId xmlns:a16="http://schemas.microsoft.com/office/drawing/2014/main" id="{495168B2-CEF6-486B-AD0C-D063CDD988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07946" y="3479100"/>
                <a:ext cx="3168300" cy="1952434"/>
              </a:xfrm>
              <a:custGeom>
                <a:avLst/>
                <a:gdLst>
                  <a:gd name="connsiteX0" fmla="*/ 0 w 3168300"/>
                  <a:gd name="connsiteY0" fmla="*/ 1952435 h 1952434"/>
                  <a:gd name="connsiteX1" fmla="*/ 202121 w 3168300"/>
                  <a:gd name="connsiteY1" fmla="*/ 1687068 h 1952434"/>
                  <a:gd name="connsiteX2" fmla="*/ 545116 w 3168300"/>
                  <a:gd name="connsiteY2" fmla="*/ 1450277 h 1952434"/>
                  <a:gd name="connsiteX3" fmla="*/ 906780 w 3168300"/>
                  <a:gd name="connsiteY3" fmla="*/ 1354455 h 1952434"/>
                  <a:gd name="connsiteX4" fmla="*/ 1332262 w 3168300"/>
                  <a:gd name="connsiteY4" fmla="*/ 1285304 h 1952434"/>
                  <a:gd name="connsiteX5" fmla="*/ 1691259 w 3168300"/>
                  <a:gd name="connsiteY5" fmla="*/ 1240060 h 1952434"/>
                  <a:gd name="connsiteX6" fmla="*/ 2010346 w 3168300"/>
                  <a:gd name="connsiteY6" fmla="*/ 1141667 h 1952434"/>
                  <a:gd name="connsiteX7" fmla="*/ 2393252 w 3168300"/>
                  <a:gd name="connsiteY7" fmla="*/ 1027271 h 1952434"/>
                  <a:gd name="connsiteX8" fmla="*/ 2582037 w 3168300"/>
                  <a:gd name="connsiteY8" fmla="*/ 958120 h 1952434"/>
                  <a:gd name="connsiteX9" fmla="*/ 2760155 w 3168300"/>
                  <a:gd name="connsiteY9" fmla="*/ 827723 h 1952434"/>
                  <a:gd name="connsiteX10" fmla="*/ 2914364 w 3168300"/>
                  <a:gd name="connsiteY10" fmla="*/ 567023 h 1952434"/>
                  <a:gd name="connsiteX11" fmla="*/ 3168301 w 3168300"/>
                  <a:gd name="connsiteY11" fmla="*/ 0 h 1952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68300" h="1952434">
                    <a:moveTo>
                      <a:pt x="0" y="1952435"/>
                    </a:moveTo>
                    <a:cubicBezTo>
                      <a:pt x="0" y="1952435"/>
                      <a:pt x="91059" y="1796415"/>
                      <a:pt x="202121" y="1687068"/>
                    </a:cubicBezTo>
                    <a:cubicBezTo>
                      <a:pt x="301943" y="1588675"/>
                      <a:pt x="416528" y="1505617"/>
                      <a:pt x="545116" y="1450277"/>
                    </a:cubicBezTo>
                    <a:cubicBezTo>
                      <a:pt x="659987" y="1400747"/>
                      <a:pt x="783622" y="1377601"/>
                      <a:pt x="906780" y="1354455"/>
                    </a:cubicBezTo>
                    <a:cubicBezTo>
                      <a:pt x="1048036" y="1327976"/>
                      <a:pt x="1189482" y="1301972"/>
                      <a:pt x="1332262" y="1285304"/>
                    </a:cubicBezTo>
                    <a:cubicBezTo>
                      <a:pt x="1452182" y="1271302"/>
                      <a:pt x="1573340" y="1265873"/>
                      <a:pt x="1691259" y="1240060"/>
                    </a:cubicBezTo>
                    <a:cubicBezTo>
                      <a:pt x="1800035" y="1216247"/>
                      <a:pt x="1904619" y="1176718"/>
                      <a:pt x="2010346" y="1141667"/>
                    </a:cubicBezTo>
                    <a:cubicBezTo>
                      <a:pt x="2136743" y="1099661"/>
                      <a:pt x="2265902" y="1066229"/>
                      <a:pt x="2393252" y="1027271"/>
                    </a:cubicBezTo>
                    <a:cubicBezTo>
                      <a:pt x="2457450" y="1007650"/>
                      <a:pt x="2521744" y="987552"/>
                      <a:pt x="2582037" y="958120"/>
                    </a:cubicBezTo>
                    <a:cubicBezTo>
                      <a:pt x="2648807" y="925449"/>
                      <a:pt x="2710815" y="883349"/>
                      <a:pt x="2760155" y="827723"/>
                    </a:cubicBezTo>
                    <a:cubicBezTo>
                      <a:pt x="2827496" y="751904"/>
                      <a:pt x="2867978" y="657511"/>
                      <a:pt x="2914364" y="567023"/>
                    </a:cubicBezTo>
                    <a:cubicBezTo>
                      <a:pt x="2972753" y="453200"/>
                      <a:pt x="3119152" y="118015"/>
                      <a:pt x="3168301" y="0"/>
                    </a:cubicBezTo>
                  </a:path>
                </a:pathLst>
              </a:custGeom>
              <a:noFill/>
              <a:ln w="9525" cap="rnd">
                <a:solidFill>
                  <a:schemeClr val="accent2">
                    <a:alpha val="35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71" name="Freeform: Shape 70">
                <a:extLst>
                  <a:ext uri="{FF2B5EF4-FFF2-40B4-BE49-F238E27FC236}">
                    <a16:creationId xmlns:a16="http://schemas.microsoft.com/office/drawing/2014/main" id="{E27C133D-9749-4B34-9018-29F3FF86C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04778" y="2976752"/>
                <a:ext cx="3356800" cy="2452020"/>
              </a:xfrm>
              <a:custGeom>
                <a:avLst/>
                <a:gdLst>
                  <a:gd name="connsiteX0" fmla="*/ 0 w 3356800"/>
                  <a:gd name="connsiteY0" fmla="*/ 2452021 h 2452020"/>
                  <a:gd name="connsiteX1" fmla="*/ 130874 w 3356800"/>
                  <a:gd name="connsiteY1" fmla="*/ 2247710 h 2452020"/>
                  <a:gd name="connsiteX2" fmla="*/ 437197 w 3356800"/>
                  <a:gd name="connsiteY2" fmla="*/ 1941195 h 2452020"/>
                  <a:gd name="connsiteX3" fmla="*/ 737140 w 3356800"/>
                  <a:gd name="connsiteY3" fmla="*/ 1736884 h 2452020"/>
                  <a:gd name="connsiteX4" fmla="*/ 1031843 w 3356800"/>
                  <a:gd name="connsiteY4" fmla="*/ 1685068 h 2452020"/>
                  <a:gd name="connsiteX5" fmla="*/ 1287304 w 3356800"/>
                  <a:gd name="connsiteY5" fmla="*/ 1655826 h 2452020"/>
                  <a:gd name="connsiteX6" fmla="*/ 1471994 w 3356800"/>
                  <a:gd name="connsiteY6" fmla="*/ 1634300 h 2452020"/>
                  <a:gd name="connsiteX7" fmla="*/ 1898237 w 3356800"/>
                  <a:gd name="connsiteY7" fmla="*/ 1512665 h 2452020"/>
                  <a:gd name="connsiteX8" fmla="*/ 2229136 w 3356800"/>
                  <a:gd name="connsiteY8" fmla="*/ 1355598 h 2452020"/>
                  <a:gd name="connsiteX9" fmla="*/ 2512314 w 3356800"/>
                  <a:gd name="connsiteY9" fmla="*/ 1238631 h 2452020"/>
                  <a:gd name="connsiteX10" fmla="*/ 2758535 w 3356800"/>
                  <a:gd name="connsiteY10" fmla="*/ 1096994 h 2452020"/>
                  <a:gd name="connsiteX11" fmla="*/ 2935510 w 3356800"/>
                  <a:gd name="connsiteY11" fmla="*/ 919925 h 2452020"/>
                  <a:gd name="connsiteX12" fmla="*/ 3081719 w 3356800"/>
                  <a:gd name="connsiteY12" fmla="*/ 687419 h 2452020"/>
                  <a:gd name="connsiteX13" fmla="*/ 3356800 w 3356800"/>
                  <a:gd name="connsiteY13" fmla="*/ 0 h 245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56800" h="2452020">
                    <a:moveTo>
                      <a:pt x="0" y="2452021"/>
                    </a:moveTo>
                    <a:cubicBezTo>
                      <a:pt x="0" y="2452021"/>
                      <a:pt x="57150" y="2344198"/>
                      <a:pt x="130874" y="2247710"/>
                    </a:cubicBezTo>
                    <a:cubicBezTo>
                      <a:pt x="218694" y="2132648"/>
                      <a:pt x="328136" y="2036635"/>
                      <a:pt x="437197" y="1941195"/>
                    </a:cubicBezTo>
                    <a:cubicBezTo>
                      <a:pt x="529304" y="1860709"/>
                      <a:pt x="623030" y="1779556"/>
                      <a:pt x="737140" y="1736884"/>
                    </a:cubicBezTo>
                    <a:cubicBezTo>
                      <a:pt x="830866" y="1701736"/>
                      <a:pt x="932021" y="1695450"/>
                      <a:pt x="1031843" y="1685068"/>
                    </a:cubicBezTo>
                    <a:cubicBezTo>
                      <a:pt x="1117092" y="1676210"/>
                      <a:pt x="1202055" y="1665160"/>
                      <a:pt x="1287304" y="1655826"/>
                    </a:cubicBezTo>
                    <a:cubicBezTo>
                      <a:pt x="1348931" y="1649063"/>
                      <a:pt x="1410653" y="1643539"/>
                      <a:pt x="1471994" y="1634300"/>
                    </a:cubicBezTo>
                    <a:cubicBezTo>
                      <a:pt x="1618679" y="1612011"/>
                      <a:pt x="1761935" y="1571149"/>
                      <a:pt x="1898237" y="1512665"/>
                    </a:cubicBezTo>
                    <a:cubicBezTo>
                      <a:pt x="2010442" y="1464564"/>
                      <a:pt x="2117503" y="1405128"/>
                      <a:pt x="2229136" y="1355598"/>
                    </a:cubicBezTo>
                    <a:cubicBezTo>
                      <a:pt x="2322481" y="1314164"/>
                      <a:pt x="2418969" y="1280160"/>
                      <a:pt x="2512314" y="1238631"/>
                    </a:cubicBezTo>
                    <a:cubicBezTo>
                      <a:pt x="2599087" y="1199960"/>
                      <a:pt x="2683193" y="1154811"/>
                      <a:pt x="2758535" y="1096994"/>
                    </a:cubicBezTo>
                    <a:cubicBezTo>
                      <a:pt x="2825020" y="1046035"/>
                      <a:pt x="2883789" y="985837"/>
                      <a:pt x="2935510" y="919925"/>
                    </a:cubicBezTo>
                    <a:cubicBezTo>
                      <a:pt x="2992184" y="847725"/>
                      <a:pt x="3039904" y="769144"/>
                      <a:pt x="3081719" y="687419"/>
                    </a:cubicBezTo>
                    <a:cubicBezTo>
                      <a:pt x="3138297" y="576739"/>
                      <a:pt x="3314129" y="116776"/>
                      <a:pt x="3356800" y="0"/>
                    </a:cubicBezTo>
                  </a:path>
                </a:pathLst>
              </a:custGeom>
              <a:noFill/>
              <a:ln w="9525" cap="rnd">
                <a:solidFill>
                  <a:schemeClr val="accent2">
                    <a:alpha val="35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grpSp>
        <p:sp>
          <p:nvSpPr>
            <p:cNvPr id="64" name="Freeform: Shape 63">
              <a:extLst>
                <a:ext uri="{FF2B5EF4-FFF2-40B4-BE49-F238E27FC236}">
                  <a16:creationId xmlns:a16="http://schemas.microsoft.com/office/drawing/2014/main" id="{10388060-18B7-4BD6-A3C5-F6B8E1467E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980400" y="5197178"/>
              <a:ext cx="4211600" cy="1660822"/>
            </a:xfrm>
            <a:custGeom>
              <a:avLst/>
              <a:gdLst>
                <a:gd name="connsiteX0" fmla="*/ 4211600 w 4211600"/>
                <a:gd name="connsiteY0" fmla="*/ 0 h 1660822"/>
                <a:gd name="connsiteX1" fmla="*/ 4211600 w 4211600"/>
                <a:gd name="connsiteY1" fmla="*/ 58430 h 1660822"/>
                <a:gd name="connsiteX2" fmla="*/ 4136524 w 4211600"/>
                <a:gd name="connsiteY2" fmla="*/ 208808 h 1660822"/>
                <a:gd name="connsiteX3" fmla="*/ 3973354 w 4211600"/>
                <a:gd name="connsiteY3" fmla="*/ 437313 h 1660822"/>
                <a:gd name="connsiteX4" fmla="*/ 3884746 w 4211600"/>
                <a:gd name="connsiteY4" fmla="*/ 553613 h 1660822"/>
                <a:gd name="connsiteX5" fmla="*/ 3849435 w 4211600"/>
                <a:gd name="connsiteY5" fmla="*/ 603143 h 1660822"/>
                <a:gd name="connsiteX6" fmla="*/ 3661849 w 4211600"/>
                <a:gd name="connsiteY6" fmla="*/ 819075 h 1660822"/>
                <a:gd name="connsiteX7" fmla="*/ 3402589 w 4211600"/>
                <a:gd name="connsiteY7" fmla="*/ 952996 h 1660822"/>
                <a:gd name="connsiteX8" fmla="*/ 3130202 w 4211600"/>
                <a:gd name="connsiteY8" fmla="*/ 1023386 h 1660822"/>
                <a:gd name="connsiteX9" fmla="*/ 2914657 w 4211600"/>
                <a:gd name="connsiteY9" fmla="*/ 1068058 h 1660822"/>
                <a:gd name="connsiteX10" fmla="*/ 2582149 w 4211600"/>
                <a:gd name="connsiteY10" fmla="*/ 1138924 h 1660822"/>
                <a:gd name="connsiteX11" fmla="*/ 2483958 w 4211600"/>
                <a:gd name="connsiteY11" fmla="*/ 1162356 h 1660822"/>
                <a:gd name="connsiteX12" fmla="*/ 2123750 w 4211600"/>
                <a:gd name="connsiteY12" fmla="*/ 1238651 h 1660822"/>
                <a:gd name="connsiteX13" fmla="*/ 1761444 w 4211600"/>
                <a:gd name="connsiteY13" fmla="*/ 1273417 h 1660822"/>
                <a:gd name="connsiteX14" fmla="*/ 1608382 w 4211600"/>
                <a:gd name="connsiteY14" fmla="*/ 1284466 h 1660822"/>
                <a:gd name="connsiteX15" fmla="*/ 999942 w 4211600"/>
                <a:gd name="connsiteY15" fmla="*/ 1354284 h 1660822"/>
                <a:gd name="connsiteX16" fmla="*/ 484705 w 4211600"/>
                <a:gd name="connsiteY16" fmla="*/ 1450487 h 1660822"/>
                <a:gd name="connsiteX17" fmla="*/ 113310 w 4211600"/>
                <a:gd name="connsiteY17" fmla="*/ 1613700 h 1660822"/>
                <a:gd name="connsiteX18" fmla="*/ 39668 w 4211600"/>
                <a:gd name="connsiteY18" fmla="*/ 1660822 h 1660822"/>
                <a:gd name="connsiteX19" fmla="*/ 0 w 4211600"/>
                <a:gd name="connsiteY19" fmla="*/ 1660822 h 1660822"/>
                <a:gd name="connsiteX20" fmla="*/ 96701 w 4211600"/>
                <a:gd name="connsiteY20" fmla="*/ 1598934 h 1660822"/>
                <a:gd name="connsiteX21" fmla="*/ 474335 w 4211600"/>
                <a:gd name="connsiteY21" fmla="*/ 1433056 h 1660822"/>
                <a:gd name="connsiteX22" fmla="*/ 994299 w 4211600"/>
                <a:gd name="connsiteY22" fmla="*/ 1335806 h 1660822"/>
                <a:gd name="connsiteX23" fmla="*/ 1605231 w 4211600"/>
                <a:gd name="connsiteY23" fmla="*/ 1265702 h 1660822"/>
                <a:gd name="connsiteX24" fmla="*/ 1758819 w 4211600"/>
                <a:gd name="connsiteY24" fmla="*/ 1254558 h 1660822"/>
                <a:gd name="connsiteX25" fmla="*/ 2118106 w 4211600"/>
                <a:gd name="connsiteY25" fmla="*/ 1220077 h 1660822"/>
                <a:gd name="connsiteX26" fmla="*/ 2475557 w 4211600"/>
                <a:gd name="connsiteY26" fmla="*/ 1144353 h 1660822"/>
                <a:gd name="connsiteX27" fmla="*/ 2573878 w 4211600"/>
                <a:gd name="connsiteY27" fmla="*/ 1120827 h 1660822"/>
                <a:gd name="connsiteX28" fmla="*/ 2907437 w 4211600"/>
                <a:gd name="connsiteY28" fmla="*/ 1049675 h 1660822"/>
                <a:gd name="connsiteX29" fmla="*/ 3122589 w 4211600"/>
                <a:gd name="connsiteY29" fmla="*/ 1005098 h 1660822"/>
                <a:gd name="connsiteX30" fmla="*/ 3391169 w 4211600"/>
                <a:gd name="connsiteY30" fmla="*/ 935756 h 1660822"/>
                <a:gd name="connsiteX31" fmla="*/ 3642290 w 4211600"/>
                <a:gd name="connsiteY31" fmla="*/ 806216 h 1660822"/>
                <a:gd name="connsiteX32" fmla="*/ 3825937 w 4211600"/>
                <a:gd name="connsiteY32" fmla="*/ 594475 h 1660822"/>
                <a:gd name="connsiteX33" fmla="*/ 3861381 w 4211600"/>
                <a:gd name="connsiteY33" fmla="*/ 544755 h 1660822"/>
                <a:gd name="connsiteX34" fmla="*/ 3950381 w 4211600"/>
                <a:gd name="connsiteY34" fmla="*/ 427978 h 1660822"/>
                <a:gd name="connsiteX35" fmla="*/ 4112370 w 4211600"/>
                <a:gd name="connsiteY35" fmla="*/ 201378 h 1660822"/>
                <a:gd name="connsiteX36" fmla="*/ 4195989 w 4211600"/>
                <a:gd name="connsiteY36" fmla="*/ 33834 h 1660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4211600" h="1660822">
                  <a:moveTo>
                    <a:pt x="4211600" y="0"/>
                  </a:moveTo>
                  <a:lnTo>
                    <a:pt x="4211600" y="58430"/>
                  </a:lnTo>
                  <a:lnTo>
                    <a:pt x="4136524" y="208808"/>
                  </a:lnTo>
                  <a:cubicBezTo>
                    <a:pt x="4089791" y="287770"/>
                    <a:pt x="4030588" y="363780"/>
                    <a:pt x="3973354" y="437313"/>
                  </a:cubicBezTo>
                  <a:cubicBezTo>
                    <a:pt x="3943819" y="475222"/>
                    <a:pt x="3913231" y="514465"/>
                    <a:pt x="3884746" y="553613"/>
                  </a:cubicBezTo>
                  <a:cubicBezTo>
                    <a:pt x="3872801" y="569996"/>
                    <a:pt x="3861119" y="586569"/>
                    <a:pt x="3849435" y="603143"/>
                  </a:cubicBezTo>
                  <a:cubicBezTo>
                    <a:pt x="3796665" y="678009"/>
                    <a:pt x="3742187" y="755352"/>
                    <a:pt x="3661849" y="819075"/>
                  </a:cubicBezTo>
                  <a:cubicBezTo>
                    <a:pt x="3596214" y="871176"/>
                    <a:pt x="3509050" y="916230"/>
                    <a:pt x="3402589" y="952996"/>
                  </a:cubicBezTo>
                  <a:cubicBezTo>
                    <a:pt x="3312406" y="984048"/>
                    <a:pt x="3215660" y="1005003"/>
                    <a:pt x="3130202" y="1023386"/>
                  </a:cubicBezTo>
                  <a:cubicBezTo>
                    <a:pt x="3058529" y="1038816"/>
                    <a:pt x="2985412" y="1053675"/>
                    <a:pt x="2914657" y="1068058"/>
                  </a:cubicBezTo>
                  <a:cubicBezTo>
                    <a:pt x="2805176" y="1090251"/>
                    <a:pt x="2692021" y="1113207"/>
                    <a:pt x="2582149" y="1138924"/>
                  </a:cubicBezTo>
                  <a:cubicBezTo>
                    <a:pt x="2549330" y="1146639"/>
                    <a:pt x="2516644" y="1154450"/>
                    <a:pt x="2483958" y="1162356"/>
                  </a:cubicBezTo>
                  <a:cubicBezTo>
                    <a:pt x="2367257" y="1190550"/>
                    <a:pt x="2246621" y="1219601"/>
                    <a:pt x="2123750" y="1238651"/>
                  </a:cubicBezTo>
                  <a:cubicBezTo>
                    <a:pt x="2004294" y="1257129"/>
                    <a:pt x="1880769" y="1265416"/>
                    <a:pt x="1761444" y="1273417"/>
                  </a:cubicBezTo>
                  <a:cubicBezTo>
                    <a:pt x="1711167" y="1276751"/>
                    <a:pt x="1659184" y="1280275"/>
                    <a:pt x="1608382" y="1284466"/>
                  </a:cubicBezTo>
                  <a:cubicBezTo>
                    <a:pt x="1408589" y="1300944"/>
                    <a:pt x="1214570" y="1325805"/>
                    <a:pt x="999942" y="1354284"/>
                  </a:cubicBezTo>
                  <a:cubicBezTo>
                    <a:pt x="826403" y="1377240"/>
                    <a:pt x="647744" y="1400957"/>
                    <a:pt x="484705" y="1450487"/>
                  </a:cubicBezTo>
                  <a:cubicBezTo>
                    <a:pt x="355831" y="1489635"/>
                    <a:pt x="231387" y="1544374"/>
                    <a:pt x="113310" y="1613700"/>
                  </a:cubicBezTo>
                  <a:lnTo>
                    <a:pt x="39668" y="1660822"/>
                  </a:lnTo>
                  <a:lnTo>
                    <a:pt x="0" y="1660822"/>
                  </a:lnTo>
                  <a:lnTo>
                    <a:pt x="96701" y="1598934"/>
                  </a:lnTo>
                  <a:cubicBezTo>
                    <a:pt x="216635" y="1528533"/>
                    <a:pt x="343196" y="1472919"/>
                    <a:pt x="474335" y="1433056"/>
                  </a:cubicBezTo>
                  <a:cubicBezTo>
                    <a:pt x="639999" y="1382669"/>
                    <a:pt x="820102" y="1358856"/>
                    <a:pt x="994299" y="1335806"/>
                  </a:cubicBezTo>
                  <a:cubicBezTo>
                    <a:pt x="1210239" y="1307231"/>
                    <a:pt x="1404650" y="1282275"/>
                    <a:pt x="1605231" y="1265702"/>
                  </a:cubicBezTo>
                  <a:cubicBezTo>
                    <a:pt x="1656428" y="1261511"/>
                    <a:pt x="1708411" y="1257987"/>
                    <a:pt x="1758819" y="1254558"/>
                  </a:cubicBezTo>
                  <a:cubicBezTo>
                    <a:pt x="1877487" y="1246557"/>
                    <a:pt x="2000094" y="1238365"/>
                    <a:pt x="2118106" y="1220077"/>
                  </a:cubicBezTo>
                  <a:cubicBezTo>
                    <a:pt x="2239531" y="1201313"/>
                    <a:pt x="2359513" y="1172357"/>
                    <a:pt x="2475557" y="1144353"/>
                  </a:cubicBezTo>
                  <a:cubicBezTo>
                    <a:pt x="2508243" y="1136448"/>
                    <a:pt x="2541060" y="1128542"/>
                    <a:pt x="2573878" y="1120827"/>
                  </a:cubicBezTo>
                  <a:cubicBezTo>
                    <a:pt x="2684276" y="1094919"/>
                    <a:pt x="2797694" y="1071963"/>
                    <a:pt x="2907437" y="1049675"/>
                  </a:cubicBezTo>
                  <a:cubicBezTo>
                    <a:pt x="2978061" y="1035387"/>
                    <a:pt x="3051178" y="1020528"/>
                    <a:pt x="3122589" y="1005098"/>
                  </a:cubicBezTo>
                  <a:cubicBezTo>
                    <a:pt x="3206997" y="986810"/>
                    <a:pt x="3302823" y="966141"/>
                    <a:pt x="3391169" y="935756"/>
                  </a:cubicBezTo>
                  <a:cubicBezTo>
                    <a:pt x="3494479" y="900132"/>
                    <a:pt x="3578886" y="856508"/>
                    <a:pt x="3642290" y="806216"/>
                  </a:cubicBezTo>
                  <a:cubicBezTo>
                    <a:pt x="3720133" y="744303"/>
                    <a:pt x="3773953" y="668103"/>
                    <a:pt x="3825937" y="594475"/>
                  </a:cubicBezTo>
                  <a:cubicBezTo>
                    <a:pt x="3837621" y="577902"/>
                    <a:pt x="3849435" y="561233"/>
                    <a:pt x="3861381" y="544755"/>
                  </a:cubicBezTo>
                  <a:cubicBezTo>
                    <a:pt x="3889997" y="505416"/>
                    <a:pt x="3920715" y="465983"/>
                    <a:pt x="3950381" y="427978"/>
                  </a:cubicBezTo>
                  <a:cubicBezTo>
                    <a:pt x="4007353" y="354921"/>
                    <a:pt x="4066163" y="279388"/>
                    <a:pt x="4112370" y="201378"/>
                  </a:cubicBezTo>
                  <a:cubicBezTo>
                    <a:pt x="4144662" y="146800"/>
                    <a:pt x="4170785" y="89364"/>
                    <a:pt x="4195989" y="33834"/>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grpSp>
      <p:graphicFrame>
        <p:nvGraphicFramePr>
          <p:cNvPr id="7" name="Content Placeholder 2">
            <a:extLst>
              <a:ext uri="{FF2B5EF4-FFF2-40B4-BE49-F238E27FC236}">
                <a16:creationId xmlns:a16="http://schemas.microsoft.com/office/drawing/2014/main" id="{0F76183E-7DFE-CA68-9CDA-616E2DCDD6C2}"/>
              </a:ext>
            </a:extLst>
          </p:cNvPr>
          <p:cNvGraphicFramePr>
            <a:graphicFrameLocks noGrp="1"/>
          </p:cNvGraphicFramePr>
          <p:nvPr>
            <p:ph idx="1"/>
            <p:extLst>
              <p:ext uri="{D42A27DB-BD31-4B8C-83A1-F6EECF244321}">
                <p14:modId xmlns:p14="http://schemas.microsoft.com/office/powerpoint/2010/main" val="1975475646"/>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7652920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71286FD-0518-7A93-3CFA-47DC6BA77DE1}"/>
              </a:ext>
            </a:extLst>
          </p:cNvPr>
          <p:cNvSpPr>
            <a:spLocks noGrp="1"/>
          </p:cNvSpPr>
          <p:nvPr>
            <p:ph idx="1"/>
          </p:nvPr>
        </p:nvSpPr>
        <p:spPr>
          <a:xfrm>
            <a:off x="897192" y="1253331"/>
            <a:ext cx="10699679" cy="4351338"/>
          </a:xfrm>
        </p:spPr>
        <p:txBody>
          <a:bodyPr vert="horz" lIns="91440" tIns="45720" rIns="91440" bIns="45720" rtlCol="0" anchor="t">
            <a:normAutofit/>
          </a:bodyPr>
          <a:lstStyle/>
          <a:p>
            <a:pPr marL="0" indent="0" algn="ctr">
              <a:buNone/>
            </a:pPr>
            <a:r>
              <a:rPr lang="en-IN" sz="3200" b="1" u="sng" dirty="0"/>
              <a:t>Team Introduction</a:t>
            </a:r>
            <a:endParaRPr lang="en-IN" sz="3200" b="1" u="sng"/>
          </a:p>
          <a:p>
            <a:pPr marL="0" indent="0" algn="ctr">
              <a:buNone/>
            </a:pPr>
            <a:endParaRPr lang="en-IN" sz="3200" u="sng"/>
          </a:p>
          <a:p>
            <a:pPr marL="0" indent="0" algn="ctr">
              <a:buNone/>
            </a:pPr>
            <a:r>
              <a:rPr lang="en-IN" sz="3200" dirty="0"/>
              <a:t>Meghana </a:t>
            </a:r>
            <a:r>
              <a:rPr lang="en-IN" sz="3200" err="1"/>
              <a:t>Santhoshi</a:t>
            </a:r>
            <a:r>
              <a:rPr lang="en-IN" sz="3200" dirty="0"/>
              <a:t> Kandagatla – U41694366</a:t>
            </a:r>
          </a:p>
          <a:p>
            <a:pPr marL="0" indent="0" algn="ctr">
              <a:buNone/>
            </a:pPr>
            <a:r>
              <a:rPr lang="en-IN" sz="3200" dirty="0"/>
              <a:t>Geetha </a:t>
            </a:r>
            <a:r>
              <a:rPr lang="en-IN" sz="3200" err="1"/>
              <a:t>Sathyasri</a:t>
            </a:r>
            <a:r>
              <a:rPr lang="en-IN" sz="3200" dirty="0"/>
              <a:t> Reddi - </a:t>
            </a:r>
            <a:r>
              <a:rPr lang="en-IN" sz="3200" dirty="0">
                <a:ea typeface="+mn-lt"/>
                <a:cs typeface="+mn-lt"/>
              </a:rPr>
              <a:t>U28303668</a:t>
            </a:r>
          </a:p>
          <a:p>
            <a:pPr marL="0" indent="0" algn="ctr">
              <a:buNone/>
            </a:pPr>
            <a:r>
              <a:rPr lang="en-IN" sz="3200" dirty="0"/>
              <a:t>Venkata Sai Kolla - U58085203</a:t>
            </a:r>
          </a:p>
          <a:p>
            <a:pPr marL="0" indent="0" algn="ctr">
              <a:buNone/>
            </a:pPr>
            <a:r>
              <a:rPr lang="en-IN" sz="3200" err="1"/>
              <a:t>Revanth</a:t>
            </a:r>
            <a:r>
              <a:rPr lang="en-IN" sz="3200" dirty="0"/>
              <a:t> Malisetty - U28694758</a:t>
            </a:r>
          </a:p>
        </p:txBody>
      </p:sp>
    </p:spTree>
    <p:extLst>
      <p:ext uri="{BB962C8B-B14F-4D97-AF65-F5344CB8AC3E}">
        <p14:creationId xmlns:p14="http://schemas.microsoft.com/office/powerpoint/2010/main" val="30758302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8651CFA9-6065-4243-AC48-858E35978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65000"/>
                  <a:lumOff val="35000"/>
                </a:schemeClr>
              </a:solidFill>
              <a:latin typeface="AvenirNext LT Pro Medium" panose="020B0504020202020204" pitchFamily="34" charset="0"/>
            </a:endParaRPr>
          </a:p>
        </p:txBody>
      </p:sp>
      <p:sp>
        <p:nvSpPr>
          <p:cNvPr id="39" name="Rectangle 38">
            <a:extLst>
              <a:ext uri="{FF2B5EF4-FFF2-40B4-BE49-F238E27FC236}">
                <a16:creationId xmlns:a16="http://schemas.microsoft.com/office/drawing/2014/main" id="{37962AE0-6A1C-4B76-9D52-10E5E6D7D3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65000"/>
                  <a:lumOff val="35000"/>
                </a:schemeClr>
              </a:solidFill>
              <a:latin typeface="AvenirNext LT Pro Medium" panose="020B0504020202020204" pitchFamily="34" charset="0"/>
            </a:endParaRPr>
          </a:p>
        </p:txBody>
      </p:sp>
      <p:grpSp>
        <p:nvGrpSpPr>
          <p:cNvPr id="41" name="Top Left">
            <a:extLst>
              <a:ext uri="{FF2B5EF4-FFF2-40B4-BE49-F238E27FC236}">
                <a16:creationId xmlns:a16="http://schemas.microsoft.com/office/drawing/2014/main" id="{D6CB783F-4879-4A56-B28A-1E2C9A95D42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849" y="-3086"/>
            <a:ext cx="2198951" cy="3349518"/>
            <a:chOff x="10849" y="-3086"/>
            <a:chExt cx="2198951" cy="3349518"/>
          </a:xfrm>
        </p:grpSpPr>
        <p:sp>
          <p:nvSpPr>
            <p:cNvPr id="42" name="Freeform: Shape 41">
              <a:extLst>
                <a:ext uri="{FF2B5EF4-FFF2-40B4-BE49-F238E27FC236}">
                  <a16:creationId xmlns:a16="http://schemas.microsoft.com/office/drawing/2014/main" id="{F03B7790-AC1F-4C9E-82A5-0D3ED91352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692844" y="-3086"/>
              <a:ext cx="1326111" cy="59760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tx1">
                    <a:lumMod val="65000"/>
                    <a:lumOff val="35000"/>
                  </a:schemeClr>
                </a:solidFill>
                <a:latin typeface="AvenirNext LT Pro Medium" panose="020B0504020202020204" pitchFamily="34" charset="0"/>
              </a:endParaRPr>
            </a:p>
          </p:txBody>
        </p:sp>
        <p:sp>
          <p:nvSpPr>
            <p:cNvPr id="43" name="Freeform: Shape 42">
              <a:extLst>
                <a:ext uri="{FF2B5EF4-FFF2-40B4-BE49-F238E27FC236}">
                  <a16:creationId xmlns:a16="http://schemas.microsoft.com/office/drawing/2014/main" id="{24F41532-E3DD-4685-AF21-DC5A504FC8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394" y="15241"/>
              <a:ext cx="2190406" cy="3331191"/>
            </a:xfrm>
            <a:custGeom>
              <a:avLst/>
              <a:gdLst>
                <a:gd name="connsiteX0" fmla="*/ 0 w 3296088"/>
                <a:gd name="connsiteY0" fmla="*/ 5012722 h 5012722"/>
                <a:gd name="connsiteX1" fmla="*/ 244031 w 3296088"/>
                <a:gd name="connsiteY1" fmla="*/ 4820222 h 5012722"/>
                <a:gd name="connsiteX2" fmla="*/ 729234 w 3296088"/>
                <a:gd name="connsiteY2" fmla="*/ 4360641 h 5012722"/>
                <a:gd name="connsiteX3" fmla="*/ 881444 w 3296088"/>
                <a:gd name="connsiteY3" fmla="*/ 4173950 h 5012722"/>
                <a:gd name="connsiteX4" fmla="*/ 1151287 w 3296088"/>
                <a:gd name="connsiteY4" fmla="*/ 3972877 h 5012722"/>
                <a:gd name="connsiteX5" fmla="*/ 1498664 w 3296088"/>
                <a:gd name="connsiteY5" fmla="*/ 3786188 h 5012722"/>
                <a:gd name="connsiteX6" fmla="*/ 1716881 w 3296088"/>
                <a:gd name="connsiteY6" fmla="*/ 3674174 h 5012722"/>
                <a:gd name="connsiteX7" fmla="*/ 1913573 w 3296088"/>
                <a:gd name="connsiteY7" fmla="*/ 3477387 h 5012722"/>
                <a:gd name="connsiteX8" fmla="*/ 2167700 w 3296088"/>
                <a:gd name="connsiteY8" fmla="*/ 3042190 h 5012722"/>
                <a:gd name="connsiteX9" fmla="*/ 2273903 w 3296088"/>
                <a:gd name="connsiteY9" fmla="*/ 2775014 h 5012722"/>
                <a:gd name="connsiteX10" fmla="*/ 2463356 w 3296088"/>
                <a:gd name="connsiteY10" fmla="*/ 2335530 h 5012722"/>
                <a:gd name="connsiteX11" fmla="*/ 2741866 w 3296088"/>
                <a:gd name="connsiteY11" fmla="*/ 1982248 h 5012722"/>
                <a:gd name="connsiteX12" fmla="*/ 2985897 w 3296088"/>
                <a:gd name="connsiteY12" fmla="*/ 1634681 h 5012722"/>
                <a:gd name="connsiteX13" fmla="*/ 3212687 w 3296088"/>
                <a:gd name="connsiteY13" fmla="*/ 1226820 h 5012722"/>
                <a:gd name="connsiteX14" fmla="*/ 3281553 w 3296088"/>
                <a:gd name="connsiteY14" fmla="*/ 959644 h 5012722"/>
                <a:gd name="connsiteX15" fmla="*/ 3295936 w 3296088"/>
                <a:gd name="connsiteY15" fmla="*/ 701135 h 5012722"/>
                <a:gd name="connsiteX16" fmla="*/ 3267266 w 3296088"/>
                <a:gd name="connsiteY16" fmla="*/ 436817 h 5012722"/>
                <a:gd name="connsiteX17" fmla="*/ 3105341 w 3296088"/>
                <a:gd name="connsiteY17" fmla="*/ 0 h 501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296088" h="5012722">
                  <a:moveTo>
                    <a:pt x="0" y="5012722"/>
                  </a:moveTo>
                  <a:cubicBezTo>
                    <a:pt x="81820" y="4949095"/>
                    <a:pt x="163544" y="4885468"/>
                    <a:pt x="244031" y="4820222"/>
                  </a:cubicBezTo>
                  <a:cubicBezTo>
                    <a:pt x="417671" y="4679633"/>
                    <a:pt x="589883" y="4535139"/>
                    <a:pt x="729234" y="4360641"/>
                  </a:cubicBezTo>
                  <a:cubicBezTo>
                    <a:pt x="779431" y="4297776"/>
                    <a:pt x="825818" y="4231958"/>
                    <a:pt x="881444" y="4173950"/>
                  </a:cubicBezTo>
                  <a:cubicBezTo>
                    <a:pt x="959358" y="4092607"/>
                    <a:pt x="1054799" y="4031075"/>
                    <a:pt x="1151287" y="3972877"/>
                  </a:cubicBezTo>
                  <a:cubicBezTo>
                    <a:pt x="1263968" y="3904964"/>
                    <a:pt x="1379315" y="3841337"/>
                    <a:pt x="1498664" y="3786188"/>
                  </a:cubicBezTo>
                  <a:cubicBezTo>
                    <a:pt x="1573149" y="3751802"/>
                    <a:pt x="1649159" y="3720179"/>
                    <a:pt x="1716881" y="3674174"/>
                  </a:cubicBezTo>
                  <a:cubicBezTo>
                    <a:pt x="1794034" y="3621691"/>
                    <a:pt x="1856708" y="3551492"/>
                    <a:pt x="1913573" y="3477387"/>
                  </a:cubicBezTo>
                  <a:cubicBezTo>
                    <a:pt x="2016157" y="3343751"/>
                    <a:pt x="2099024" y="3196114"/>
                    <a:pt x="2167700" y="3042190"/>
                  </a:cubicBezTo>
                  <a:cubicBezTo>
                    <a:pt x="2206752" y="2954655"/>
                    <a:pt x="2241233" y="2865215"/>
                    <a:pt x="2273903" y="2775014"/>
                  </a:cubicBezTo>
                  <a:cubicBezTo>
                    <a:pt x="2328482" y="2624423"/>
                    <a:pt x="2379440" y="2471642"/>
                    <a:pt x="2463356" y="2335530"/>
                  </a:cubicBezTo>
                  <a:cubicBezTo>
                    <a:pt x="2542127" y="2207705"/>
                    <a:pt x="2647855" y="2099501"/>
                    <a:pt x="2741866" y="1982248"/>
                  </a:cubicBezTo>
                  <a:cubicBezTo>
                    <a:pt x="2830449" y="1871758"/>
                    <a:pt x="2908554" y="1753362"/>
                    <a:pt x="2985897" y="1634681"/>
                  </a:cubicBezTo>
                  <a:cubicBezTo>
                    <a:pt x="3071146" y="1503902"/>
                    <a:pt x="3156395" y="1372172"/>
                    <a:pt x="3212687" y="1226820"/>
                  </a:cubicBezTo>
                  <a:cubicBezTo>
                    <a:pt x="3246025" y="1140809"/>
                    <a:pt x="3268790" y="1051084"/>
                    <a:pt x="3281553" y="959644"/>
                  </a:cubicBezTo>
                  <a:cubicBezTo>
                    <a:pt x="3293555" y="874014"/>
                    <a:pt x="3296888" y="787527"/>
                    <a:pt x="3295936" y="701135"/>
                  </a:cubicBezTo>
                  <a:cubicBezTo>
                    <a:pt x="3294888" y="612172"/>
                    <a:pt x="3289268" y="523018"/>
                    <a:pt x="3267266" y="436817"/>
                  </a:cubicBezTo>
                  <a:cubicBezTo>
                    <a:pt x="3227832" y="282416"/>
                    <a:pt x="3105341" y="0"/>
                    <a:pt x="3105341" y="0"/>
                  </a:cubicBezTo>
                </a:path>
              </a:pathLst>
            </a:custGeom>
            <a:noFill/>
            <a:ln w="9525" cap="rnd">
              <a:solidFill>
                <a:schemeClr val="accent2">
                  <a:alpha val="35000"/>
                </a:schemeClr>
              </a:solidFill>
              <a:prstDash val="lgDash"/>
              <a:round/>
            </a:ln>
          </p:spPr>
          <p:txBody>
            <a:bodyPr rtlCol="0" anchor="ctr"/>
            <a:lstStyle/>
            <a:p>
              <a:endParaRPr lang="en-US"/>
            </a:p>
          </p:txBody>
        </p:sp>
        <p:sp>
          <p:nvSpPr>
            <p:cNvPr id="44" name="Freeform: Shape 43">
              <a:extLst>
                <a:ext uri="{FF2B5EF4-FFF2-40B4-BE49-F238E27FC236}">
                  <a16:creationId xmlns:a16="http://schemas.microsoft.com/office/drawing/2014/main" id="{E5153570-165D-4616-83D8-9A81A85947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978674" cy="3074959"/>
            </a:xfrm>
            <a:custGeom>
              <a:avLst/>
              <a:gdLst>
                <a:gd name="connsiteX0" fmla="*/ 0 w 2977477"/>
                <a:gd name="connsiteY0" fmla="*/ 4627150 h 4627149"/>
                <a:gd name="connsiteX1" fmla="*/ 275082 w 2977477"/>
                <a:gd name="connsiteY1" fmla="*/ 4341590 h 4627149"/>
                <a:gd name="connsiteX2" fmla="*/ 502825 w 2977477"/>
                <a:gd name="connsiteY2" fmla="*/ 4054126 h 4627149"/>
                <a:gd name="connsiteX3" fmla="*/ 666179 w 2977477"/>
                <a:gd name="connsiteY3" fmla="*/ 3890677 h 4627149"/>
                <a:gd name="connsiteX4" fmla="*/ 864203 w 2977477"/>
                <a:gd name="connsiteY4" fmla="*/ 3675983 h 4627149"/>
                <a:gd name="connsiteX5" fmla="*/ 982599 w 2977477"/>
                <a:gd name="connsiteY5" fmla="*/ 3557492 h 4627149"/>
                <a:gd name="connsiteX6" fmla="*/ 1188244 w 2977477"/>
                <a:gd name="connsiteY6" fmla="*/ 3329654 h 4627149"/>
                <a:gd name="connsiteX7" fmla="*/ 1344740 w 2977477"/>
                <a:gd name="connsiteY7" fmla="*/ 3146774 h 4627149"/>
                <a:gd name="connsiteX8" fmla="*/ 1470755 w 2977477"/>
                <a:gd name="connsiteY8" fmla="*/ 2984659 h 4627149"/>
                <a:gd name="connsiteX9" fmla="*/ 1657636 w 2977477"/>
                <a:gd name="connsiteY9" fmla="*/ 2670239 h 4627149"/>
                <a:gd name="connsiteX10" fmla="*/ 1762887 w 2977477"/>
                <a:gd name="connsiteY10" fmla="*/ 2473547 h 4627149"/>
                <a:gd name="connsiteX11" fmla="*/ 1866710 w 2977477"/>
                <a:gd name="connsiteY11" fmla="*/ 2290667 h 4627149"/>
                <a:gd name="connsiteX12" fmla="*/ 2106263 w 2977477"/>
                <a:gd name="connsiteY12" fmla="*/ 2030254 h 4627149"/>
                <a:gd name="connsiteX13" fmla="*/ 2277237 w 2977477"/>
                <a:gd name="connsiteY13" fmla="*/ 1859185 h 4627149"/>
                <a:gd name="connsiteX14" fmla="*/ 2499455 w 2977477"/>
                <a:gd name="connsiteY14" fmla="*/ 1656207 h 4627149"/>
                <a:gd name="connsiteX15" fmla="*/ 2707100 w 2977477"/>
                <a:gd name="connsiteY15" fmla="*/ 1390269 h 4627149"/>
                <a:gd name="connsiteX16" fmla="*/ 2812352 w 2977477"/>
                <a:gd name="connsiteY16" fmla="*/ 1230916 h 4627149"/>
                <a:gd name="connsiteX17" fmla="*/ 2898172 w 2977477"/>
                <a:gd name="connsiteY17" fmla="*/ 1036987 h 4627149"/>
                <a:gd name="connsiteX18" fmla="*/ 2963228 w 2977477"/>
                <a:gd name="connsiteY18" fmla="*/ 850011 h 4627149"/>
                <a:gd name="connsiteX19" fmla="*/ 2977325 w 2977477"/>
                <a:gd name="connsiteY19" fmla="*/ 745427 h 4627149"/>
                <a:gd name="connsiteX20" fmla="*/ 2929509 w 2977477"/>
                <a:gd name="connsiteY20" fmla="*/ 480155 h 4627149"/>
                <a:gd name="connsiteX21" fmla="*/ 2563082 w 2977477"/>
                <a:gd name="connsiteY21" fmla="*/ 0 h 4627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77477" h="4627149">
                  <a:moveTo>
                    <a:pt x="0" y="4627150"/>
                  </a:moveTo>
                  <a:cubicBezTo>
                    <a:pt x="79820" y="4552283"/>
                    <a:pt x="203835" y="4424648"/>
                    <a:pt x="275082" y="4341590"/>
                  </a:cubicBezTo>
                  <a:cubicBezTo>
                    <a:pt x="354711" y="4248722"/>
                    <a:pt x="421005" y="4145090"/>
                    <a:pt x="502825" y="4054126"/>
                  </a:cubicBezTo>
                  <a:cubicBezTo>
                    <a:pt x="554355" y="3996881"/>
                    <a:pt x="612362" y="3945827"/>
                    <a:pt x="666179" y="3890677"/>
                  </a:cubicBezTo>
                  <a:cubicBezTo>
                    <a:pt x="734187" y="3821049"/>
                    <a:pt x="796671" y="3746183"/>
                    <a:pt x="864203" y="3675983"/>
                  </a:cubicBezTo>
                  <a:cubicBezTo>
                    <a:pt x="902875" y="3635788"/>
                    <a:pt x="943642" y="3597593"/>
                    <a:pt x="982599" y="3557492"/>
                  </a:cubicBezTo>
                  <a:cubicBezTo>
                    <a:pt x="1053941" y="3484150"/>
                    <a:pt x="1121378" y="3407093"/>
                    <a:pt x="1188244" y="3329654"/>
                  </a:cubicBezTo>
                  <a:cubicBezTo>
                    <a:pt x="1240631" y="3268885"/>
                    <a:pt x="1293495" y="3208496"/>
                    <a:pt x="1344740" y="3146774"/>
                  </a:cubicBezTo>
                  <a:cubicBezTo>
                    <a:pt x="1388459" y="3094101"/>
                    <a:pt x="1431512" y="3040761"/>
                    <a:pt x="1470755" y="2984659"/>
                  </a:cubicBezTo>
                  <a:cubicBezTo>
                    <a:pt x="1540764" y="2884646"/>
                    <a:pt x="1598771" y="2777109"/>
                    <a:pt x="1657636" y="2670239"/>
                  </a:cubicBezTo>
                  <a:cubicBezTo>
                    <a:pt x="1693545" y="2605088"/>
                    <a:pt x="1728502" y="2539460"/>
                    <a:pt x="1762887" y="2473547"/>
                  </a:cubicBezTo>
                  <a:cubicBezTo>
                    <a:pt x="1795367" y="2411349"/>
                    <a:pt x="1826419" y="2348103"/>
                    <a:pt x="1866710" y="2290667"/>
                  </a:cubicBezTo>
                  <a:cubicBezTo>
                    <a:pt x="1934623" y="2193893"/>
                    <a:pt x="2022729" y="2114169"/>
                    <a:pt x="2106263" y="2030254"/>
                  </a:cubicBezTo>
                  <a:cubicBezTo>
                    <a:pt x="2163128" y="1973104"/>
                    <a:pt x="2218182" y="1914049"/>
                    <a:pt x="2277237" y="1859185"/>
                  </a:cubicBezTo>
                  <a:cubicBezTo>
                    <a:pt x="2350770" y="1790891"/>
                    <a:pt x="2430304" y="1728978"/>
                    <a:pt x="2499455" y="1656207"/>
                  </a:cubicBezTo>
                  <a:cubicBezTo>
                    <a:pt x="2576989" y="1574578"/>
                    <a:pt x="2641568" y="1481900"/>
                    <a:pt x="2707100" y="1390269"/>
                  </a:cubicBezTo>
                  <a:cubicBezTo>
                    <a:pt x="2744153" y="1338453"/>
                    <a:pt x="2781586" y="1286732"/>
                    <a:pt x="2812352" y="1230916"/>
                  </a:cubicBezTo>
                  <a:cubicBezTo>
                    <a:pt x="2846546" y="1168908"/>
                    <a:pt x="2872550" y="1102900"/>
                    <a:pt x="2898172" y="1036987"/>
                  </a:cubicBezTo>
                  <a:cubicBezTo>
                    <a:pt x="2922175" y="975455"/>
                    <a:pt x="2948273" y="914305"/>
                    <a:pt x="2963228" y="850011"/>
                  </a:cubicBezTo>
                  <a:cubicBezTo>
                    <a:pt x="2971229" y="815626"/>
                    <a:pt x="2976563" y="780764"/>
                    <a:pt x="2977325" y="745427"/>
                  </a:cubicBezTo>
                  <a:cubicBezTo>
                    <a:pt x="2979230" y="654844"/>
                    <a:pt x="2963323" y="564261"/>
                    <a:pt x="2929509" y="480155"/>
                  </a:cubicBezTo>
                  <a:cubicBezTo>
                    <a:pt x="2851309" y="285655"/>
                    <a:pt x="2563082" y="0"/>
                    <a:pt x="2563082" y="0"/>
                  </a:cubicBezTo>
                </a:path>
              </a:pathLst>
            </a:custGeom>
            <a:noFill/>
            <a:ln w="9525" cap="rnd">
              <a:solidFill>
                <a:schemeClr val="accent2">
                  <a:alpha val="35000"/>
                </a:schemeClr>
              </a:solidFill>
              <a:prstDash val="lgDash"/>
              <a:round/>
            </a:ln>
          </p:spPr>
          <p:txBody>
            <a:bodyPr rtlCol="0" anchor="ctr"/>
            <a:lstStyle/>
            <a:p>
              <a:endParaRPr lang="en-US"/>
            </a:p>
          </p:txBody>
        </p:sp>
        <p:sp>
          <p:nvSpPr>
            <p:cNvPr id="45" name="Freeform: Shape 44">
              <a:extLst>
                <a:ext uri="{FF2B5EF4-FFF2-40B4-BE49-F238E27FC236}">
                  <a16:creationId xmlns:a16="http://schemas.microsoft.com/office/drawing/2014/main" id="{78D218DB-9E8A-400D-A93E-5F3A437BDF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92" y="15178"/>
              <a:ext cx="1566146" cy="2737264"/>
            </a:xfrm>
            <a:custGeom>
              <a:avLst/>
              <a:gdLst>
                <a:gd name="connsiteX0" fmla="*/ 1707071 w 2356712"/>
                <a:gd name="connsiteY0" fmla="*/ 0 h 4118991"/>
                <a:gd name="connsiteX1" fmla="*/ 1824514 w 2356712"/>
                <a:gd name="connsiteY1" fmla="*/ 244697 h 4118991"/>
                <a:gd name="connsiteX2" fmla="*/ 1908715 w 2356712"/>
                <a:gd name="connsiteY2" fmla="*/ 328994 h 4118991"/>
                <a:gd name="connsiteX3" fmla="*/ 2226469 w 2356712"/>
                <a:gd name="connsiteY3" fmla="*/ 603695 h 4118991"/>
                <a:gd name="connsiteX4" fmla="*/ 2355628 w 2356712"/>
                <a:gd name="connsiteY4" fmla="*/ 900494 h 4118991"/>
                <a:gd name="connsiteX5" fmla="*/ 2281428 w 2356712"/>
                <a:gd name="connsiteY5" fmla="*/ 1206913 h 4118991"/>
                <a:gd name="connsiteX6" fmla="*/ 2092452 w 2356712"/>
                <a:gd name="connsiteY6" fmla="*/ 1460659 h 4118991"/>
                <a:gd name="connsiteX7" fmla="*/ 1834039 w 2356712"/>
                <a:gd name="connsiteY7" fmla="*/ 1625822 h 4118991"/>
                <a:gd name="connsiteX8" fmla="*/ 1558862 w 2356712"/>
                <a:gd name="connsiteY8" fmla="*/ 1743075 h 4118991"/>
                <a:gd name="connsiteX9" fmla="*/ 1386554 w 2356712"/>
                <a:gd name="connsiteY9" fmla="*/ 1869948 h 4118991"/>
                <a:gd name="connsiteX10" fmla="*/ 1271683 w 2356712"/>
                <a:gd name="connsiteY10" fmla="*/ 2073402 h 4118991"/>
                <a:gd name="connsiteX11" fmla="*/ 1178338 w 2356712"/>
                <a:gd name="connsiteY11" fmla="*/ 2355914 h 4118991"/>
                <a:gd name="connsiteX12" fmla="*/ 1113758 w 2356712"/>
                <a:gd name="connsiteY12" fmla="*/ 2578513 h 4118991"/>
                <a:gd name="connsiteX13" fmla="*/ 1034796 w 2356712"/>
                <a:gd name="connsiteY13" fmla="*/ 2834640 h 4118991"/>
                <a:gd name="connsiteX14" fmla="*/ 905637 w 2356712"/>
                <a:gd name="connsiteY14" fmla="*/ 3081242 h 4118991"/>
                <a:gd name="connsiteX15" fmla="*/ 793147 w 2356712"/>
                <a:gd name="connsiteY15" fmla="*/ 3258407 h 4118991"/>
                <a:gd name="connsiteX16" fmla="*/ 546735 w 2356712"/>
                <a:gd name="connsiteY16" fmla="*/ 3571970 h 4118991"/>
                <a:gd name="connsiteX17" fmla="*/ 346996 w 2356712"/>
                <a:gd name="connsiteY17" fmla="*/ 3771900 h 4118991"/>
                <a:gd name="connsiteX18" fmla="*/ 174689 w 2356712"/>
                <a:gd name="connsiteY18" fmla="*/ 3944207 h 4118991"/>
                <a:gd name="connsiteX19" fmla="*/ 0 w 2356712"/>
                <a:gd name="connsiteY19" fmla="*/ 4118991 h 4118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356712" h="4118991">
                  <a:moveTo>
                    <a:pt x="1707071" y="0"/>
                  </a:moveTo>
                  <a:cubicBezTo>
                    <a:pt x="1715357" y="22098"/>
                    <a:pt x="1812608" y="224409"/>
                    <a:pt x="1824514" y="244697"/>
                  </a:cubicBezTo>
                  <a:cubicBezTo>
                    <a:pt x="1844802" y="279273"/>
                    <a:pt x="1876996" y="304324"/>
                    <a:pt x="1908715" y="328994"/>
                  </a:cubicBezTo>
                  <a:cubicBezTo>
                    <a:pt x="2019967" y="415195"/>
                    <a:pt x="2137886" y="494633"/>
                    <a:pt x="2226469" y="603695"/>
                  </a:cubicBezTo>
                  <a:cubicBezTo>
                    <a:pt x="2296287" y="689610"/>
                    <a:pt x="2347817" y="790480"/>
                    <a:pt x="2355628" y="900494"/>
                  </a:cubicBezTo>
                  <a:cubicBezTo>
                    <a:pt x="2363248" y="1007078"/>
                    <a:pt x="2329910" y="1111187"/>
                    <a:pt x="2281428" y="1206913"/>
                  </a:cubicBezTo>
                  <a:cubicBezTo>
                    <a:pt x="2233422" y="1301877"/>
                    <a:pt x="2170938" y="1388936"/>
                    <a:pt x="2092452" y="1460659"/>
                  </a:cubicBezTo>
                  <a:cubicBezTo>
                    <a:pt x="2016538" y="1530001"/>
                    <a:pt x="1927765" y="1583436"/>
                    <a:pt x="1834039" y="1625822"/>
                  </a:cubicBezTo>
                  <a:cubicBezTo>
                    <a:pt x="1743075" y="1666970"/>
                    <a:pt x="1647730" y="1697736"/>
                    <a:pt x="1558862" y="1743075"/>
                  </a:cubicBezTo>
                  <a:cubicBezTo>
                    <a:pt x="1494758" y="1775841"/>
                    <a:pt x="1434275" y="1816132"/>
                    <a:pt x="1386554" y="1869948"/>
                  </a:cubicBezTo>
                  <a:cubicBezTo>
                    <a:pt x="1334548" y="1928622"/>
                    <a:pt x="1300544" y="2000345"/>
                    <a:pt x="1271683" y="2073402"/>
                  </a:cubicBezTo>
                  <a:cubicBezTo>
                    <a:pt x="1235202" y="2165699"/>
                    <a:pt x="1206722" y="2260759"/>
                    <a:pt x="1178338" y="2355914"/>
                  </a:cubicBezTo>
                  <a:cubicBezTo>
                    <a:pt x="1156240" y="2429923"/>
                    <a:pt x="1134237" y="2504028"/>
                    <a:pt x="1113758" y="2578513"/>
                  </a:cubicBezTo>
                  <a:cubicBezTo>
                    <a:pt x="1090041" y="2664714"/>
                    <a:pt x="1068134" y="2751678"/>
                    <a:pt x="1034796" y="2834640"/>
                  </a:cubicBezTo>
                  <a:cubicBezTo>
                    <a:pt x="1000125" y="2920841"/>
                    <a:pt x="953643" y="3001613"/>
                    <a:pt x="905637" y="3081242"/>
                  </a:cubicBezTo>
                  <a:cubicBezTo>
                    <a:pt x="869442" y="3141155"/>
                    <a:pt x="832295" y="3200400"/>
                    <a:pt x="793147" y="3258407"/>
                  </a:cubicBezTo>
                  <a:cubicBezTo>
                    <a:pt x="718661" y="3368802"/>
                    <a:pt x="637223" y="3474434"/>
                    <a:pt x="546735" y="3571970"/>
                  </a:cubicBezTo>
                  <a:cubicBezTo>
                    <a:pt x="482632" y="3641027"/>
                    <a:pt x="414147" y="3705797"/>
                    <a:pt x="346996" y="3771900"/>
                  </a:cubicBezTo>
                  <a:cubicBezTo>
                    <a:pt x="288989" y="3828764"/>
                    <a:pt x="232029" y="3886676"/>
                    <a:pt x="174689" y="3944207"/>
                  </a:cubicBezTo>
                  <a:cubicBezTo>
                    <a:pt x="116586" y="4002596"/>
                    <a:pt x="58293" y="4060698"/>
                    <a:pt x="0" y="4118991"/>
                  </a:cubicBezTo>
                </a:path>
              </a:pathLst>
            </a:custGeom>
            <a:noFill/>
            <a:ln w="9525" cap="rnd">
              <a:solidFill>
                <a:schemeClr val="accent2">
                  <a:alpha val="35000"/>
                </a:schemeClr>
              </a:solidFill>
              <a:prstDash val="lgDash"/>
              <a:round/>
            </a:ln>
          </p:spPr>
          <p:txBody>
            <a:bodyPr rtlCol="0" anchor="ctr"/>
            <a:lstStyle/>
            <a:p>
              <a:endParaRPr lang="en-US"/>
            </a:p>
          </p:txBody>
        </p:sp>
        <p:sp>
          <p:nvSpPr>
            <p:cNvPr id="46" name="Freeform: Shape 45">
              <a:extLst>
                <a:ext uri="{FF2B5EF4-FFF2-40B4-BE49-F238E27FC236}">
                  <a16:creationId xmlns:a16="http://schemas.microsoft.com/office/drawing/2014/main" id="{7FD9BE2F-E553-4E8C-A576-FF0883CD77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368431" cy="2644975"/>
            </a:xfrm>
            <a:custGeom>
              <a:avLst/>
              <a:gdLst>
                <a:gd name="connsiteX0" fmla="*/ 0 w 2059193"/>
                <a:gd name="connsiteY0" fmla="*/ 3980116 h 3980116"/>
                <a:gd name="connsiteX1" fmla="*/ 471583 w 2059193"/>
                <a:gd name="connsiteY1" fmla="*/ 3515678 h 3980116"/>
                <a:gd name="connsiteX2" fmla="*/ 758666 w 2059193"/>
                <a:gd name="connsiteY2" fmla="*/ 3163824 h 3980116"/>
                <a:gd name="connsiteX3" fmla="*/ 940499 w 2059193"/>
                <a:gd name="connsiteY3" fmla="*/ 2780824 h 3980116"/>
                <a:gd name="connsiteX4" fmla="*/ 1055370 w 2059193"/>
                <a:gd name="connsiteY4" fmla="*/ 2242185 h 3980116"/>
                <a:gd name="connsiteX5" fmla="*/ 1136714 w 2059193"/>
                <a:gd name="connsiteY5" fmla="*/ 1878330 h 3980116"/>
                <a:gd name="connsiteX6" fmla="*/ 1246727 w 2059193"/>
                <a:gd name="connsiteY6" fmla="*/ 1562386 h 3980116"/>
                <a:gd name="connsiteX7" fmla="*/ 1378363 w 2059193"/>
                <a:gd name="connsiteY7" fmla="*/ 1430750 h 3980116"/>
                <a:gd name="connsiteX8" fmla="*/ 1691831 w 2059193"/>
                <a:gd name="connsiteY8" fmla="*/ 1394841 h 3980116"/>
                <a:gd name="connsiteX9" fmla="*/ 1914335 w 2059193"/>
                <a:gd name="connsiteY9" fmla="*/ 1323023 h 3980116"/>
                <a:gd name="connsiteX10" fmla="*/ 2055495 w 2059193"/>
                <a:gd name="connsiteY10" fmla="*/ 1098042 h 3980116"/>
                <a:gd name="connsiteX11" fmla="*/ 2033969 w 2059193"/>
                <a:gd name="connsiteY11" fmla="*/ 930497 h 3980116"/>
                <a:gd name="connsiteX12" fmla="*/ 1885664 w 2059193"/>
                <a:gd name="connsiteY12" fmla="*/ 760571 h 3980116"/>
                <a:gd name="connsiteX13" fmla="*/ 1636871 w 2059193"/>
                <a:gd name="connsiteY13" fmla="*/ 612172 h 3980116"/>
                <a:gd name="connsiteX14" fmla="*/ 1335405 w 2059193"/>
                <a:gd name="connsiteY14" fmla="*/ 459010 h 3980116"/>
                <a:gd name="connsiteX15" fmla="*/ 1234916 w 2059193"/>
                <a:gd name="connsiteY15" fmla="*/ 269939 h 3980116"/>
                <a:gd name="connsiteX16" fmla="*/ 1386935 w 2059193"/>
                <a:gd name="connsiteY16" fmla="*/ 0 h 39801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9193" h="3980116">
                  <a:moveTo>
                    <a:pt x="0" y="3980116"/>
                  </a:moveTo>
                  <a:cubicBezTo>
                    <a:pt x="91345" y="3889534"/>
                    <a:pt x="382715" y="3608737"/>
                    <a:pt x="471583" y="3515678"/>
                  </a:cubicBezTo>
                  <a:cubicBezTo>
                    <a:pt x="576358" y="3405949"/>
                    <a:pt x="675989" y="3290983"/>
                    <a:pt x="758666" y="3163824"/>
                  </a:cubicBezTo>
                  <a:cubicBezTo>
                    <a:pt x="836105" y="3044857"/>
                    <a:pt x="897445" y="2916079"/>
                    <a:pt x="940499" y="2780824"/>
                  </a:cubicBezTo>
                  <a:cubicBezTo>
                    <a:pt x="996315" y="2605754"/>
                    <a:pt x="1020985" y="2422874"/>
                    <a:pt x="1055370" y="2242185"/>
                  </a:cubicBezTo>
                  <a:cubicBezTo>
                    <a:pt x="1078611" y="2120075"/>
                    <a:pt x="1107472" y="1999107"/>
                    <a:pt x="1136714" y="1878330"/>
                  </a:cubicBezTo>
                  <a:cubicBezTo>
                    <a:pt x="1163098" y="1769174"/>
                    <a:pt x="1189482" y="1658588"/>
                    <a:pt x="1246727" y="1562386"/>
                  </a:cubicBezTo>
                  <a:cubicBezTo>
                    <a:pt x="1279208" y="1507808"/>
                    <a:pt x="1321689" y="1459039"/>
                    <a:pt x="1378363" y="1430750"/>
                  </a:cubicBezTo>
                  <a:cubicBezTo>
                    <a:pt x="1473327" y="1383221"/>
                    <a:pt x="1584865" y="1402652"/>
                    <a:pt x="1691831" y="1394841"/>
                  </a:cubicBezTo>
                  <a:cubicBezTo>
                    <a:pt x="1771079" y="1389031"/>
                    <a:pt x="1849279" y="1368266"/>
                    <a:pt x="1914335" y="1323023"/>
                  </a:cubicBezTo>
                  <a:cubicBezTo>
                    <a:pt x="1989963" y="1270445"/>
                    <a:pt x="2041493" y="1189101"/>
                    <a:pt x="2055495" y="1098042"/>
                  </a:cubicBezTo>
                  <a:cubicBezTo>
                    <a:pt x="2064258" y="1041178"/>
                    <a:pt x="2057591" y="982980"/>
                    <a:pt x="2033969" y="930497"/>
                  </a:cubicBezTo>
                  <a:cubicBezTo>
                    <a:pt x="2002727" y="861060"/>
                    <a:pt x="1945958" y="807625"/>
                    <a:pt x="1885664" y="760571"/>
                  </a:cubicBezTo>
                  <a:cubicBezTo>
                    <a:pt x="1809179" y="700945"/>
                    <a:pt x="1725549" y="651415"/>
                    <a:pt x="1636871" y="612172"/>
                  </a:cubicBezTo>
                  <a:cubicBezTo>
                    <a:pt x="1532763" y="566071"/>
                    <a:pt x="1421606" y="532543"/>
                    <a:pt x="1335405" y="459010"/>
                  </a:cubicBezTo>
                  <a:cubicBezTo>
                    <a:pt x="1277969" y="409956"/>
                    <a:pt x="1232059" y="344615"/>
                    <a:pt x="1234916" y="269939"/>
                  </a:cubicBezTo>
                  <a:cubicBezTo>
                    <a:pt x="1237012" y="211741"/>
                    <a:pt x="1386935" y="0"/>
                    <a:pt x="1386935" y="0"/>
                  </a:cubicBezTo>
                </a:path>
              </a:pathLst>
            </a:custGeom>
            <a:noFill/>
            <a:ln w="9525" cap="rnd">
              <a:solidFill>
                <a:schemeClr val="accent2">
                  <a:alpha val="35000"/>
                </a:schemeClr>
              </a:solidFill>
              <a:prstDash val="lgDash"/>
              <a:round/>
            </a:ln>
          </p:spPr>
          <p:txBody>
            <a:bodyPr rtlCol="0" anchor="ctr"/>
            <a:lstStyle/>
            <a:p>
              <a:endParaRPr lang="en-US"/>
            </a:p>
          </p:txBody>
        </p:sp>
        <p:sp>
          <p:nvSpPr>
            <p:cNvPr id="47" name="Freeform: Shape 46">
              <a:extLst>
                <a:ext uri="{FF2B5EF4-FFF2-40B4-BE49-F238E27FC236}">
                  <a16:creationId xmlns:a16="http://schemas.microsoft.com/office/drawing/2014/main" id="{1DB66DC4-9D1C-4972-9B69-92E0B38EDC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8825" y="543780"/>
              <a:ext cx="494287" cy="1905590"/>
            </a:xfrm>
            <a:custGeom>
              <a:avLst/>
              <a:gdLst>
                <a:gd name="connsiteX0" fmla="*/ 11144 w 743796"/>
                <a:gd name="connsiteY0" fmla="*/ 0 h 2867501"/>
                <a:gd name="connsiteX1" fmla="*/ 353663 w 743796"/>
                <a:gd name="connsiteY1" fmla="*/ 55245 h 2867501"/>
                <a:gd name="connsiteX2" fmla="*/ 571405 w 743796"/>
                <a:gd name="connsiteY2" fmla="*/ 179737 h 2867501"/>
                <a:gd name="connsiteX3" fmla="*/ 688658 w 743796"/>
                <a:gd name="connsiteY3" fmla="*/ 368808 h 2867501"/>
                <a:gd name="connsiteX4" fmla="*/ 731711 w 743796"/>
                <a:gd name="connsiteY4" fmla="*/ 612934 h 2867501"/>
                <a:gd name="connsiteX5" fmla="*/ 725233 w 743796"/>
                <a:gd name="connsiteY5" fmla="*/ 995648 h 2867501"/>
                <a:gd name="connsiteX6" fmla="*/ 742855 w 743796"/>
                <a:gd name="connsiteY6" fmla="*/ 1499330 h 2867501"/>
                <a:gd name="connsiteX7" fmla="*/ 707898 w 743796"/>
                <a:gd name="connsiteY7" fmla="*/ 1793081 h 2867501"/>
                <a:gd name="connsiteX8" fmla="*/ 633222 w 743796"/>
                <a:gd name="connsiteY8" fmla="*/ 2073592 h 2867501"/>
                <a:gd name="connsiteX9" fmla="*/ 404527 w 743796"/>
                <a:gd name="connsiteY9" fmla="*/ 2472404 h 2867501"/>
                <a:gd name="connsiteX10" fmla="*/ 0 w 743796"/>
                <a:gd name="connsiteY10" fmla="*/ 2867501 h 2867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3796" h="2867501">
                  <a:moveTo>
                    <a:pt x="11144" y="0"/>
                  </a:moveTo>
                  <a:cubicBezTo>
                    <a:pt x="101060" y="2953"/>
                    <a:pt x="268796" y="25146"/>
                    <a:pt x="353663" y="55245"/>
                  </a:cubicBezTo>
                  <a:cubicBezTo>
                    <a:pt x="433483" y="83534"/>
                    <a:pt x="510635" y="120967"/>
                    <a:pt x="571405" y="179737"/>
                  </a:cubicBezTo>
                  <a:cubicBezTo>
                    <a:pt x="625412" y="231934"/>
                    <a:pt x="663607" y="297942"/>
                    <a:pt x="688658" y="368808"/>
                  </a:cubicBezTo>
                  <a:cubicBezTo>
                    <a:pt x="716375" y="447103"/>
                    <a:pt x="727996" y="529876"/>
                    <a:pt x="731711" y="612934"/>
                  </a:cubicBezTo>
                  <a:cubicBezTo>
                    <a:pt x="737426" y="740474"/>
                    <a:pt x="724948" y="867918"/>
                    <a:pt x="725233" y="995648"/>
                  </a:cubicBezTo>
                  <a:cubicBezTo>
                    <a:pt x="725710" y="1163765"/>
                    <a:pt x="748665" y="1331309"/>
                    <a:pt x="742855" y="1499330"/>
                  </a:cubicBezTo>
                  <a:cubicBezTo>
                    <a:pt x="739426" y="1598009"/>
                    <a:pt x="725996" y="1696022"/>
                    <a:pt x="707898" y="1793081"/>
                  </a:cubicBezTo>
                  <a:cubicBezTo>
                    <a:pt x="690086" y="1888426"/>
                    <a:pt x="666845" y="1982724"/>
                    <a:pt x="633222" y="2073592"/>
                  </a:cubicBezTo>
                  <a:cubicBezTo>
                    <a:pt x="579692" y="2218182"/>
                    <a:pt x="499682" y="2351056"/>
                    <a:pt x="404527" y="2472404"/>
                  </a:cubicBezTo>
                  <a:cubicBezTo>
                    <a:pt x="266033" y="2648902"/>
                    <a:pt x="179642" y="2732818"/>
                    <a:pt x="0" y="2867501"/>
                  </a:cubicBezTo>
                </a:path>
              </a:pathLst>
            </a:custGeom>
            <a:noFill/>
            <a:ln w="9525" cap="rnd">
              <a:solidFill>
                <a:schemeClr val="accent2">
                  <a:alpha val="35000"/>
                </a:schemeClr>
              </a:solidFill>
              <a:prstDash val="lgDash"/>
              <a:round/>
            </a:ln>
          </p:spPr>
          <p:txBody>
            <a:bodyPr rtlCol="0" anchor="ctr"/>
            <a:lstStyle/>
            <a:p>
              <a:endParaRPr lang="en-US"/>
            </a:p>
          </p:txBody>
        </p:sp>
        <p:sp>
          <p:nvSpPr>
            <p:cNvPr id="48" name="Freeform: Shape 47">
              <a:extLst>
                <a:ext uri="{FF2B5EF4-FFF2-40B4-BE49-F238E27FC236}">
                  <a16:creationId xmlns:a16="http://schemas.microsoft.com/office/drawing/2014/main" id="{458D61B9-00C6-41E7-8666-EE5685A623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672286"/>
              <a:ext cx="396930" cy="1690303"/>
            </a:xfrm>
            <a:custGeom>
              <a:avLst/>
              <a:gdLst>
                <a:gd name="connsiteX0" fmla="*/ 16478 w 597294"/>
                <a:gd name="connsiteY0" fmla="*/ 2079 h 2543540"/>
                <a:gd name="connsiteX1" fmla="*/ 299847 w 597294"/>
                <a:gd name="connsiteY1" fmla="*/ 53991 h 2543540"/>
                <a:gd name="connsiteX2" fmla="*/ 503206 w 597294"/>
                <a:gd name="connsiteY2" fmla="*/ 291354 h 2543540"/>
                <a:gd name="connsiteX3" fmla="*/ 525113 w 597294"/>
                <a:gd name="connsiteY3" fmla="*/ 724265 h 2543540"/>
                <a:gd name="connsiteX4" fmla="*/ 578930 w 597294"/>
                <a:gd name="connsiteY4" fmla="*/ 1117267 h 2543540"/>
                <a:gd name="connsiteX5" fmla="*/ 592931 w 597294"/>
                <a:gd name="connsiteY5" fmla="*/ 1476359 h 2543540"/>
                <a:gd name="connsiteX6" fmla="*/ 503206 w 597294"/>
                <a:gd name="connsiteY6" fmla="*/ 1859359 h 2543540"/>
                <a:gd name="connsiteX7" fmla="*/ 291846 w 597294"/>
                <a:gd name="connsiteY7" fmla="*/ 2250361 h 2543540"/>
                <a:gd name="connsiteX8" fmla="*/ 0 w 597294"/>
                <a:gd name="connsiteY8" fmla="*/ 2543540 h 25435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7294" h="2543540">
                  <a:moveTo>
                    <a:pt x="16478" y="2079"/>
                  </a:moveTo>
                  <a:cubicBezTo>
                    <a:pt x="101441" y="-6684"/>
                    <a:pt x="224885" y="12557"/>
                    <a:pt x="299847" y="53991"/>
                  </a:cubicBezTo>
                  <a:cubicBezTo>
                    <a:pt x="394240" y="106092"/>
                    <a:pt x="468440" y="189341"/>
                    <a:pt x="503206" y="291354"/>
                  </a:cubicBezTo>
                  <a:cubicBezTo>
                    <a:pt x="550069" y="429085"/>
                    <a:pt x="520827" y="577770"/>
                    <a:pt x="525113" y="724265"/>
                  </a:cubicBezTo>
                  <a:cubicBezTo>
                    <a:pt x="529019" y="856472"/>
                    <a:pt x="561118" y="986012"/>
                    <a:pt x="578930" y="1117267"/>
                  </a:cubicBezTo>
                  <a:cubicBezTo>
                    <a:pt x="595122" y="1236234"/>
                    <a:pt x="602742" y="1356630"/>
                    <a:pt x="592931" y="1476359"/>
                  </a:cubicBezTo>
                  <a:cubicBezTo>
                    <a:pt x="582073" y="1607709"/>
                    <a:pt x="549783" y="1736011"/>
                    <a:pt x="503206" y="1859359"/>
                  </a:cubicBezTo>
                  <a:cubicBezTo>
                    <a:pt x="450628" y="1998710"/>
                    <a:pt x="383857" y="2133298"/>
                    <a:pt x="291846" y="2250361"/>
                  </a:cubicBezTo>
                  <a:cubicBezTo>
                    <a:pt x="231553" y="2327132"/>
                    <a:pt x="73819" y="2479532"/>
                    <a:pt x="0" y="2543540"/>
                  </a:cubicBezTo>
                </a:path>
              </a:pathLst>
            </a:custGeom>
            <a:noFill/>
            <a:ln w="9525" cap="rnd">
              <a:solidFill>
                <a:schemeClr val="accent2">
                  <a:alpha val="35000"/>
                </a:schemeClr>
              </a:solidFill>
              <a:prstDash val="lgDash"/>
              <a:round/>
            </a:ln>
          </p:spPr>
          <p:txBody>
            <a:bodyPr rtlCol="0" anchor="ctr"/>
            <a:lstStyle/>
            <a:p>
              <a:endParaRPr lang="en-US"/>
            </a:p>
          </p:txBody>
        </p:sp>
        <p:sp>
          <p:nvSpPr>
            <p:cNvPr id="49" name="Freeform: Shape 48">
              <a:extLst>
                <a:ext uri="{FF2B5EF4-FFF2-40B4-BE49-F238E27FC236}">
                  <a16:creationId xmlns:a16="http://schemas.microsoft.com/office/drawing/2014/main" id="{60701468-47AF-4411-BA59-AE2B83A64B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3002" y="881264"/>
              <a:ext cx="258791" cy="1336561"/>
            </a:xfrm>
            <a:custGeom>
              <a:avLst/>
              <a:gdLst>
                <a:gd name="connsiteX0" fmla="*/ 0 w 389425"/>
                <a:gd name="connsiteY0" fmla="*/ 33 h 2011236"/>
                <a:gd name="connsiteX1" fmla="*/ 171260 w 389425"/>
                <a:gd name="connsiteY1" fmla="*/ 60326 h 2011236"/>
                <a:gd name="connsiteX2" fmla="*/ 211455 w 389425"/>
                <a:gd name="connsiteY2" fmla="*/ 221204 h 2011236"/>
                <a:gd name="connsiteX3" fmla="*/ 243078 w 389425"/>
                <a:gd name="connsiteY3" fmla="*/ 448089 h 2011236"/>
                <a:gd name="connsiteX4" fmla="*/ 346424 w 389425"/>
                <a:gd name="connsiteY4" fmla="*/ 789941 h 2011236"/>
                <a:gd name="connsiteX5" fmla="*/ 372237 w 389425"/>
                <a:gd name="connsiteY5" fmla="*/ 942151 h 2011236"/>
                <a:gd name="connsiteX6" fmla="*/ 386620 w 389425"/>
                <a:gd name="connsiteY6" fmla="*/ 1272478 h 2011236"/>
                <a:gd name="connsiteX7" fmla="*/ 280416 w 389425"/>
                <a:gd name="connsiteY7" fmla="*/ 1660241 h 2011236"/>
                <a:gd name="connsiteX8" fmla="*/ 151257 w 389425"/>
                <a:gd name="connsiteY8" fmla="*/ 1844073 h 2011236"/>
                <a:gd name="connsiteX9" fmla="*/ 1905 w 389425"/>
                <a:gd name="connsiteY9" fmla="*/ 2011237 h 2011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9425" h="2011236">
                  <a:moveTo>
                    <a:pt x="0" y="33"/>
                  </a:moveTo>
                  <a:cubicBezTo>
                    <a:pt x="57912" y="-824"/>
                    <a:pt x="136112" y="14892"/>
                    <a:pt x="171260" y="60326"/>
                  </a:cubicBezTo>
                  <a:cubicBezTo>
                    <a:pt x="205645" y="104903"/>
                    <a:pt x="207740" y="164244"/>
                    <a:pt x="211455" y="221204"/>
                  </a:cubicBezTo>
                  <a:cubicBezTo>
                    <a:pt x="216408" y="297594"/>
                    <a:pt x="225838" y="373604"/>
                    <a:pt x="243078" y="448089"/>
                  </a:cubicBezTo>
                  <a:cubicBezTo>
                    <a:pt x="269939" y="564199"/>
                    <a:pt x="319183" y="673927"/>
                    <a:pt x="346424" y="789941"/>
                  </a:cubicBezTo>
                  <a:cubicBezTo>
                    <a:pt x="358235" y="840043"/>
                    <a:pt x="365951" y="891097"/>
                    <a:pt x="372237" y="942151"/>
                  </a:cubicBezTo>
                  <a:cubicBezTo>
                    <a:pt x="385858" y="1051784"/>
                    <a:pt x="394049" y="1162274"/>
                    <a:pt x="386620" y="1272478"/>
                  </a:cubicBezTo>
                  <a:cubicBezTo>
                    <a:pt x="377476" y="1407828"/>
                    <a:pt x="344996" y="1541178"/>
                    <a:pt x="280416" y="1660241"/>
                  </a:cubicBezTo>
                  <a:cubicBezTo>
                    <a:pt x="244602" y="1726249"/>
                    <a:pt x="199358" y="1786352"/>
                    <a:pt x="151257" y="1844073"/>
                  </a:cubicBezTo>
                  <a:cubicBezTo>
                    <a:pt x="79534" y="1930084"/>
                    <a:pt x="89345" y="1941419"/>
                    <a:pt x="1905" y="2011237"/>
                  </a:cubicBezTo>
                </a:path>
              </a:pathLst>
            </a:custGeom>
            <a:noFill/>
            <a:ln w="9525" cap="rnd">
              <a:solidFill>
                <a:schemeClr val="accent2">
                  <a:alpha val="35000"/>
                </a:schemeClr>
              </a:solidFill>
              <a:prstDash val="lgDash"/>
              <a:round/>
            </a:ln>
          </p:spPr>
          <p:txBody>
            <a:bodyPr rtlCol="0" anchor="ctr"/>
            <a:lstStyle/>
            <a:p>
              <a:endParaRPr lang="en-US"/>
            </a:p>
          </p:txBody>
        </p:sp>
      </p:grpSp>
      <p:sp>
        <p:nvSpPr>
          <p:cNvPr id="2" name="Title 1">
            <a:extLst>
              <a:ext uri="{FF2B5EF4-FFF2-40B4-BE49-F238E27FC236}">
                <a16:creationId xmlns:a16="http://schemas.microsoft.com/office/drawing/2014/main" id="{9E40EB18-A032-60CB-009E-5CE775C0F405}"/>
              </a:ext>
            </a:extLst>
          </p:cNvPr>
          <p:cNvSpPr>
            <a:spLocks noGrp="1"/>
          </p:cNvSpPr>
          <p:nvPr>
            <p:ph type="title"/>
          </p:nvPr>
        </p:nvSpPr>
        <p:spPr>
          <a:xfrm>
            <a:off x="616178" y="317945"/>
            <a:ext cx="10246228" cy="1354904"/>
          </a:xfrm>
        </p:spPr>
        <p:txBody>
          <a:bodyPr anchor="t">
            <a:normAutofit/>
          </a:bodyPr>
          <a:lstStyle/>
          <a:p>
            <a:r>
              <a:rPr lang="en-US"/>
              <a:t>Business Problem &amp; Motivation</a:t>
            </a:r>
          </a:p>
        </p:txBody>
      </p:sp>
      <p:grpSp>
        <p:nvGrpSpPr>
          <p:cNvPr id="51" name="Bottom Right">
            <a:extLst>
              <a:ext uri="{FF2B5EF4-FFF2-40B4-BE49-F238E27FC236}">
                <a16:creationId xmlns:a16="http://schemas.microsoft.com/office/drawing/2014/main" id="{9028FA34-8D15-405C-A297-54A197D403D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980400" y="3276601"/>
            <a:ext cx="4211600" cy="3581399"/>
            <a:chOff x="7980400" y="3276601"/>
            <a:chExt cx="4211600" cy="3581399"/>
          </a:xfrm>
        </p:grpSpPr>
        <p:sp>
          <p:nvSpPr>
            <p:cNvPr id="52" name="Freeform: Shape 51">
              <a:extLst>
                <a:ext uri="{FF2B5EF4-FFF2-40B4-BE49-F238E27FC236}">
                  <a16:creationId xmlns:a16="http://schemas.microsoft.com/office/drawing/2014/main" id="{8AED69D7-BD1D-491F-835F-95796C4DF8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439256" y="6178637"/>
              <a:ext cx="1482102" cy="67936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tx1">
                    <a:lumMod val="65000"/>
                    <a:lumOff val="35000"/>
                  </a:schemeClr>
                </a:solidFill>
                <a:latin typeface="AvenirNext LT Pro Medium" panose="020B0504020202020204" pitchFamily="34" charset="0"/>
              </a:endParaRPr>
            </a:p>
          </p:txBody>
        </p:sp>
        <p:grpSp>
          <p:nvGrpSpPr>
            <p:cNvPr id="53" name="Graphic 157">
              <a:extLst>
                <a:ext uri="{FF2B5EF4-FFF2-40B4-BE49-F238E27FC236}">
                  <a16:creationId xmlns:a16="http://schemas.microsoft.com/office/drawing/2014/main" id="{9E8BC73D-4B2E-4536-8B48-265F656A83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8662740" y="3276601"/>
              <a:ext cx="3529260" cy="3581398"/>
              <a:chOff x="4114800" y="1423987"/>
              <a:chExt cx="3961542" cy="4007547"/>
            </a:xfrm>
            <a:noFill/>
          </p:grpSpPr>
          <p:sp>
            <p:nvSpPr>
              <p:cNvPr id="55" name="Freeform: Shape 54">
                <a:extLst>
                  <a:ext uri="{FF2B5EF4-FFF2-40B4-BE49-F238E27FC236}">
                    <a16:creationId xmlns:a16="http://schemas.microsoft.com/office/drawing/2014/main" id="{3DD0BD99-2EC5-440C-A81F-C604BF41185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14800" y="1423987"/>
                <a:ext cx="3946874" cy="3989641"/>
              </a:xfrm>
              <a:custGeom>
                <a:avLst/>
                <a:gdLst>
                  <a:gd name="connsiteX0" fmla="*/ 0 w 3946874"/>
                  <a:gd name="connsiteY0" fmla="*/ 3989641 h 3989641"/>
                  <a:gd name="connsiteX1" fmla="*/ 79439 w 3946874"/>
                  <a:gd name="connsiteY1" fmla="*/ 3891153 h 3989641"/>
                  <a:gd name="connsiteX2" fmla="*/ 297371 w 3946874"/>
                  <a:gd name="connsiteY2" fmla="*/ 3626930 h 3989641"/>
                  <a:gd name="connsiteX3" fmla="*/ 454343 w 3946874"/>
                  <a:gd name="connsiteY3" fmla="*/ 3440335 h 3989641"/>
                  <a:gd name="connsiteX4" fmla="*/ 622363 w 3946874"/>
                  <a:gd name="connsiteY4" fmla="*/ 3290697 h 3989641"/>
                  <a:gd name="connsiteX5" fmla="*/ 927068 w 3946874"/>
                  <a:gd name="connsiteY5" fmla="*/ 3087434 h 3989641"/>
                  <a:gd name="connsiteX6" fmla="*/ 1176338 w 3946874"/>
                  <a:gd name="connsiteY6" fmla="*/ 2915603 h 3989641"/>
                  <a:gd name="connsiteX7" fmla="*/ 1394270 w 3946874"/>
                  <a:gd name="connsiteY7" fmla="*/ 2780729 h 3989641"/>
                  <a:gd name="connsiteX8" fmla="*/ 1601057 w 3946874"/>
                  <a:gd name="connsiteY8" fmla="*/ 2723483 h 3989641"/>
                  <a:gd name="connsiteX9" fmla="*/ 1756220 w 3946874"/>
                  <a:gd name="connsiteY9" fmla="*/ 2743772 h 3989641"/>
                  <a:gd name="connsiteX10" fmla="*/ 1889189 w 3946874"/>
                  <a:gd name="connsiteY10" fmla="*/ 2765965 h 3989641"/>
                  <a:gd name="connsiteX11" fmla="*/ 2007394 w 3946874"/>
                  <a:gd name="connsiteY11" fmla="*/ 2765965 h 3989641"/>
                  <a:gd name="connsiteX12" fmla="*/ 2184654 w 3946874"/>
                  <a:gd name="connsiteY12" fmla="*/ 2671763 h 3989641"/>
                  <a:gd name="connsiteX13" fmla="*/ 2372773 w 3946874"/>
                  <a:gd name="connsiteY13" fmla="*/ 2538984 h 3989641"/>
                  <a:gd name="connsiteX14" fmla="*/ 2439543 w 3946874"/>
                  <a:gd name="connsiteY14" fmla="*/ 2510504 h 3989641"/>
                  <a:gd name="connsiteX15" fmla="*/ 2650617 w 3946874"/>
                  <a:gd name="connsiteY15" fmla="*/ 2434781 h 3989641"/>
                  <a:gd name="connsiteX16" fmla="*/ 2785110 w 3946874"/>
                  <a:gd name="connsiteY16" fmla="*/ 2383060 h 3989641"/>
                  <a:gd name="connsiteX17" fmla="*/ 2897315 w 3946874"/>
                  <a:gd name="connsiteY17" fmla="*/ 2318861 h 3989641"/>
                  <a:gd name="connsiteX18" fmla="*/ 2997994 w 3946874"/>
                  <a:gd name="connsiteY18" fmla="*/ 2226183 h 3989641"/>
                  <a:gd name="connsiteX19" fmla="*/ 3061240 w 3946874"/>
                  <a:gd name="connsiteY19" fmla="*/ 2141506 h 3989641"/>
                  <a:gd name="connsiteX20" fmla="*/ 3152108 w 3946874"/>
                  <a:gd name="connsiteY20" fmla="*/ 2005203 h 3989641"/>
                  <a:gd name="connsiteX21" fmla="*/ 3274124 w 3946874"/>
                  <a:gd name="connsiteY21" fmla="*/ 1871567 h 3989641"/>
                  <a:gd name="connsiteX22" fmla="*/ 3388138 w 3946874"/>
                  <a:gd name="connsiteY22" fmla="*/ 1770888 h 3989641"/>
                  <a:gd name="connsiteX23" fmla="*/ 3466529 w 3946874"/>
                  <a:gd name="connsiteY23" fmla="*/ 1679162 h 3989641"/>
                  <a:gd name="connsiteX24" fmla="*/ 3538633 w 3946874"/>
                  <a:gd name="connsiteY24" fmla="*/ 1551718 h 3989641"/>
                  <a:gd name="connsiteX25" fmla="*/ 3588544 w 3946874"/>
                  <a:gd name="connsiteY25" fmla="*/ 1376172 h 3989641"/>
                  <a:gd name="connsiteX26" fmla="*/ 3597402 w 3946874"/>
                  <a:gd name="connsiteY26" fmla="*/ 1293305 h 3989641"/>
                  <a:gd name="connsiteX27" fmla="*/ 3721227 w 3946874"/>
                  <a:gd name="connsiteY27" fmla="*/ 880491 h 3989641"/>
                  <a:gd name="connsiteX28" fmla="*/ 3761137 w 3946874"/>
                  <a:gd name="connsiteY28" fmla="*/ 463677 h 3989641"/>
                  <a:gd name="connsiteX29" fmla="*/ 3946874 w 3946874"/>
                  <a:gd name="connsiteY29" fmla="*/ 0 h 3989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3946874" h="3989641">
                    <a:moveTo>
                      <a:pt x="0" y="3989641"/>
                    </a:moveTo>
                    <a:cubicBezTo>
                      <a:pt x="19050" y="3957257"/>
                      <a:pt x="50959" y="3916013"/>
                      <a:pt x="79439" y="3891153"/>
                    </a:cubicBezTo>
                    <a:cubicBezTo>
                      <a:pt x="165544" y="3815906"/>
                      <a:pt x="227933" y="3717989"/>
                      <a:pt x="297371" y="3626930"/>
                    </a:cubicBezTo>
                    <a:cubicBezTo>
                      <a:pt x="346615" y="3562255"/>
                      <a:pt x="398050" y="3499009"/>
                      <a:pt x="454343" y="3440335"/>
                    </a:cubicBezTo>
                    <a:cubicBezTo>
                      <a:pt x="506349" y="3386042"/>
                      <a:pt x="562642" y="3336227"/>
                      <a:pt x="622363" y="3290697"/>
                    </a:cubicBezTo>
                    <a:cubicBezTo>
                      <a:pt x="719519" y="3216688"/>
                      <a:pt x="824960" y="3154585"/>
                      <a:pt x="927068" y="3087434"/>
                    </a:cubicBezTo>
                    <a:cubicBezTo>
                      <a:pt x="1011365" y="3031998"/>
                      <a:pt x="1093565" y="2973324"/>
                      <a:pt x="1176338" y="2915603"/>
                    </a:cubicBezTo>
                    <a:cubicBezTo>
                      <a:pt x="1246537" y="2866644"/>
                      <a:pt x="1317308" y="2818066"/>
                      <a:pt x="1394270" y="2780729"/>
                    </a:cubicBezTo>
                    <a:cubicBezTo>
                      <a:pt x="1459421" y="2749106"/>
                      <a:pt x="1528763" y="2724436"/>
                      <a:pt x="1601057" y="2723483"/>
                    </a:cubicBezTo>
                    <a:cubicBezTo>
                      <a:pt x="1653350" y="2722721"/>
                      <a:pt x="1704785" y="2733485"/>
                      <a:pt x="1756220" y="2743772"/>
                    </a:cubicBezTo>
                    <a:cubicBezTo>
                      <a:pt x="1800320" y="2752630"/>
                      <a:pt x="1844612" y="2760250"/>
                      <a:pt x="1889189" y="2765965"/>
                    </a:cubicBezTo>
                    <a:cubicBezTo>
                      <a:pt x="1928622" y="2771013"/>
                      <a:pt x="1968437" y="2773299"/>
                      <a:pt x="2007394" y="2765965"/>
                    </a:cubicBezTo>
                    <a:cubicBezTo>
                      <a:pt x="2073878" y="2753487"/>
                      <a:pt x="2130647" y="2712911"/>
                      <a:pt x="2184654" y="2671763"/>
                    </a:cubicBezTo>
                    <a:cubicBezTo>
                      <a:pt x="2245900" y="2625090"/>
                      <a:pt x="2304002" y="2573465"/>
                      <a:pt x="2372773" y="2538984"/>
                    </a:cubicBezTo>
                    <a:cubicBezTo>
                      <a:pt x="2394395" y="2528126"/>
                      <a:pt x="2416874" y="2518982"/>
                      <a:pt x="2439543" y="2510504"/>
                    </a:cubicBezTo>
                    <a:cubicBezTo>
                      <a:pt x="2509552" y="2484215"/>
                      <a:pt x="2580037" y="2459450"/>
                      <a:pt x="2650617" y="2434781"/>
                    </a:cubicBezTo>
                    <a:cubicBezTo>
                      <a:pt x="2695956" y="2418874"/>
                      <a:pt x="2741295" y="2402872"/>
                      <a:pt x="2785110" y="2383060"/>
                    </a:cubicBezTo>
                    <a:cubicBezTo>
                      <a:pt x="2824448" y="2365248"/>
                      <a:pt x="2862358" y="2344198"/>
                      <a:pt x="2897315" y="2318861"/>
                    </a:cubicBezTo>
                    <a:cubicBezTo>
                      <a:pt x="2934367" y="2292096"/>
                      <a:pt x="2968085" y="2260854"/>
                      <a:pt x="2997994" y="2226183"/>
                    </a:cubicBezTo>
                    <a:cubicBezTo>
                      <a:pt x="3020949" y="2199513"/>
                      <a:pt x="3041714" y="2170938"/>
                      <a:pt x="3061240" y="2141506"/>
                    </a:cubicBezTo>
                    <a:cubicBezTo>
                      <a:pt x="3091529" y="2095976"/>
                      <a:pt x="3119533" y="2049018"/>
                      <a:pt x="3152108" y="2005203"/>
                    </a:cubicBezTo>
                    <a:cubicBezTo>
                      <a:pt x="3188113" y="1956626"/>
                      <a:pt x="3229261" y="1912144"/>
                      <a:pt x="3274124" y="1871567"/>
                    </a:cubicBezTo>
                    <a:cubicBezTo>
                      <a:pt x="3311747" y="1837563"/>
                      <a:pt x="3351848" y="1806321"/>
                      <a:pt x="3388138" y="1770888"/>
                    </a:cubicBezTo>
                    <a:cubicBezTo>
                      <a:pt x="3416999" y="1742694"/>
                      <a:pt x="3443002" y="1711833"/>
                      <a:pt x="3466529" y="1679162"/>
                    </a:cubicBezTo>
                    <a:cubicBezTo>
                      <a:pt x="3495008" y="1639348"/>
                      <a:pt x="3519392" y="1596771"/>
                      <a:pt x="3538633" y="1551718"/>
                    </a:cubicBezTo>
                    <a:cubicBezTo>
                      <a:pt x="3562731" y="1495616"/>
                      <a:pt x="3578924" y="1436465"/>
                      <a:pt x="3588544" y="1376172"/>
                    </a:cubicBezTo>
                    <a:cubicBezTo>
                      <a:pt x="3592925" y="1348740"/>
                      <a:pt x="3595688" y="1321022"/>
                      <a:pt x="3597402" y="1293305"/>
                    </a:cubicBezTo>
                    <a:cubicBezTo>
                      <a:pt x="3605974" y="1155859"/>
                      <a:pt x="3717703" y="1018127"/>
                      <a:pt x="3721227" y="880491"/>
                    </a:cubicBezTo>
                    <a:cubicBezTo>
                      <a:pt x="3724751" y="740855"/>
                      <a:pt x="3743135" y="602171"/>
                      <a:pt x="3761137" y="463677"/>
                    </a:cubicBezTo>
                    <a:cubicBezTo>
                      <a:pt x="3776186" y="347758"/>
                      <a:pt x="3934968" y="116205"/>
                      <a:pt x="3946874" y="0"/>
                    </a:cubicBezTo>
                  </a:path>
                </a:pathLst>
              </a:custGeom>
              <a:noFill/>
              <a:ln w="9525" cap="rnd">
                <a:solidFill>
                  <a:schemeClr val="accent2">
                    <a:alpha val="35000"/>
                  </a:schemeClr>
                </a:solidFill>
                <a:prstDash val="lgDash"/>
                <a:round/>
              </a:ln>
            </p:spPr>
            <p:txBody>
              <a:bodyPr rtlCol="0" anchor="ctr"/>
              <a:lstStyle/>
              <a:p>
                <a:endParaRPr lang="en-US"/>
              </a:p>
            </p:txBody>
          </p:sp>
          <p:sp>
            <p:nvSpPr>
              <p:cNvPr id="56" name="Freeform: Shape 55">
                <a:extLst>
                  <a:ext uri="{FF2B5EF4-FFF2-40B4-BE49-F238E27FC236}">
                    <a16:creationId xmlns:a16="http://schemas.microsoft.com/office/drawing/2014/main" id="{4BDB05EC-0C9A-43B3-A6AB-3D4A0C9700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95978" y="2441733"/>
                <a:ext cx="3665410" cy="2985611"/>
              </a:xfrm>
              <a:custGeom>
                <a:avLst/>
                <a:gdLst>
                  <a:gd name="connsiteX0" fmla="*/ 0 w 3665410"/>
                  <a:gd name="connsiteY0" fmla="*/ 2985611 h 2985611"/>
                  <a:gd name="connsiteX1" fmla="*/ 166211 w 3665410"/>
                  <a:gd name="connsiteY1" fmla="*/ 2699766 h 2985611"/>
                  <a:gd name="connsiteX2" fmla="*/ 397002 w 3665410"/>
                  <a:gd name="connsiteY2" fmla="*/ 2414969 h 2985611"/>
                  <a:gd name="connsiteX3" fmla="*/ 620173 w 3665410"/>
                  <a:gd name="connsiteY3" fmla="*/ 2237899 h 2985611"/>
                  <a:gd name="connsiteX4" fmla="*/ 823341 w 3665410"/>
                  <a:gd name="connsiteY4" fmla="*/ 2085499 h 2985611"/>
                  <a:gd name="connsiteX5" fmla="*/ 1089565 w 3665410"/>
                  <a:gd name="connsiteY5" fmla="*/ 1911477 h 2985611"/>
                  <a:gd name="connsiteX6" fmla="*/ 1145000 w 3665410"/>
                  <a:gd name="connsiteY6" fmla="*/ 1886807 h 2985611"/>
                  <a:gd name="connsiteX7" fmla="*/ 1375791 w 3665410"/>
                  <a:gd name="connsiteY7" fmla="*/ 1842135 h 2985611"/>
                  <a:gd name="connsiteX8" fmla="*/ 1486567 w 3665410"/>
                  <a:gd name="connsiteY8" fmla="*/ 1857566 h 2985611"/>
                  <a:gd name="connsiteX9" fmla="*/ 1568101 w 3665410"/>
                  <a:gd name="connsiteY9" fmla="*/ 1871377 h 2985611"/>
                  <a:gd name="connsiteX10" fmla="*/ 1810607 w 3665410"/>
                  <a:gd name="connsiteY10" fmla="*/ 1871377 h 2985611"/>
                  <a:gd name="connsiteX11" fmla="*/ 1997964 w 3665410"/>
                  <a:gd name="connsiteY11" fmla="*/ 1790605 h 2985611"/>
                  <a:gd name="connsiteX12" fmla="*/ 2109883 w 3665410"/>
                  <a:gd name="connsiteY12" fmla="*/ 1702784 h 2985611"/>
                  <a:gd name="connsiteX13" fmla="*/ 2321433 w 3665410"/>
                  <a:gd name="connsiteY13" fmla="*/ 1552384 h 2985611"/>
                  <a:gd name="connsiteX14" fmla="*/ 2558891 w 3665410"/>
                  <a:gd name="connsiteY14" fmla="*/ 1453420 h 2985611"/>
                  <a:gd name="connsiteX15" fmla="*/ 2709767 w 3665410"/>
                  <a:gd name="connsiteY15" fmla="*/ 1377887 h 2985611"/>
                  <a:gd name="connsiteX16" fmla="*/ 2885408 w 3665410"/>
                  <a:gd name="connsiteY16" fmla="*/ 1237393 h 2985611"/>
                  <a:gd name="connsiteX17" fmla="*/ 3017711 w 3665410"/>
                  <a:gd name="connsiteY17" fmla="*/ 1072229 h 2985611"/>
                  <a:gd name="connsiteX18" fmla="*/ 3150680 w 3665410"/>
                  <a:gd name="connsiteY18" fmla="*/ 921830 h 2985611"/>
                  <a:gd name="connsiteX19" fmla="*/ 3255169 w 3665410"/>
                  <a:gd name="connsiteY19" fmla="*/ 801815 h 2985611"/>
                  <a:gd name="connsiteX20" fmla="*/ 3339275 w 3665410"/>
                  <a:gd name="connsiteY20" fmla="*/ 694182 h 2985611"/>
                  <a:gd name="connsiteX21" fmla="*/ 3409188 w 3665410"/>
                  <a:gd name="connsiteY21" fmla="*/ 546926 h 2985611"/>
                  <a:gd name="connsiteX22" fmla="*/ 3464243 w 3665410"/>
                  <a:gd name="connsiteY22" fmla="*/ 347663 h 2985611"/>
                  <a:gd name="connsiteX23" fmla="*/ 3665411 w 3665410"/>
                  <a:gd name="connsiteY23" fmla="*/ 0 h 2985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665410" h="2985611">
                    <a:moveTo>
                      <a:pt x="0" y="2985611"/>
                    </a:moveTo>
                    <a:cubicBezTo>
                      <a:pt x="0" y="2985611"/>
                      <a:pt x="86773" y="2802827"/>
                      <a:pt x="166211" y="2699766"/>
                    </a:cubicBezTo>
                    <a:cubicBezTo>
                      <a:pt x="240983" y="2602706"/>
                      <a:pt x="309182" y="2500122"/>
                      <a:pt x="397002" y="2414969"/>
                    </a:cubicBezTo>
                    <a:cubicBezTo>
                      <a:pt x="465296" y="2348865"/>
                      <a:pt x="543592" y="2294477"/>
                      <a:pt x="620173" y="2237899"/>
                    </a:cubicBezTo>
                    <a:cubicBezTo>
                      <a:pt x="688277" y="2187607"/>
                      <a:pt x="755333" y="2135886"/>
                      <a:pt x="823341" y="2085499"/>
                    </a:cubicBezTo>
                    <a:cubicBezTo>
                      <a:pt x="908685" y="2022253"/>
                      <a:pt x="994791" y="1959197"/>
                      <a:pt x="1089565" y="1911477"/>
                    </a:cubicBezTo>
                    <a:cubicBezTo>
                      <a:pt x="1107662" y="1902428"/>
                      <a:pt x="1126141" y="1894141"/>
                      <a:pt x="1145000" y="1886807"/>
                    </a:cubicBezTo>
                    <a:cubicBezTo>
                      <a:pt x="1218819" y="1858232"/>
                      <a:pt x="1296924" y="1838611"/>
                      <a:pt x="1375791" y="1842135"/>
                    </a:cubicBezTo>
                    <a:cubicBezTo>
                      <a:pt x="1413129" y="1843754"/>
                      <a:pt x="1449896" y="1850422"/>
                      <a:pt x="1486567" y="1857566"/>
                    </a:cubicBezTo>
                    <a:cubicBezTo>
                      <a:pt x="1513618" y="1862804"/>
                      <a:pt x="1540859" y="1867376"/>
                      <a:pt x="1568101" y="1871377"/>
                    </a:cubicBezTo>
                    <a:cubicBezTo>
                      <a:pt x="1648778" y="1883188"/>
                      <a:pt x="1730978" y="1887665"/>
                      <a:pt x="1810607" y="1871377"/>
                    </a:cubicBezTo>
                    <a:cubicBezTo>
                      <a:pt x="1877854" y="1857661"/>
                      <a:pt x="1941100" y="1829086"/>
                      <a:pt x="1997964" y="1790605"/>
                    </a:cubicBezTo>
                    <a:cubicBezTo>
                      <a:pt x="2037302" y="1764030"/>
                      <a:pt x="2073497" y="1733264"/>
                      <a:pt x="2109883" y="1702784"/>
                    </a:cubicBezTo>
                    <a:cubicBezTo>
                      <a:pt x="2176367" y="1647063"/>
                      <a:pt x="2244852" y="1593151"/>
                      <a:pt x="2321433" y="1552384"/>
                    </a:cubicBezTo>
                    <a:cubicBezTo>
                      <a:pt x="2397157" y="1512094"/>
                      <a:pt x="2479548" y="1486281"/>
                      <a:pt x="2558891" y="1453420"/>
                    </a:cubicBezTo>
                    <a:cubicBezTo>
                      <a:pt x="2610898" y="1431798"/>
                      <a:pt x="2661571" y="1407033"/>
                      <a:pt x="2709767" y="1377887"/>
                    </a:cubicBezTo>
                    <a:cubicBezTo>
                      <a:pt x="2774252" y="1338929"/>
                      <a:pt x="2834069" y="1292447"/>
                      <a:pt x="2885408" y="1237393"/>
                    </a:cubicBezTo>
                    <a:cubicBezTo>
                      <a:pt x="2933605" y="1185767"/>
                      <a:pt x="2973324" y="1127093"/>
                      <a:pt x="3017711" y="1072229"/>
                    </a:cubicBezTo>
                    <a:cubicBezTo>
                      <a:pt x="3059811" y="1020223"/>
                      <a:pt x="3105912" y="971645"/>
                      <a:pt x="3150680" y="921830"/>
                    </a:cubicBezTo>
                    <a:cubicBezTo>
                      <a:pt x="3186113" y="882396"/>
                      <a:pt x="3220593" y="842010"/>
                      <a:pt x="3255169" y="801815"/>
                    </a:cubicBezTo>
                    <a:cubicBezTo>
                      <a:pt x="3284887" y="767239"/>
                      <a:pt x="3314605" y="732473"/>
                      <a:pt x="3339275" y="694182"/>
                    </a:cubicBezTo>
                    <a:cubicBezTo>
                      <a:pt x="3368707" y="648367"/>
                      <a:pt x="3390138" y="597980"/>
                      <a:pt x="3409188" y="546926"/>
                    </a:cubicBezTo>
                    <a:cubicBezTo>
                      <a:pt x="3433382" y="482156"/>
                      <a:pt x="3453384" y="415861"/>
                      <a:pt x="3464243" y="347663"/>
                    </a:cubicBezTo>
                    <a:cubicBezTo>
                      <a:pt x="3476244" y="272224"/>
                      <a:pt x="3661696" y="76295"/>
                      <a:pt x="3665411" y="0"/>
                    </a:cubicBezTo>
                  </a:path>
                </a:pathLst>
              </a:custGeom>
              <a:noFill/>
              <a:ln w="9525" cap="rnd">
                <a:solidFill>
                  <a:schemeClr val="accent2">
                    <a:alpha val="35000"/>
                  </a:schemeClr>
                </a:solidFill>
                <a:prstDash val="lgDash"/>
                <a:round/>
              </a:ln>
            </p:spPr>
            <p:txBody>
              <a:bodyPr rtlCol="0" anchor="ctr"/>
              <a:lstStyle/>
              <a:p>
                <a:endParaRPr lang="en-US"/>
              </a:p>
            </p:txBody>
          </p:sp>
          <p:sp>
            <p:nvSpPr>
              <p:cNvPr id="57" name="Freeform: Shape 56">
                <a:extLst>
                  <a:ext uri="{FF2B5EF4-FFF2-40B4-BE49-F238E27FC236}">
                    <a16:creationId xmlns:a16="http://schemas.microsoft.com/office/drawing/2014/main" id="{D0EC4D5A-F9ED-429B-8EFF-D45EA7165E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90402" y="5229700"/>
                <a:ext cx="285940" cy="199072"/>
              </a:xfrm>
              <a:custGeom>
                <a:avLst/>
                <a:gdLst>
                  <a:gd name="connsiteX0" fmla="*/ 0 w 285940"/>
                  <a:gd name="connsiteY0" fmla="*/ 199073 h 199072"/>
                  <a:gd name="connsiteX1" fmla="*/ 285940 w 285940"/>
                  <a:gd name="connsiteY1" fmla="*/ 0 h 199072"/>
                </a:gdLst>
                <a:ahLst/>
                <a:cxnLst>
                  <a:cxn ang="0">
                    <a:pos x="connsiteX0" y="connsiteY0"/>
                  </a:cxn>
                  <a:cxn ang="0">
                    <a:pos x="connsiteX1" y="connsiteY1"/>
                  </a:cxn>
                </a:cxnLst>
                <a:rect l="l" t="t" r="r" b="b"/>
                <a:pathLst>
                  <a:path w="285940" h="199072">
                    <a:moveTo>
                      <a:pt x="0" y="199073"/>
                    </a:moveTo>
                    <a:cubicBezTo>
                      <a:pt x="0" y="199073"/>
                      <a:pt x="242125" y="39243"/>
                      <a:pt x="285940" y="0"/>
                    </a:cubicBezTo>
                  </a:path>
                </a:pathLst>
              </a:custGeom>
              <a:noFill/>
              <a:ln w="9525" cap="rnd">
                <a:solidFill>
                  <a:schemeClr val="accent2">
                    <a:alpha val="35000"/>
                  </a:schemeClr>
                </a:solidFill>
                <a:prstDash val="lgDash"/>
                <a:round/>
              </a:ln>
            </p:spPr>
            <p:txBody>
              <a:bodyPr rtlCol="0" anchor="ctr"/>
              <a:lstStyle/>
              <a:p>
                <a:endParaRPr lang="en-US"/>
              </a:p>
            </p:txBody>
          </p:sp>
          <p:sp>
            <p:nvSpPr>
              <p:cNvPr id="58" name="Freeform: Shape 57">
                <a:extLst>
                  <a:ext uri="{FF2B5EF4-FFF2-40B4-BE49-F238E27FC236}">
                    <a16:creationId xmlns:a16="http://schemas.microsoft.com/office/drawing/2014/main" id="{D8E5202A-45FC-4ACF-A728-CEE4E4842B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393114" y="5049773"/>
                <a:ext cx="655796" cy="381190"/>
              </a:xfrm>
              <a:custGeom>
                <a:avLst/>
                <a:gdLst>
                  <a:gd name="connsiteX0" fmla="*/ 0 w 655796"/>
                  <a:gd name="connsiteY0" fmla="*/ 381190 h 381190"/>
                  <a:gd name="connsiteX1" fmla="*/ 655796 w 655796"/>
                  <a:gd name="connsiteY1" fmla="*/ 0 h 381190"/>
                </a:gdLst>
                <a:ahLst/>
                <a:cxnLst>
                  <a:cxn ang="0">
                    <a:pos x="connsiteX0" y="connsiteY0"/>
                  </a:cxn>
                  <a:cxn ang="0">
                    <a:pos x="connsiteX1" y="connsiteY1"/>
                  </a:cxn>
                </a:cxnLst>
                <a:rect l="l" t="t" r="r" b="b"/>
                <a:pathLst>
                  <a:path w="655796" h="381190">
                    <a:moveTo>
                      <a:pt x="0" y="381190"/>
                    </a:moveTo>
                    <a:cubicBezTo>
                      <a:pt x="0" y="381190"/>
                      <a:pt x="461105" y="172117"/>
                      <a:pt x="655796" y="0"/>
                    </a:cubicBezTo>
                  </a:path>
                </a:pathLst>
              </a:custGeom>
              <a:noFill/>
              <a:ln w="9525" cap="rnd">
                <a:solidFill>
                  <a:schemeClr val="accent2">
                    <a:alpha val="35000"/>
                  </a:schemeClr>
                </a:solidFill>
                <a:prstDash val="lgDash"/>
                <a:round/>
              </a:ln>
            </p:spPr>
            <p:txBody>
              <a:bodyPr rtlCol="0" anchor="ctr"/>
              <a:lstStyle/>
              <a:p>
                <a:endParaRPr lang="en-US"/>
              </a:p>
            </p:txBody>
          </p:sp>
          <p:sp>
            <p:nvSpPr>
              <p:cNvPr id="59" name="Freeform: Shape 58">
                <a:extLst>
                  <a:ext uri="{FF2B5EF4-FFF2-40B4-BE49-F238E27FC236}">
                    <a16:creationId xmlns:a16="http://schemas.microsoft.com/office/drawing/2014/main" id="{61AE8ADB-4E56-4A59-94AA-54D5CD6032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154072" y="3867816"/>
                <a:ext cx="2907315" cy="1544764"/>
              </a:xfrm>
              <a:custGeom>
                <a:avLst/>
                <a:gdLst>
                  <a:gd name="connsiteX0" fmla="*/ 0 w 2907315"/>
                  <a:gd name="connsiteY0" fmla="*/ 1544764 h 1544764"/>
                  <a:gd name="connsiteX1" fmla="*/ 201644 w 2907315"/>
                  <a:gd name="connsiteY1" fmla="*/ 1352550 h 1544764"/>
                  <a:gd name="connsiteX2" fmla="*/ 423196 w 2907315"/>
                  <a:gd name="connsiteY2" fmla="*/ 1196054 h 1544764"/>
                  <a:gd name="connsiteX3" fmla="*/ 782193 w 2907315"/>
                  <a:gd name="connsiteY3" fmla="*/ 1099947 h 1544764"/>
                  <a:gd name="connsiteX4" fmla="*/ 1052513 w 2907315"/>
                  <a:gd name="connsiteY4" fmla="*/ 1042321 h 1544764"/>
                  <a:gd name="connsiteX5" fmla="*/ 1311783 w 2907315"/>
                  <a:gd name="connsiteY5" fmla="*/ 1056037 h 1544764"/>
                  <a:gd name="connsiteX6" fmla="*/ 1484662 w 2907315"/>
                  <a:gd name="connsiteY6" fmla="*/ 1083469 h 1544764"/>
                  <a:gd name="connsiteX7" fmla="*/ 1788224 w 2907315"/>
                  <a:gd name="connsiteY7" fmla="*/ 1023080 h 1544764"/>
                  <a:gd name="connsiteX8" fmla="*/ 2269045 w 2907315"/>
                  <a:gd name="connsiteY8" fmla="*/ 734758 h 1544764"/>
                  <a:gd name="connsiteX9" fmla="*/ 2534984 w 2907315"/>
                  <a:gd name="connsiteY9" fmla="*/ 572738 h 1544764"/>
                  <a:gd name="connsiteX10" fmla="*/ 2907316 w 2907315"/>
                  <a:gd name="connsiteY10" fmla="*/ 0 h 1544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907315" h="1544764">
                    <a:moveTo>
                      <a:pt x="0" y="1544764"/>
                    </a:moveTo>
                    <a:cubicBezTo>
                      <a:pt x="0" y="1544764"/>
                      <a:pt x="98012" y="1443990"/>
                      <a:pt x="201644" y="1352550"/>
                    </a:cubicBezTo>
                    <a:cubicBezTo>
                      <a:pt x="271272" y="1291209"/>
                      <a:pt x="343662" y="1234249"/>
                      <a:pt x="423196" y="1196054"/>
                    </a:cubicBezTo>
                    <a:cubicBezTo>
                      <a:pt x="537591" y="1141095"/>
                      <a:pt x="661226" y="1127189"/>
                      <a:pt x="782193" y="1099947"/>
                    </a:cubicBezTo>
                    <a:cubicBezTo>
                      <a:pt x="872300" y="1079659"/>
                      <a:pt x="961358" y="1051370"/>
                      <a:pt x="1052513" y="1042321"/>
                    </a:cubicBezTo>
                    <a:cubicBezTo>
                      <a:pt x="1139000" y="1033653"/>
                      <a:pt x="1225868" y="1040321"/>
                      <a:pt x="1311783" y="1056037"/>
                    </a:cubicBezTo>
                    <a:cubicBezTo>
                      <a:pt x="1369314" y="1066609"/>
                      <a:pt x="1426559" y="1079373"/>
                      <a:pt x="1484662" y="1083469"/>
                    </a:cubicBezTo>
                    <a:cubicBezTo>
                      <a:pt x="1587913" y="1090803"/>
                      <a:pt x="1690402" y="1064800"/>
                      <a:pt x="1788224" y="1023080"/>
                    </a:cubicBezTo>
                    <a:cubicBezTo>
                      <a:pt x="1956721" y="951262"/>
                      <a:pt x="2106549" y="825722"/>
                      <a:pt x="2269045" y="734758"/>
                    </a:cubicBezTo>
                    <a:cubicBezTo>
                      <a:pt x="2359438" y="684181"/>
                      <a:pt x="2452497" y="640556"/>
                      <a:pt x="2534984" y="572738"/>
                    </a:cubicBezTo>
                    <a:cubicBezTo>
                      <a:pt x="2673001" y="459391"/>
                      <a:pt x="2847023" y="191453"/>
                      <a:pt x="2907316" y="0"/>
                    </a:cubicBezTo>
                  </a:path>
                </a:pathLst>
              </a:custGeom>
              <a:noFill/>
              <a:ln w="9525" cap="rnd">
                <a:solidFill>
                  <a:schemeClr val="accent2">
                    <a:alpha val="35000"/>
                  </a:schemeClr>
                </a:solidFill>
                <a:prstDash val="lgDash"/>
                <a:round/>
              </a:ln>
            </p:spPr>
            <p:txBody>
              <a:bodyPr rtlCol="0" anchor="ctr"/>
              <a:lstStyle/>
              <a:p>
                <a:endParaRPr lang="en-US"/>
              </a:p>
            </p:txBody>
          </p:sp>
          <p:sp>
            <p:nvSpPr>
              <p:cNvPr id="60" name="Freeform: Shape 59">
                <a:extLst>
                  <a:ext uri="{FF2B5EF4-FFF2-40B4-BE49-F238E27FC236}">
                    <a16:creationId xmlns:a16="http://schemas.microsoft.com/office/drawing/2014/main" id="{E4A7AC17-663B-456E-984D-5322ADFA32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07946" y="3479100"/>
                <a:ext cx="3168300" cy="1952434"/>
              </a:xfrm>
              <a:custGeom>
                <a:avLst/>
                <a:gdLst>
                  <a:gd name="connsiteX0" fmla="*/ 0 w 3168300"/>
                  <a:gd name="connsiteY0" fmla="*/ 1952435 h 1952434"/>
                  <a:gd name="connsiteX1" fmla="*/ 202121 w 3168300"/>
                  <a:gd name="connsiteY1" fmla="*/ 1687068 h 1952434"/>
                  <a:gd name="connsiteX2" fmla="*/ 545116 w 3168300"/>
                  <a:gd name="connsiteY2" fmla="*/ 1450277 h 1952434"/>
                  <a:gd name="connsiteX3" fmla="*/ 906780 w 3168300"/>
                  <a:gd name="connsiteY3" fmla="*/ 1354455 h 1952434"/>
                  <a:gd name="connsiteX4" fmla="*/ 1332262 w 3168300"/>
                  <a:gd name="connsiteY4" fmla="*/ 1285304 h 1952434"/>
                  <a:gd name="connsiteX5" fmla="*/ 1691259 w 3168300"/>
                  <a:gd name="connsiteY5" fmla="*/ 1240060 h 1952434"/>
                  <a:gd name="connsiteX6" fmla="*/ 2010346 w 3168300"/>
                  <a:gd name="connsiteY6" fmla="*/ 1141667 h 1952434"/>
                  <a:gd name="connsiteX7" fmla="*/ 2393252 w 3168300"/>
                  <a:gd name="connsiteY7" fmla="*/ 1027271 h 1952434"/>
                  <a:gd name="connsiteX8" fmla="*/ 2582037 w 3168300"/>
                  <a:gd name="connsiteY8" fmla="*/ 958120 h 1952434"/>
                  <a:gd name="connsiteX9" fmla="*/ 2760155 w 3168300"/>
                  <a:gd name="connsiteY9" fmla="*/ 827723 h 1952434"/>
                  <a:gd name="connsiteX10" fmla="*/ 2914364 w 3168300"/>
                  <a:gd name="connsiteY10" fmla="*/ 567023 h 1952434"/>
                  <a:gd name="connsiteX11" fmla="*/ 3168301 w 3168300"/>
                  <a:gd name="connsiteY11" fmla="*/ 0 h 1952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68300" h="1952434">
                    <a:moveTo>
                      <a:pt x="0" y="1952435"/>
                    </a:moveTo>
                    <a:cubicBezTo>
                      <a:pt x="0" y="1952435"/>
                      <a:pt x="91059" y="1796415"/>
                      <a:pt x="202121" y="1687068"/>
                    </a:cubicBezTo>
                    <a:cubicBezTo>
                      <a:pt x="301943" y="1588675"/>
                      <a:pt x="416528" y="1505617"/>
                      <a:pt x="545116" y="1450277"/>
                    </a:cubicBezTo>
                    <a:cubicBezTo>
                      <a:pt x="659987" y="1400747"/>
                      <a:pt x="783622" y="1377601"/>
                      <a:pt x="906780" y="1354455"/>
                    </a:cubicBezTo>
                    <a:cubicBezTo>
                      <a:pt x="1048036" y="1327976"/>
                      <a:pt x="1189482" y="1301972"/>
                      <a:pt x="1332262" y="1285304"/>
                    </a:cubicBezTo>
                    <a:cubicBezTo>
                      <a:pt x="1452182" y="1271302"/>
                      <a:pt x="1573340" y="1265873"/>
                      <a:pt x="1691259" y="1240060"/>
                    </a:cubicBezTo>
                    <a:cubicBezTo>
                      <a:pt x="1800035" y="1216247"/>
                      <a:pt x="1904619" y="1176718"/>
                      <a:pt x="2010346" y="1141667"/>
                    </a:cubicBezTo>
                    <a:cubicBezTo>
                      <a:pt x="2136743" y="1099661"/>
                      <a:pt x="2265902" y="1066229"/>
                      <a:pt x="2393252" y="1027271"/>
                    </a:cubicBezTo>
                    <a:cubicBezTo>
                      <a:pt x="2457450" y="1007650"/>
                      <a:pt x="2521744" y="987552"/>
                      <a:pt x="2582037" y="958120"/>
                    </a:cubicBezTo>
                    <a:cubicBezTo>
                      <a:pt x="2648807" y="925449"/>
                      <a:pt x="2710815" y="883349"/>
                      <a:pt x="2760155" y="827723"/>
                    </a:cubicBezTo>
                    <a:cubicBezTo>
                      <a:pt x="2827496" y="751904"/>
                      <a:pt x="2867978" y="657511"/>
                      <a:pt x="2914364" y="567023"/>
                    </a:cubicBezTo>
                    <a:cubicBezTo>
                      <a:pt x="2972753" y="453200"/>
                      <a:pt x="3119152" y="118015"/>
                      <a:pt x="3168301" y="0"/>
                    </a:cubicBezTo>
                  </a:path>
                </a:pathLst>
              </a:custGeom>
              <a:noFill/>
              <a:ln w="9525" cap="rnd">
                <a:solidFill>
                  <a:schemeClr val="accent2">
                    <a:alpha val="35000"/>
                  </a:schemeClr>
                </a:solidFill>
                <a:prstDash val="lgDash"/>
                <a:round/>
              </a:ln>
            </p:spPr>
            <p:txBody>
              <a:bodyPr rtlCol="0" anchor="ctr"/>
              <a:lstStyle/>
              <a:p>
                <a:endParaRPr lang="en-US"/>
              </a:p>
            </p:txBody>
          </p:sp>
          <p:sp>
            <p:nvSpPr>
              <p:cNvPr id="61" name="Freeform: Shape 60">
                <a:extLst>
                  <a:ext uri="{FF2B5EF4-FFF2-40B4-BE49-F238E27FC236}">
                    <a16:creationId xmlns:a16="http://schemas.microsoft.com/office/drawing/2014/main" id="{B2E6C460-0C43-446E-A206-1C62381E819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04778" y="2976752"/>
                <a:ext cx="3356800" cy="2452020"/>
              </a:xfrm>
              <a:custGeom>
                <a:avLst/>
                <a:gdLst>
                  <a:gd name="connsiteX0" fmla="*/ 0 w 3356800"/>
                  <a:gd name="connsiteY0" fmla="*/ 2452021 h 2452020"/>
                  <a:gd name="connsiteX1" fmla="*/ 130874 w 3356800"/>
                  <a:gd name="connsiteY1" fmla="*/ 2247710 h 2452020"/>
                  <a:gd name="connsiteX2" fmla="*/ 437197 w 3356800"/>
                  <a:gd name="connsiteY2" fmla="*/ 1941195 h 2452020"/>
                  <a:gd name="connsiteX3" fmla="*/ 737140 w 3356800"/>
                  <a:gd name="connsiteY3" fmla="*/ 1736884 h 2452020"/>
                  <a:gd name="connsiteX4" fmla="*/ 1031843 w 3356800"/>
                  <a:gd name="connsiteY4" fmla="*/ 1685068 h 2452020"/>
                  <a:gd name="connsiteX5" fmla="*/ 1287304 w 3356800"/>
                  <a:gd name="connsiteY5" fmla="*/ 1655826 h 2452020"/>
                  <a:gd name="connsiteX6" fmla="*/ 1471994 w 3356800"/>
                  <a:gd name="connsiteY6" fmla="*/ 1634300 h 2452020"/>
                  <a:gd name="connsiteX7" fmla="*/ 1898237 w 3356800"/>
                  <a:gd name="connsiteY7" fmla="*/ 1512665 h 2452020"/>
                  <a:gd name="connsiteX8" fmla="*/ 2229136 w 3356800"/>
                  <a:gd name="connsiteY8" fmla="*/ 1355598 h 2452020"/>
                  <a:gd name="connsiteX9" fmla="*/ 2512314 w 3356800"/>
                  <a:gd name="connsiteY9" fmla="*/ 1238631 h 2452020"/>
                  <a:gd name="connsiteX10" fmla="*/ 2758535 w 3356800"/>
                  <a:gd name="connsiteY10" fmla="*/ 1096994 h 2452020"/>
                  <a:gd name="connsiteX11" fmla="*/ 2935510 w 3356800"/>
                  <a:gd name="connsiteY11" fmla="*/ 919925 h 2452020"/>
                  <a:gd name="connsiteX12" fmla="*/ 3081719 w 3356800"/>
                  <a:gd name="connsiteY12" fmla="*/ 687419 h 2452020"/>
                  <a:gd name="connsiteX13" fmla="*/ 3356800 w 3356800"/>
                  <a:gd name="connsiteY13" fmla="*/ 0 h 245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56800" h="2452020">
                    <a:moveTo>
                      <a:pt x="0" y="2452021"/>
                    </a:moveTo>
                    <a:cubicBezTo>
                      <a:pt x="0" y="2452021"/>
                      <a:pt x="57150" y="2344198"/>
                      <a:pt x="130874" y="2247710"/>
                    </a:cubicBezTo>
                    <a:cubicBezTo>
                      <a:pt x="218694" y="2132648"/>
                      <a:pt x="328136" y="2036635"/>
                      <a:pt x="437197" y="1941195"/>
                    </a:cubicBezTo>
                    <a:cubicBezTo>
                      <a:pt x="529304" y="1860709"/>
                      <a:pt x="623030" y="1779556"/>
                      <a:pt x="737140" y="1736884"/>
                    </a:cubicBezTo>
                    <a:cubicBezTo>
                      <a:pt x="830866" y="1701736"/>
                      <a:pt x="932021" y="1695450"/>
                      <a:pt x="1031843" y="1685068"/>
                    </a:cubicBezTo>
                    <a:cubicBezTo>
                      <a:pt x="1117092" y="1676210"/>
                      <a:pt x="1202055" y="1665160"/>
                      <a:pt x="1287304" y="1655826"/>
                    </a:cubicBezTo>
                    <a:cubicBezTo>
                      <a:pt x="1348931" y="1649063"/>
                      <a:pt x="1410653" y="1643539"/>
                      <a:pt x="1471994" y="1634300"/>
                    </a:cubicBezTo>
                    <a:cubicBezTo>
                      <a:pt x="1618679" y="1612011"/>
                      <a:pt x="1761935" y="1571149"/>
                      <a:pt x="1898237" y="1512665"/>
                    </a:cubicBezTo>
                    <a:cubicBezTo>
                      <a:pt x="2010442" y="1464564"/>
                      <a:pt x="2117503" y="1405128"/>
                      <a:pt x="2229136" y="1355598"/>
                    </a:cubicBezTo>
                    <a:cubicBezTo>
                      <a:pt x="2322481" y="1314164"/>
                      <a:pt x="2418969" y="1280160"/>
                      <a:pt x="2512314" y="1238631"/>
                    </a:cubicBezTo>
                    <a:cubicBezTo>
                      <a:pt x="2599087" y="1199960"/>
                      <a:pt x="2683193" y="1154811"/>
                      <a:pt x="2758535" y="1096994"/>
                    </a:cubicBezTo>
                    <a:cubicBezTo>
                      <a:pt x="2825020" y="1046035"/>
                      <a:pt x="2883789" y="985837"/>
                      <a:pt x="2935510" y="919925"/>
                    </a:cubicBezTo>
                    <a:cubicBezTo>
                      <a:pt x="2992184" y="847725"/>
                      <a:pt x="3039904" y="769144"/>
                      <a:pt x="3081719" y="687419"/>
                    </a:cubicBezTo>
                    <a:cubicBezTo>
                      <a:pt x="3138297" y="576739"/>
                      <a:pt x="3314129" y="116776"/>
                      <a:pt x="3356800" y="0"/>
                    </a:cubicBezTo>
                  </a:path>
                </a:pathLst>
              </a:custGeom>
              <a:noFill/>
              <a:ln w="9525" cap="rnd">
                <a:solidFill>
                  <a:schemeClr val="accent2">
                    <a:alpha val="35000"/>
                  </a:schemeClr>
                </a:solidFill>
                <a:prstDash val="lgDash"/>
                <a:round/>
              </a:ln>
            </p:spPr>
            <p:txBody>
              <a:bodyPr rtlCol="0" anchor="ctr"/>
              <a:lstStyle/>
              <a:p>
                <a:endParaRPr lang="en-US"/>
              </a:p>
            </p:txBody>
          </p:sp>
        </p:grpSp>
        <p:sp>
          <p:nvSpPr>
            <p:cNvPr id="54" name="Freeform: Shape 53">
              <a:extLst>
                <a:ext uri="{FF2B5EF4-FFF2-40B4-BE49-F238E27FC236}">
                  <a16:creationId xmlns:a16="http://schemas.microsoft.com/office/drawing/2014/main" id="{667203C1-C538-43DB-ADAF-111F27A2B5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980400" y="5197178"/>
              <a:ext cx="4211600" cy="1660822"/>
            </a:xfrm>
            <a:custGeom>
              <a:avLst/>
              <a:gdLst>
                <a:gd name="connsiteX0" fmla="*/ 4211600 w 4211600"/>
                <a:gd name="connsiteY0" fmla="*/ 0 h 1660822"/>
                <a:gd name="connsiteX1" fmla="*/ 4211600 w 4211600"/>
                <a:gd name="connsiteY1" fmla="*/ 58430 h 1660822"/>
                <a:gd name="connsiteX2" fmla="*/ 4136524 w 4211600"/>
                <a:gd name="connsiteY2" fmla="*/ 208808 h 1660822"/>
                <a:gd name="connsiteX3" fmla="*/ 3973354 w 4211600"/>
                <a:gd name="connsiteY3" fmla="*/ 437313 h 1660822"/>
                <a:gd name="connsiteX4" fmla="*/ 3884746 w 4211600"/>
                <a:gd name="connsiteY4" fmla="*/ 553613 h 1660822"/>
                <a:gd name="connsiteX5" fmla="*/ 3849435 w 4211600"/>
                <a:gd name="connsiteY5" fmla="*/ 603143 h 1660822"/>
                <a:gd name="connsiteX6" fmla="*/ 3661849 w 4211600"/>
                <a:gd name="connsiteY6" fmla="*/ 819075 h 1660822"/>
                <a:gd name="connsiteX7" fmla="*/ 3402589 w 4211600"/>
                <a:gd name="connsiteY7" fmla="*/ 952996 h 1660822"/>
                <a:gd name="connsiteX8" fmla="*/ 3130202 w 4211600"/>
                <a:gd name="connsiteY8" fmla="*/ 1023386 h 1660822"/>
                <a:gd name="connsiteX9" fmla="*/ 2914657 w 4211600"/>
                <a:gd name="connsiteY9" fmla="*/ 1068058 h 1660822"/>
                <a:gd name="connsiteX10" fmla="*/ 2582149 w 4211600"/>
                <a:gd name="connsiteY10" fmla="*/ 1138924 h 1660822"/>
                <a:gd name="connsiteX11" fmla="*/ 2483958 w 4211600"/>
                <a:gd name="connsiteY11" fmla="*/ 1162356 h 1660822"/>
                <a:gd name="connsiteX12" fmla="*/ 2123750 w 4211600"/>
                <a:gd name="connsiteY12" fmla="*/ 1238651 h 1660822"/>
                <a:gd name="connsiteX13" fmla="*/ 1761444 w 4211600"/>
                <a:gd name="connsiteY13" fmla="*/ 1273417 h 1660822"/>
                <a:gd name="connsiteX14" fmla="*/ 1608382 w 4211600"/>
                <a:gd name="connsiteY14" fmla="*/ 1284466 h 1660822"/>
                <a:gd name="connsiteX15" fmla="*/ 999942 w 4211600"/>
                <a:gd name="connsiteY15" fmla="*/ 1354284 h 1660822"/>
                <a:gd name="connsiteX16" fmla="*/ 484705 w 4211600"/>
                <a:gd name="connsiteY16" fmla="*/ 1450487 h 1660822"/>
                <a:gd name="connsiteX17" fmla="*/ 113310 w 4211600"/>
                <a:gd name="connsiteY17" fmla="*/ 1613700 h 1660822"/>
                <a:gd name="connsiteX18" fmla="*/ 39668 w 4211600"/>
                <a:gd name="connsiteY18" fmla="*/ 1660822 h 1660822"/>
                <a:gd name="connsiteX19" fmla="*/ 0 w 4211600"/>
                <a:gd name="connsiteY19" fmla="*/ 1660822 h 1660822"/>
                <a:gd name="connsiteX20" fmla="*/ 96701 w 4211600"/>
                <a:gd name="connsiteY20" fmla="*/ 1598934 h 1660822"/>
                <a:gd name="connsiteX21" fmla="*/ 474335 w 4211600"/>
                <a:gd name="connsiteY21" fmla="*/ 1433056 h 1660822"/>
                <a:gd name="connsiteX22" fmla="*/ 994299 w 4211600"/>
                <a:gd name="connsiteY22" fmla="*/ 1335806 h 1660822"/>
                <a:gd name="connsiteX23" fmla="*/ 1605231 w 4211600"/>
                <a:gd name="connsiteY23" fmla="*/ 1265702 h 1660822"/>
                <a:gd name="connsiteX24" fmla="*/ 1758819 w 4211600"/>
                <a:gd name="connsiteY24" fmla="*/ 1254558 h 1660822"/>
                <a:gd name="connsiteX25" fmla="*/ 2118106 w 4211600"/>
                <a:gd name="connsiteY25" fmla="*/ 1220077 h 1660822"/>
                <a:gd name="connsiteX26" fmla="*/ 2475557 w 4211600"/>
                <a:gd name="connsiteY26" fmla="*/ 1144353 h 1660822"/>
                <a:gd name="connsiteX27" fmla="*/ 2573878 w 4211600"/>
                <a:gd name="connsiteY27" fmla="*/ 1120827 h 1660822"/>
                <a:gd name="connsiteX28" fmla="*/ 2907437 w 4211600"/>
                <a:gd name="connsiteY28" fmla="*/ 1049675 h 1660822"/>
                <a:gd name="connsiteX29" fmla="*/ 3122589 w 4211600"/>
                <a:gd name="connsiteY29" fmla="*/ 1005098 h 1660822"/>
                <a:gd name="connsiteX30" fmla="*/ 3391169 w 4211600"/>
                <a:gd name="connsiteY30" fmla="*/ 935756 h 1660822"/>
                <a:gd name="connsiteX31" fmla="*/ 3642290 w 4211600"/>
                <a:gd name="connsiteY31" fmla="*/ 806216 h 1660822"/>
                <a:gd name="connsiteX32" fmla="*/ 3825937 w 4211600"/>
                <a:gd name="connsiteY32" fmla="*/ 594475 h 1660822"/>
                <a:gd name="connsiteX33" fmla="*/ 3861381 w 4211600"/>
                <a:gd name="connsiteY33" fmla="*/ 544755 h 1660822"/>
                <a:gd name="connsiteX34" fmla="*/ 3950381 w 4211600"/>
                <a:gd name="connsiteY34" fmla="*/ 427978 h 1660822"/>
                <a:gd name="connsiteX35" fmla="*/ 4112370 w 4211600"/>
                <a:gd name="connsiteY35" fmla="*/ 201378 h 1660822"/>
                <a:gd name="connsiteX36" fmla="*/ 4195989 w 4211600"/>
                <a:gd name="connsiteY36" fmla="*/ 33834 h 1660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4211600" h="1660822">
                  <a:moveTo>
                    <a:pt x="4211600" y="0"/>
                  </a:moveTo>
                  <a:lnTo>
                    <a:pt x="4211600" y="58430"/>
                  </a:lnTo>
                  <a:lnTo>
                    <a:pt x="4136524" y="208808"/>
                  </a:lnTo>
                  <a:cubicBezTo>
                    <a:pt x="4089791" y="287770"/>
                    <a:pt x="4030588" y="363780"/>
                    <a:pt x="3973354" y="437313"/>
                  </a:cubicBezTo>
                  <a:cubicBezTo>
                    <a:pt x="3943819" y="475222"/>
                    <a:pt x="3913231" y="514465"/>
                    <a:pt x="3884746" y="553613"/>
                  </a:cubicBezTo>
                  <a:cubicBezTo>
                    <a:pt x="3872801" y="569996"/>
                    <a:pt x="3861119" y="586569"/>
                    <a:pt x="3849435" y="603143"/>
                  </a:cubicBezTo>
                  <a:cubicBezTo>
                    <a:pt x="3796665" y="678009"/>
                    <a:pt x="3742187" y="755352"/>
                    <a:pt x="3661849" y="819075"/>
                  </a:cubicBezTo>
                  <a:cubicBezTo>
                    <a:pt x="3596214" y="871176"/>
                    <a:pt x="3509050" y="916230"/>
                    <a:pt x="3402589" y="952996"/>
                  </a:cubicBezTo>
                  <a:cubicBezTo>
                    <a:pt x="3312406" y="984048"/>
                    <a:pt x="3215660" y="1005003"/>
                    <a:pt x="3130202" y="1023386"/>
                  </a:cubicBezTo>
                  <a:cubicBezTo>
                    <a:pt x="3058529" y="1038816"/>
                    <a:pt x="2985412" y="1053675"/>
                    <a:pt x="2914657" y="1068058"/>
                  </a:cubicBezTo>
                  <a:cubicBezTo>
                    <a:pt x="2805176" y="1090251"/>
                    <a:pt x="2692021" y="1113207"/>
                    <a:pt x="2582149" y="1138924"/>
                  </a:cubicBezTo>
                  <a:cubicBezTo>
                    <a:pt x="2549330" y="1146639"/>
                    <a:pt x="2516644" y="1154450"/>
                    <a:pt x="2483958" y="1162356"/>
                  </a:cubicBezTo>
                  <a:cubicBezTo>
                    <a:pt x="2367257" y="1190550"/>
                    <a:pt x="2246621" y="1219601"/>
                    <a:pt x="2123750" y="1238651"/>
                  </a:cubicBezTo>
                  <a:cubicBezTo>
                    <a:pt x="2004294" y="1257129"/>
                    <a:pt x="1880769" y="1265416"/>
                    <a:pt x="1761444" y="1273417"/>
                  </a:cubicBezTo>
                  <a:cubicBezTo>
                    <a:pt x="1711167" y="1276751"/>
                    <a:pt x="1659184" y="1280275"/>
                    <a:pt x="1608382" y="1284466"/>
                  </a:cubicBezTo>
                  <a:cubicBezTo>
                    <a:pt x="1408589" y="1300944"/>
                    <a:pt x="1214570" y="1325805"/>
                    <a:pt x="999942" y="1354284"/>
                  </a:cubicBezTo>
                  <a:cubicBezTo>
                    <a:pt x="826403" y="1377240"/>
                    <a:pt x="647744" y="1400957"/>
                    <a:pt x="484705" y="1450487"/>
                  </a:cubicBezTo>
                  <a:cubicBezTo>
                    <a:pt x="355831" y="1489635"/>
                    <a:pt x="231387" y="1544374"/>
                    <a:pt x="113310" y="1613700"/>
                  </a:cubicBezTo>
                  <a:lnTo>
                    <a:pt x="39668" y="1660822"/>
                  </a:lnTo>
                  <a:lnTo>
                    <a:pt x="0" y="1660822"/>
                  </a:lnTo>
                  <a:lnTo>
                    <a:pt x="96701" y="1598934"/>
                  </a:lnTo>
                  <a:cubicBezTo>
                    <a:pt x="216635" y="1528533"/>
                    <a:pt x="343196" y="1472919"/>
                    <a:pt x="474335" y="1433056"/>
                  </a:cubicBezTo>
                  <a:cubicBezTo>
                    <a:pt x="639999" y="1382669"/>
                    <a:pt x="820102" y="1358856"/>
                    <a:pt x="994299" y="1335806"/>
                  </a:cubicBezTo>
                  <a:cubicBezTo>
                    <a:pt x="1210239" y="1307231"/>
                    <a:pt x="1404650" y="1282275"/>
                    <a:pt x="1605231" y="1265702"/>
                  </a:cubicBezTo>
                  <a:cubicBezTo>
                    <a:pt x="1656428" y="1261511"/>
                    <a:pt x="1708411" y="1257987"/>
                    <a:pt x="1758819" y="1254558"/>
                  </a:cubicBezTo>
                  <a:cubicBezTo>
                    <a:pt x="1877487" y="1246557"/>
                    <a:pt x="2000094" y="1238365"/>
                    <a:pt x="2118106" y="1220077"/>
                  </a:cubicBezTo>
                  <a:cubicBezTo>
                    <a:pt x="2239531" y="1201313"/>
                    <a:pt x="2359513" y="1172357"/>
                    <a:pt x="2475557" y="1144353"/>
                  </a:cubicBezTo>
                  <a:cubicBezTo>
                    <a:pt x="2508243" y="1136448"/>
                    <a:pt x="2541060" y="1128542"/>
                    <a:pt x="2573878" y="1120827"/>
                  </a:cubicBezTo>
                  <a:cubicBezTo>
                    <a:pt x="2684276" y="1094919"/>
                    <a:pt x="2797694" y="1071963"/>
                    <a:pt x="2907437" y="1049675"/>
                  </a:cubicBezTo>
                  <a:cubicBezTo>
                    <a:pt x="2978061" y="1035387"/>
                    <a:pt x="3051178" y="1020528"/>
                    <a:pt x="3122589" y="1005098"/>
                  </a:cubicBezTo>
                  <a:cubicBezTo>
                    <a:pt x="3206997" y="986810"/>
                    <a:pt x="3302823" y="966141"/>
                    <a:pt x="3391169" y="935756"/>
                  </a:cubicBezTo>
                  <a:cubicBezTo>
                    <a:pt x="3494479" y="900132"/>
                    <a:pt x="3578886" y="856508"/>
                    <a:pt x="3642290" y="806216"/>
                  </a:cubicBezTo>
                  <a:cubicBezTo>
                    <a:pt x="3720133" y="744303"/>
                    <a:pt x="3773953" y="668103"/>
                    <a:pt x="3825937" y="594475"/>
                  </a:cubicBezTo>
                  <a:cubicBezTo>
                    <a:pt x="3837621" y="577902"/>
                    <a:pt x="3849435" y="561233"/>
                    <a:pt x="3861381" y="544755"/>
                  </a:cubicBezTo>
                  <a:cubicBezTo>
                    <a:pt x="3889997" y="505416"/>
                    <a:pt x="3920715" y="465983"/>
                    <a:pt x="3950381" y="427978"/>
                  </a:cubicBezTo>
                  <a:cubicBezTo>
                    <a:pt x="4007353" y="354921"/>
                    <a:pt x="4066163" y="279388"/>
                    <a:pt x="4112370" y="201378"/>
                  </a:cubicBezTo>
                  <a:cubicBezTo>
                    <a:pt x="4144662" y="146800"/>
                    <a:pt x="4170785" y="89364"/>
                    <a:pt x="4195989" y="33834"/>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3" name="Content Placeholder 2">
            <a:extLst>
              <a:ext uri="{FF2B5EF4-FFF2-40B4-BE49-F238E27FC236}">
                <a16:creationId xmlns:a16="http://schemas.microsoft.com/office/drawing/2014/main" id="{4F9694B8-DEEB-0D28-0CA7-FF0D305933F1}"/>
              </a:ext>
            </a:extLst>
          </p:cNvPr>
          <p:cNvSpPr>
            <a:spLocks noGrp="1"/>
          </p:cNvSpPr>
          <p:nvPr>
            <p:ph idx="1"/>
          </p:nvPr>
        </p:nvSpPr>
        <p:spPr>
          <a:xfrm>
            <a:off x="4668655" y="1160979"/>
            <a:ext cx="6914671" cy="5352107"/>
          </a:xfrm>
        </p:spPr>
        <p:txBody>
          <a:bodyPr anchor="ctr">
            <a:normAutofit/>
          </a:bodyPr>
          <a:lstStyle/>
          <a:p>
            <a:pPr marL="0" indent="0">
              <a:lnSpc>
                <a:spcPct val="100000"/>
              </a:lnSpc>
              <a:buNone/>
            </a:pPr>
            <a:r>
              <a:rPr lang="en-US" sz="1800"/>
              <a:t>Obesity is a serious health concern that can lead to various physical problems and affect a person’s overall quality of life. As awareness grows, people are becoming more interested in understanding the factors that contribute to obesity and finding ways to predict its development.</a:t>
            </a:r>
          </a:p>
          <a:p>
            <a:pPr marL="0" indent="0">
              <a:lnSpc>
                <a:spcPct val="100000"/>
              </a:lnSpc>
              <a:buNone/>
            </a:pPr>
            <a:r>
              <a:rPr lang="en-US" sz="1800"/>
              <a:t>The issue is especially troubling because obesity is closely linked to cardiovascular diseases, and many developing countries are starting to see a rise in these health challenges.</a:t>
            </a:r>
          </a:p>
          <a:p>
            <a:pPr marL="0" indent="0">
              <a:lnSpc>
                <a:spcPct val="100000"/>
              </a:lnSpc>
              <a:buNone/>
            </a:pPr>
            <a:endParaRPr lang="en-US" sz="1600"/>
          </a:p>
          <a:p>
            <a:pPr marL="0" indent="0">
              <a:lnSpc>
                <a:spcPct val="100000"/>
              </a:lnSpc>
              <a:buNone/>
            </a:pPr>
            <a:r>
              <a:rPr lang="en-US" sz="2200" b="1"/>
              <a:t>Problem statement:</a:t>
            </a:r>
          </a:p>
          <a:p>
            <a:pPr marL="0" indent="0">
              <a:lnSpc>
                <a:spcPct val="100000"/>
              </a:lnSpc>
              <a:buNone/>
            </a:pPr>
            <a:r>
              <a:rPr lang="en-US" sz="1800"/>
              <a:t>The main aim of this project is to create a machine learning model that can predict obesity levels by analyzing factors like eating habits, physical condition, and other lifestyle elements. This could help identify at-risk individuals and promote healthier lifestyles.</a:t>
            </a:r>
          </a:p>
        </p:txBody>
      </p:sp>
      <p:pic>
        <p:nvPicPr>
          <p:cNvPr id="5" name="Picture 4">
            <a:extLst>
              <a:ext uri="{FF2B5EF4-FFF2-40B4-BE49-F238E27FC236}">
                <a16:creationId xmlns:a16="http://schemas.microsoft.com/office/drawing/2014/main" id="{06F5766F-481A-8459-81DF-FC01717ACBE2}"/>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a:off x="169642" y="2362589"/>
            <a:ext cx="4395947" cy="3097972"/>
          </a:xfrm>
          <a:prstGeom prst="rect">
            <a:avLst/>
          </a:prstGeom>
        </p:spPr>
      </p:pic>
    </p:spTree>
    <p:extLst>
      <p:ext uri="{BB962C8B-B14F-4D97-AF65-F5344CB8AC3E}">
        <p14:creationId xmlns:p14="http://schemas.microsoft.com/office/powerpoint/2010/main" val="91022111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3F019B3-6ACB-4713-270D-9B9CF3AF368D}"/>
              </a:ext>
            </a:extLst>
          </p:cNvPr>
          <p:cNvSpPr>
            <a:spLocks noGrp="1"/>
          </p:cNvSpPr>
          <p:nvPr>
            <p:ph idx="1"/>
          </p:nvPr>
        </p:nvSpPr>
        <p:spPr>
          <a:xfrm>
            <a:off x="482885" y="700135"/>
            <a:ext cx="10870915" cy="6000108"/>
          </a:xfrm>
        </p:spPr>
        <p:txBody>
          <a:bodyPr vert="horz" lIns="91440" tIns="45720" rIns="91440" bIns="45720" rtlCol="0" anchor="t">
            <a:normAutofit/>
          </a:bodyPr>
          <a:lstStyle/>
          <a:p>
            <a:pPr marL="0" indent="0" algn="ctr">
              <a:buNone/>
            </a:pPr>
            <a:r>
              <a:rPr lang="en-US" sz="2100" b="1" i="0">
                <a:solidFill>
                  <a:srgbClr val="0D0D0D"/>
                </a:solidFill>
                <a:effectLst/>
              </a:rPr>
              <a:t>Why We Need Obesity Predictive Tools?</a:t>
            </a:r>
          </a:p>
          <a:p>
            <a:pPr lvl="1">
              <a:buFont typeface="Arial" panose="020B0604020202020204" pitchFamily="34" charset="0"/>
              <a:buChar char="•"/>
            </a:pPr>
            <a:r>
              <a:rPr lang="en-US" sz="2000" b="0" i="0">
                <a:solidFill>
                  <a:srgbClr val="0D0D0D"/>
                </a:solidFill>
                <a:effectLst/>
              </a:rPr>
              <a:t>Identify at-risk individuals early for timely interventions.</a:t>
            </a:r>
          </a:p>
          <a:p>
            <a:pPr lvl="1">
              <a:buFont typeface="Arial" panose="020B0604020202020204" pitchFamily="34" charset="0"/>
              <a:buChar char="•"/>
            </a:pPr>
            <a:r>
              <a:rPr lang="en-US" sz="2000" b="0" i="0">
                <a:solidFill>
                  <a:srgbClr val="0D0D0D"/>
                </a:solidFill>
                <a:effectLst/>
              </a:rPr>
              <a:t>Assist public health planning by analyzing obesity trends.</a:t>
            </a:r>
          </a:p>
          <a:p>
            <a:pPr lvl="1">
              <a:buFont typeface="Arial" panose="020B0604020202020204" pitchFamily="34" charset="0"/>
              <a:buChar char="•"/>
            </a:pPr>
            <a:r>
              <a:rPr lang="en-US" sz="2000" b="0" i="0">
                <a:solidFill>
                  <a:srgbClr val="0D0D0D"/>
                </a:solidFill>
                <a:effectLst/>
              </a:rPr>
              <a:t>Reduce healthcare costs through preventive care.</a:t>
            </a:r>
          </a:p>
          <a:p>
            <a:pPr lvl="1">
              <a:buFont typeface="Arial" panose="020B0604020202020204" pitchFamily="34" charset="0"/>
              <a:buChar char="•"/>
            </a:pPr>
            <a:r>
              <a:rPr lang="en-US" sz="2000" b="0" i="0">
                <a:solidFill>
                  <a:srgbClr val="0D0D0D"/>
                </a:solidFill>
                <a:effectLst/>
              </a:rPr>
              <a:t>Empower individuals to monitor and improve their habits.</a:t>
            </a:r>
          </a:p>
          <a:p>
            <a:pPr lvl="1">
              <a:buFont typeface="Arial" panose="020B0604020202020204" pitchFamily="34" charset="0"/>
              <a:buChar char="•"/>
            </a:pPr>
            <a:r>
              <a:rPr lang="en-US" sz="2000" b="0" i="0">
                <a:solidFill>
                  <a:srgbClr val="0D0D0D"/>
                </a:solidFill>
                <a:effectLst/>
              </a:rPr>
              <a:t>Support research on the causes and prevention of obesity.</a:t>
            </a:r>
          </a:p>
          <a:p>
            <a:pPr lvl="1">
              <a:buFont typeface="Arial" panose="020B0604020202020204" pitchFamily="34" charset="0"/>
              <a:buChar char="•"/>
            </a:pPr>
            <a:r>
              <a:rPr lang="en-US" sz="2000" b="0" i="0">
                <a:solidFill>
                  <a:srgbClr val="0D0D0D"/>
                </a:solidFill>
                <a:effectLst/>
              </a:rPr>
              <a:t>Address the rising global obesity epidemic with proactive strategies.</a:t>
            </a:r>
          </a:p>
          <a:p>
            <a:pPr marL="457200" lvl="1" indent="0">
              <a:buNone/>
            </a:pPr>
            <a:endParaRPr lang="en-US" sz="2000" b="1">
              <a:ea typeface="+mn-lt"/>
              <a:cs typeface="+mn-lt"/>
            </a:endParaRPr>
          </a:p>
          <a:p>
            <a:pPr marL="0" indent="0" algn="ctr">
              <a:lnSpc>
                <a:spcPct val="100000"/>
              </a:lnSpc>
              <a:buNone/>
            </a:pPr>
            <a:r>
              <a:rPr lang="en-US" sz="2100" b="1">
                <a:ea typeface="+mn-lt"/>
                <a:cs typeface="+mn-lt"/>
              </a:rPr>
              <a:t>Business Context</a:t>
            </a:r>
            <a:endParaRPr lang="en-US" sz="2100">
              <a:ea typeface="+mn-lt"/>
              <a:cs typeface="+mn-lt"/>
            </a:endParaRPr>
          </a:p>
          <a:p>
            <a:pPr marL="0" indent="0">
              <a:lnSpc>
                <a:spcPct val="100000"/>
              </a:lnSpc>
              <a:buNone/>
            </a:pPr>
            <a:r>
              <a:rPr lang="en-US" sz="2000">
                <a:ea typeface="+mn-lt"/>
                <a:cs typeface="+mn-lt"/>
              </a:rPr>
              <a:t>This project leverages machine learning to predict obesity based on eating habits and physical health indicators, enabling organizations to:</a:t>
            </a:r>
          </a:p>
          <a:p>
            <a:pPr lvl="1">
              <a:lnSpc>
                <a:spcPct val="100000"/>
              </a:lnSpc>
              <a:buFont typeface="Arial,Sans-Serif" panose="020B0504020202020204" pitchFamily="34" charset="0"/>
              <a:buChar char="•"/>
            </a:pPr>
            <a:r>
              <a:rPr lang="en-US" sz="2000">
                <a:ea typeface="+mn-lt"/>
                <a:cs typeface="+mn-lt"/>
              </a:rPr>
              <a:t>Provide personalized health recommendations. </a:t>
            </a:r>
          </a:p>
          <a:p>
            <a:pPr lvl="1">
              <a:lnSpc>
                <a:spcPct val="100000"/>
              </a:lnSpc>
              <a:buFont typeface="Arial,Sans-Serif" panose="020B0504020202020204" pitchFamily="34" charset="0"/>
              <a:buChar char="•"/>
            </a:pPr>
            <a:r>
              <a:rPr lang="en-US" sz="2000">
                <a:ea typeface="+mn-lt"/>
                <a:cs typeface="+mn-lt"/>
              </a:rPr>
              <a:t>Develop targeted wellness programs.</a:t>
            </a:r>
          </a:p>
          <a:p>
            <a:pPr lvl="1">
              <a:lnSpc>
                <a:spcPct val="100000"/>
              </a:lnSpc>
              <a:buFont typeface="Arial,Sans-Serif" panose="020B0504020202020204" pitchFamily="34" charset="0"/>
              <a:buChar char="•"/>
            </a:pPr>
            <a:r>
              <a:rPr lang="en-US" sz="2000">
                <a:ea typeface="+mn-lt"/>
                <a:cs typeface="+mn-lt"/>
              </a:rPr>
              <a:t>Support preventative healthcare initiatives.</a:t>
            </a:r>
          </a:p>
          <a:p>
            <a:endParaRPr lang="en-US"/>
          </a:p>
        </p:txBody>
      </p:sp>
    </p:spTree>
    <p:extLst>
      <p:ext uri="{BB962C8B-B14F-4D97-AF65-F5344CB8AC3E}">
        <p14:creationId xmlns:p14="http://schemas.microsoft.com/office/powerpoint/2010/main" val="39875959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8" name="Rectangle 67">
            <a:extLst>
              <a:ext uri="{FF2B5EF4-FFF2-40B4-BE49-F238E27FC236}">
                <a16:creationId xmlns:a16="http://schemas.microsoft.com/office/drawing/2014/main" id="{8651CFA9-6065-4243-AC48-858E35978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65000"/>
                  <a:lumOff val="35000"/>
                </a:schemeClr>
              </a:solidFill>
              <a:latin typeface="AvenirNext LT Pro Medium" panose="020B0504020202020204" pitchFamily="34" charset="0"/>
            </a:endParaRPr>
          </a:p>
        </p:txBody>
      </p:sp>
      <p:sp>
        <p:nvSpPr>
          <p:cNvPr id="70" name="Rectangle 69">
            <a:extLst>
              <a:ext uri="{FF2B5EF4-FFF2-40B4-BE49-F238E27FC236}">
                <a16:creationId xmlns:a16="http://schemas.microsoft.com/office/drawing/2014/main" id="{37962AE0-6A1C-4B76-9D52-10E5E6D7D3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65000"/>
                  <a:lumOff val="35000"/>
                </a:schemeClr>
              </a:solidFill>
              <a:latin typeface="AvenirNext LT Pro Medium" panose="020B0504020202020204" pitchFamily="34" charset="0"/>
            </a:endParaRPr>
          </a:p>
        </p:txBody>
      </p:sp>
      <p:sp>
        <p:nvSpPr>
          <p:cNvPr id="2" name="Title 1">
            <a:extLst>
              <a:ext uri="{FF2B5EF4-FFF2-40B4-BE49-F238E27FC236}">
                <a16:creationId xmlns:a16="http://schemas.microsoft.com/office/drawing/2014/main" id="{3A0A9C66-8ED6-4148-7703-1C983016794B}"/>
              </a:ext>
            </a:extLst>
          </p:cNvPr>
          <p:cNvSpPr>
            <a:spLocks noGrp="1"/>
          </p:cNvSpPr>
          <p:nvPr>
            <p:ph type="title"/>
          </p:nvPr>
        </p:nvSpPr>
        <p:spPr>
          <a:xfrm>
            <a:off x="4536879" y="483336"/>
            <a:ext cx="5518887" cy="1459957"/>
          </a:xfrm>
        </p:spPr>
        <p:txBody>
          <a:bodyPr>
            <a:normAutofit/>
          </a:bodyPr>
          <a:lstStyle/>
          <a:p>
            <a:r>
              <a:rPr lang="en-US"/>
              <a:t>Dataset Overview</a:t>
            </a:r>
          </a:p>
        </p:txBody>
      </p:sp>
      <p:pic>
        <p:nvPicPr>
          <p:cNvPr id="7" name="Graphic 6" descr="Bar chart">
            <a:extLst>
              <a:ext uri="{FF2B5EF4-FFF2-40B4-BE49-F238E27FC236}">
                <a16:creationId xmlns:a16="http://schemas.microsoft.com/office/drawing/2014/main" id="{A4D82805-7804-294E-4B63-96247D66858C}"/>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201906" y="1017640"/>
            <a:ext cx="4817466" cy="4817466"/>
          </a:xfrm>
          <a:prstGeom prst="rect">
            <a:avLst/>
          </a:prstGeom>
        </p:spPr>
      </p:pic>
      <p:grpSp>
        <p:nvGrpSpPr>
          <p:cNvPr id="72" name="Top left">
            <a:extLst>
              <a:ext uri="{FF2B5EF4-FFF2-40B4-BE49-F238E27FC236}">
                <a16:creationId xmlns:a16="http://schemas.microsoft.com/office/drawing/2014/main" id="{C4F70370-17DE-499D-8256-4F9A352BA9F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849" y="-3086"/>
            <a:ext cx="2198951" cy="3349518"/>
            <a:chOff x="10849" y="-3086"/>
            <a:chExt cx="2198951" cy="3349518"/>
          </a:xfrm>
        </p:grpSpPr>
        <p:sp>
          <p:nvSpPr>
            <p:cNvPr id="73" name="Freeform: Shape 72">
              <a:extLst>
                <a:ext uri="{FF2B5EF4-FFF2-40B4-BE49-F238E27FC236}">
                  <a16:creationId xmlns:a16="http://schemas.microsoft.com/office/drawing/2014/main" id="{267F3889-D5A7-4B0B-A5C8-910CE49F90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692844" y="-3086"/>
              <a:ext cx="1326111" cy="59760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tx1">
                    <a:lumMod val="65000"/>
                    <a:lumOff val="35000"/>
                  </a:schemeClr>
                </a:solidFill>
                <a:latin typeface="AvenirNext LT Pro Medium" panose="020B0504020202020204" pitchFamily="34" charset="0"/>
              </a:endParaRPr>
            </a:p>
          </p:txBody>
        </p:sp>
        <p:sp>
          <p:nvSpPr>
            <p:cNvPr id="74" name="Freeform: Shape 73">
              <a:extLst>
                <a:ext uri="{FF2B5EF4-FFF2-40B4-BE49-F238E27FC236}">
                  <a16:creationId xmlns:a16="http://schemas.microsoft.com/office/drawing/2014/main" id="{80968393-494B-4758-914C-AC92C74110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394" y="15241"/>
              <a:ext cx="2190406" cy="3331191"/>
            </a:xfrm>
            <a:custGeom>
              <a:avLst/>
              <a:gdLst>
                <a:gd name="connsiteX0" fmla="*/ 0 w 3296088"/>
                <a:gd name="connsiteY0" fmla="*/ 5012722 h 5012722"/>
                <a:gd name="connsiteX1" fmla="*/ 244031 w 3296088"/>
                <a:gd name="connsiteY1" fmla="*/ 4820222 h 5012722"/>
                <a:gd name="connsiteX2" fmla="*/ 729234 w 3296088"/>
                <a:gd name="connsiteY2" fmla="*/ 4360641 h 5012722"/>
                <a:gd name="connsiteX3" fmla="*/ 881444 w 3296088"/>
                <a:gd name="connsiteY3" fmla="*/ 4173950 h 5012722"/>
                <a:gd name="connsiteX4" fmla="*/ 1151287 w 3296088"/>
                <a:gd name="connsiteY4" fmla="*/ 3972877 h 5012722"/>
                <a:gd name="connsiteX5" fmla="*/ 1498664 w 3296088"/>
                <a:gd name="connsiteY5" fmla="*/ 3786188 h 5012722"/>
                <a:gd name="connsiteX6" fmla="*/ 1716881 w 3296088"/>
                <a:gd name="connsiteY6" fmla="*/ 3674174 h 5012722"/>
                <a:gd name="connsiteX7" fmla="*/ 1913573 w 3296088"/>
                <a:gd name="connsiteY7" fmla="*/ 3477387 h 5012722"/>
                <a:gd name="connsiteX8" fmla="*/ 2167700 w 3296088"/>
                <a:gd name="connsiteY8" fmla="*/ 3042190 h 5012722"/>
                <a:gd name="connsiteX9" fmla="*/ 2273903 w 3296088"/>
                <a:gd name="connsiteY9" fmla="*/ 2775014 h 5012722"/>
                <a:gd name="connsiteX10" fmla="*/ 2463356 w 3296088"/>
                <a:gd name="connsiteY10" fmla="*/ 2335530 h 5012722"/>
                <a:gd name="connsiteX11" fmla="*/ 2741866 w 3296088"/>
                <a:gd name="connsiteY11" fmla="*/ 1982248 h 5012722"/>
                <a:gd name="connsiteX12" fmla="*/ 2985897 w 3296088"/>
                <a:gd name="connsiteY12" fmla="*/ 1634681 h 5012722"/>
                <a:gd name="connsiteX13" fmla="*/ 3212687 w 3296088"/>
                <a:gd name="connsiteY13" fmla="*/ 1226820 h 5012722"/>
                <a:gd name="connsiteX14" fmla="*/ 3281553 w 3296088"/>
                <a:gd name="connsiteY14" fmla="*/ 959644 h 5012722"/>
                <a:gd name="connsiteX15" fmla="*/ 3295936 w 3296088"/>
                <a:gd name="connsiteY15" fmla="*/ 701135 h 5012722"/>
                <a:gd name="connsiteX16" fmla="*/ 3267266 w 3296088"/>
                <a:gd name="connsiteY16" fmla="*/ 436817 h 5012722"/>
                <a:gd name="connsiteX17" fmla="*/ 3105341 w 3296088"/>
                <a:gd name="connsiteY17" fmla="*/ 0 h 501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296088" h="5012722">
                  <a:moveTo>
                    <a:pt x="0" y="5012722"/>
                  </a:moveTo>
                  <a:cubicBezTo>
                    <a:pt x="81820" y="4949095"/>
                    <a:pt x="163544" y="4885468"/>
                    <a:pt x="244031" y="4820222"/>
                  </a:cubicBezTo>
                  <a:cubicBezTo>
                    <a:pt x="417671" y="4679633"/>
                    <a:pt x="589883" y="4535139"/>
                    <a:pt x="729234" y="4360641"/>
                  </a:cubicBezTo>
                  <a:cubicBezTo>
                    <a:pt x="779431" y="4297776"/>
                    <a:pt x="825818" y="4231958"/>
                    <a:pt x="881444" y="4173950"/>
                  </a:cubicBezTo>
                  <a:cubicBezTo>
                    <a:pt x="959358" y="4092607"/>
                    <a:pt x="1054799" y="4031075"/>
                    <a:pt x="1151287" y="3972877"/>
                  </a:cubicBezTo>
                  <a:cubicBezTo>
                    <a:pt x="1263968" y="3904964"/>
                    <a:pt x="1379315" y="3841337"/>
                    <a:pt x="1498664" y="3786188"/>
                  </a:cubicBezTo>
                  <a:cubicBezTo>
                    <a:pt x="1573149" y="3751802"/>
                    <a:pt x="1649159" y="3720179"/>
                    <a:pt x="1716881" y="3674174"/>
                  </a:cubicBezTo>
                  <a:cubicBezTo>
                    <a:pt x="1794034" y="3621691"/>
                    <a:pt x="1856708" y="3551492"/>
                    <a:pt x="1913573" y="3477387"/>
                  </a:cubicBezTo>
                  <a:cubicBezTo>
                    <a:pt x="2016157" y="3343751"/>
                    <a:pt x="2099024" y="3196114"/>
                    <a:pt x="2167700" y="3042190"/>
                  </a:cubicBezTo>
                  <a:cubicBezTo>
                    <a:pt x="2206752" y="2954655"/>
                    <a:pt x="2241233" y="2865215"/>
                    <a:pt x="2273903" y="2775014"/>
                  </a:cubicBezTo>
                  <a:cubicBezTo>
                    <a:pt x="2328482" y="2624423"/>
                    <a:pt x="2379440" y="2471642"/>
                    <a:pt x="2463356" y="2335530"/>
                  </a:cubicBezTo>
                  <a:cubicBezTo>
                    <a:pt x="2542127" y="2207705"/>
                    <a:pt x="2647855" y="2099501"/>
                    <a:pt x="2741866" y="1982248"/>
                  </a:cubicBezTo>
                  <a:cubicBezTo>
                    <a:pt x="2830449" y="1871758"/>
                    <a:pt x="2908554" y="1753362"/>
                    <a:pt x="2985897" y="1634681"/>
                  </a:cubicBezTo>
                  <a:cubicBezTo>
                    <a:pt x="3071146" y="1503902"/>
                    <a:pt x="3156395" y="1372172"/>
                    <a:pt x="3212687" y="1226820"/>
                  </a:cubicBezTo>
                  <a:cubicBezTo>
                    <a:pt x="3246025" y="1140809"/>
                    <a:pt x="3268790" y="1051084"/>
                    <a:pt x="3281553" y="959644"/>
                  </a:cubicBezTo>
                  <a:cubicBezTo>
                    <a:pt x="3293555" y="874014"/>
                    <a:pt x="3296888" y="787527"/>
                    <a:pt x="3295936" y="701135"/>
                  </a:cubicBezTo>
                  <a:cubicBezTo>
                    <a:pt x="3294888" y="612172"/>
                    <a:pt x="3289268" y="523018"/>
                    <a:pt x="3267266" y="436817"/>
                  </a:cubicBezTo>
                  <a:cubicBezTo>
                    <a:pt x="3227832" y="282416"/>
                    <a:pt x="3105341" y="0"/>
                    <a:pt x="3105341" y="0"/>
                  </a:cubicBezTo>
                </a:path>
              </a:pathLst>
            </a:custGeom>
            <a:noFill/>
            <a:ln w="9525" cap="rnd">
              <a:solidFill>
                <a:schemeClr val="accent2">
                  <a:alpha val="50000"/>
                </a:schemeClr>
              </a:solidFill>
              <a:prstDash val="lgDash"/>
              <a:round/>
            </a:ln>
          </p:spPr>
          <p:txBody>
            <a:bodyPr rtlCol="0" anchor="ctr"/>
            <a:lstStyle/>
            <a:p>
              <a:endParaRPr lang="en-US"/>
            </a:p>
          </p:txBody>
        </p:sp>
        <p:sp>
          <p:nvSpPr>
            <p:cNvPr id="75" name="Freeform: Shape 74">
              <a:extLst>
                <a:ext uri="{FF2B5EF4-FFF2-40B4-BE49-F238E27FC236}">
                  <a16:creationId xmlns:a16="http://schemas.microsoft.com/office/drawing/2014/main" id="{13B9ECD2-208D-4E4C-85C7-86FAEFBCF6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978674" cy="3074959"/>
            </a:xfrm>
            <a:custGeom>
              <a:avLst/>
              <a:gdLst>
                <a:gd name="connsiteX0" fmla="*/ 0 w 2977477"/>
                <a:gd name="connsiteY0" fmla="*/ 4627150 h 4627149"/>
                <a:gd name="connsiteX1" fmla="*/ 275082 w 2977477"/>
                <a:gd name="connsiteY1" fmla="*/ 4341590 h 4627149"/>
                <a:gd name="connsiteX2" fmla="*/ 502825 w 2977477"/>
                <a:gd name="connsiteY2" fmla="*/ 4054126 h 4627149"/>
                <a:gd name="connsiteX3" fmla="*/ 666179 w 2977477"/>
                <a:gd name="connsiteY3" fmla="*/ 3890677 h 4627149"/>
                <a:gd name="connsiteX4" fmla="*/ 864203 w 2977477"/>
                <a:gd name="connsiteY4" fmla="*/ 3675983 h 4627149"/>
                <a:gd name="connsiteX5" fmla="*/ 982599 w 2977477"/>
                <a:gd name="connsiteY5" fmla="*/ 3557492 h 4627149"/>
                <a:gd name="connsiteX6" fmla="*/ 1188244 w 2977477"/>
                <a:gd name="connsiteY6" fmla="*/ 3329654 h 4627149"/>
                <a:gd name="connsiteX7" fmla="*/ 1344740 w 2977477"/>
                <a:gd name="connsiteY7" fmla="*/ 3146774 h 4627149"/>
                <a:gd name="connsiteX8" fmla="*/ 1470755 w 2977477"/>
                <a:gd name="connsiteY8" fmla="*/ 2984659 h 4627149"/>
                <a:gd name="connsiteX9" fmla="*/ 1657636 w 2977477"/>
                <a:gd name="connsiteY9" fmla="*/ 2670239 h 4627149"/>
                <a:gd name="connsiteX10" fmla="*/ 1762887 w 2977477"/>
                <a:gd name="connsiteY10" fmla="*/ 2473547 h 4627149"/>
                <a:gd name="connsiteX11" fmla="*/ 1866710 w 2977477"/>
                <a:gd name="connsiteY11" fmla="*/ 2290667 h 4627149"/>
                <a:gd name="connsiteX12" fmla="*/ 2106263 w 2977477"/>
                <a:gd name="connsiteY12" fmla="*/ 2030254 h 4627149"/>
                <a:gd name="connsiteX13" fmla="*/ 2277237 w 2977477"/>
                <a:gd name="connsiteY13" fmla="*/ 1859185 h 4627149"/>
                <a:gd name="connsiteX14" fmla="*/ 2499455 w 2977477"/>
                <a:gd name="connsiteY14" fmla="*/ 1656207 h 4627149"/>
                <a:gd name="connsiteX15" fmla="*/ 2707100 w 2977477"/>
                <a:gd name="connsiteY15" fmla="*/ 1390269 h 4627149"/>
                <a:gd name="connsiteX16" fmla="*/ 2812352 w 2977477"/>
                <a:gd name="connsiteY16" fmla="*/ 1230916 h 4627149"/>
                <a:gd name="connsiteX17" fmla="*/ 2898172 w 2977477"/>
                <a:gd name="connsiteY17" fmla="*/ 1036987 h 4627149"/>
                <a:gd name="connsiteX18" fmla="*/ 2963228 w 2977477"/>
                <a:gd name="connsiteY18" fmla="*/ 850011 h 4627149"/>
                <a:gd name="connsiteX19" fmla="*/ 2977325 w 2977477"/>
                <a:gd name="connsiteY19" fmla="*/ 745427 h 4627149"/>
                <a:gd name="connsiteX20" fmla="*/ 2929509 w 2977477"/>
                <a:gd name="connsiteY20" fmla="*/ 480155 h 4627149"/>
                <a:gd name="connsiteX21" fmla="*/ 2563082 w 2977477"/>
                <a:gd name="connsiteY21" fmla="*/ 0 h 4627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77477" h="4627149">
                  <a:moveTo>
                    <a:pt x="0" y="4627150"/>
                  </a:moveTo>
                  <a:cubicBezTo>
                    <a:pt x="79820" y="4552283"/>
                    <a:pt x="203835" y="4424648"/>
                    <a:pt x="275082" y="4341590"/>
                  </a:cubicBezTo>
                  <a:cubicBezTo>
                    <a:pt x="354711" y="4248722"/>
                    <a:pt x="421005" y="4145090"/>
                    <a:pt x="502825" y="4054126"/>
                  </a:cubicBezTo>
                  <a:cubicBezTo>
                    <a:pt x="554355" y="3996881"/>
                    <a:pt x="612362" y="3945827"/>
                    <a:pt x="666179" y="3890677"/>
                  </a:cubicBezTo>
                  <a:cubicBezTo>
                    <a:pt x="734187" y="3821049"/>
                    <a:pt x="796671" y="3746183"/>
                    <a:pt x="864203" y="3675983"/>
                  </a:cubicBezTo>
                  <a:cubicBezTo>
                    <a:pt x="902875" y="3635788"/>
                    <a:pt x="943642" y="3597593"/>
                    <a:pt x="982599" y="3557492"/>
                  </a:cubicBezTo>
                  <a:cubicBezTo>
                    <a:pt x="1053941" y="3484150"/>
                    <a:pt x="1121378" y="3407093"/>
                    <a:pt x="1188244" y="3329654"/>
                  </a:cubicBezTo>
                  <a:cubicBezTo>
                    <a:pt x="1240631" y="3268885"/>
                    <a:pt x="1293495" y="3208496"/>
                    <a:pt x="1344740" y="3146774"/>
                  </a:cubicBezTo>
                  <a:cubicBezTo>
                    <a:pt x="1388459" y="3094101"/>
                    <a:pt x="1431512" y="3040761"/>
                    <a:pt x="1470755" y="2984659"/>
                  </a:cubicBezTo>
                  <a:cubicBezTo>
                    <a:pt x="1540764" y="2884646"/>
                    <a:pt x="1598771" y="2777109"/>
                    <a:pt x="1657636" y="2670239"/>
                  </a:cubicBezTo>
                  <a:cubicBezTo>
                    <a:pt x="1693545" y="2605088"/>
                    <a:pt x="1728502" y="2539460"/>
                    <a:pt x="1762887" y="2473547"/>
                  </a:cubicBezTo>
                  <a:cubicBezTo>
                    <a:pt x="1795367" y="2411349"/>
                    <a:pt x="1826419" y="2348103"/>
                    <a:pt x="1866710" y="2290667"/>
                  </a:cubicBezTo>
                  <a:cubicBezTo>
                    <a:pt x="1934623" y="2193893"/>
                    <a:pt x="2022729" y="2114169"/>
                    <a:pt x="2106263" y="2030254"/>
                  </a:cubicBezTo>
                  <a:cubicBezTo>
                    <a:pt x="2163128" y="1973104"/>
                    <a:pt x="2218182" y="1914049"/>
                    <a:pt x="2277237" y="1859185"/>
                  </a:cubicBezTo>
                  <a:cubicBezTo>
                    <a:pt x="2350770" y="1790891"/>
                    <a:pt x="2430304" y="1728978"/>
                    <a:pt x="2499455" y="1656207"/>
                  </a:cubicBezTo>
                  <a:cubicBezTo>
                    <a:pt x="2576989" y="1574578"/>
                    <a:pt x="2641568" y="1481900"/>
                    <a:pt x="2707100" y="1390269"/>
                  </a:cubicBezTo>
                  <a:cubicBezTo>
                    <a:pt x="2744153" y="1338453"/>
                    <a:pt x="2781586" y="1286732"/>
                    <a:pt x="2812352" y="1230916"/>
                  </a:cubicBezTo>
                  <a:cubicBezTo>
                    <a:pt x="2846546" y="1168908"/>
                    <a:pt x="2872550" y="1102900"/>
                    <a:pt x="2898172" y="1036987"/>
                  </a:cubicBezTo>
                  <a:cubicBezTo>
                    <a:pt x="2922175" y="975455"/>
                    <a:pt x="2948273" y="914305"/>
                    <a:pt x="2963228" y="850011"/>
                  </a:cubicBezTo>
                  <a:cubicBezTo>
                    <a:pt x="2971229" y="815626"/>
                    <a:pt x="2976563" y="780764"/>
                    <a:pt x="2977325" y="745427"/>
                  </a:cubicBezTo>
                  <a:cubicBezTo>
                    <a:pt x="2979230" y="654844"/>
                    <a:pt x="2963323" y="564261"/>
                    <a:pt x="2929509" y="480155"/>
                  </a:cubicBezTo>
                  <a:cubicBezTo>
                    <a:pt x="2851309" y="285655"/>
                    <a:pt x="2563082" y="0"/>
                    <a:pt x="2563082" y="0"/>
                  </a:cubicBezTo>
                </a:path>
              </a:pathLst>
            </a:custGeom>
            <a:noFill/>
            <a:ln w="9525" cap="rnd">
              <a:solidFill>
                <a:schemeClr val="accent2">
                  <a:alpha val="50000"/>
                </a:schemeClr>
              </a:solidFill>
              <a:prstDash val="lgDash"/>
              <a:round/>
            </a:ln>
          </p:spPr>
          <p:txBody>
            <a:bodyPr rtlCol="0" anchor="ctr"/>
            <a:lstStyle/>
            <a:p>
              <a:endParaRPr lang="en-US"/>
            </a:p>
          </p:txBody>
        </p:sp>
        <p:sp>
          <p:nvSpPr>
            <p:cNvPr id="76" name="Freeform: Shape 75">
              <a:extLst>
                <a:ext uri="{FF2B5EF4-FFF2-40B4-BE49-F238E27FC236}">
                  <a16:creationId xmlns:a16="http://schemas.microsoft.com/office/drawing/2014/main" id="{5CEC0DB1-FD35-4E6A-A339-227F3A2D619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92" y="15178"/>
              <a:ext cx="1566146" cy="2737264"/>
            </a:xfrm>
            <a:custGeom>
              <a:avLst/>
              <a:gdLst>
                <a:gd name="connsiteX0" fmla="*/ 1707071 w 2356712"/>
                <a:gd name="connsiteY0" fmla="*/ 0 h 4118991"/>
                <a:gd name="connsiteX1" fmla="*/ 1824514 w 2356712"/>
                <a:gd name="connsiteY1" fmla="*/ 244697 h 4118991"/>
                <a:gd name="connsiteX2" fmla="*/ 1908715 w 2356712"/>
                <a:gd name="connsiteY2" fmla="*/ 328994 h 4118991"/>
                <a:gd name="connsiteX3" fmla="*/ 2226469 w 2356712"/>
                <a:gd name="connsiteY3" fmla="*/ 603695 h 4118991"/>
                <a:gd name="connsiteX4" fmla="*/ 2355628 w 2356712"/>
                <a:gd name="connsiteY4" fmla="*/ 900494 h 4118991"/>
                <a:gd name="connsiteX5" fmla="*/ 2281428 w 2356712"/>
                <a:gd name="connsiteY5" fmla="*/ 1206913 h 4118991"/>
                <a:gd name="connsiteX6" fmla="*/ 2092452 w 2356712"/>
                <a:gd name="connsiteY6" fmla="*/ 1460659 h 4118991"/>
                <a:gd name="connsiteX7" fmla="*/ 1834039 w 2356712"/>
                <a:gd name="connsiteY7" fmla="*/ 1625822 h 4118991"/>
                <a:gd name="connsiteX8" fmla="*/ 1558862 w 2356712"/>
                <a:gd name="connsiteY8" fmla="*/ 1743075 h 4118991"/>
                <a:gd name="connsiteX9" fmla="*/ 1386554 w 2356712"/>
                <a:gd name="connsiteY9" fmla="*/ 1869948 h 4118991"/>
                <a:gd name="connsiteX10" fmla="*/ 1271683 w 2356712"/>
                <a:gd name="connsiteY10" fmla="*/ 2073402 h 4118991"/>
                <a:gd name="connsiteX11" fmla="*/ 1178338 w 2356712"/>
                <a:gd name="connsiteY11" fmla="*/ 2355914 h 4118991"/>
                <a:gd name="connsiteX12" fmla="*/ 1113758 w 2356712"/>
                <a:gd name="connsiteY12" fmla="*/ 2578513 h 4118991"/>
                <a:gd name="connsiteX13" fmla="*/ 1034796 w 2356712"/>
                <a:gd name="connsiteY13" fmla="*/ 2834640 h 4118991"/>
                <a:gd name="connsiteX14" fmla="*/ 905637 w 2356712"/>
                <a:gd name="connsiteY14" fmla="*/ 3081242 h 4118991"/>
                <a:gd name="connsiteX15" fmla="*/ 793147 w 2356712"/>
                <a:gd name="connsiteY15" fmla="*/ 3258407 h 4118991"/>
                <a:gd name="connsiteX16" fmla="*/ 546735 w 2356712"/>
                <a:gd name="connsiteY16" fmla="*/ 3571970 h 4118991"/>
                <a:gd name="connsiteX17" fmla="*/ 346996 w 2356712"/>
                <a:gd name="connsiteY17" fmla="*/ 3771900 h 4118991"/>
                <a:gd name="connsiteX18" fmla="*/ 174689 w 2356712"/>
                <a:gd name="connsiteY18" fmla="*/ 3944207 h 4118991"/>
                <a:gd name="connsiteX19" fmla="*/ 0 w 2356712"/>
                <a:gd name="connsiteY19" fmla="*/ 4118991 h 4118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356712" h="4118991">
                  <a:moveTo>
                    <a:pt x="1707071" y="0"/>
                  </a:moveTo>
                  <a:cubicBezTo>
                    <a:pt x="1715357" y="22098"/>
                    <a:pt x="1812608" y="224409"/>
                    <a:pt x="1824514" y="244697"/>
                  </a:cubicBezTo>
                  <a:cubicBezTo>
                    <a:pt x="1844802" y="279273"/>
                    <a:pt x="1876996" y="304324"/>
                    <a:pt x="1908715" y="328994"/>
                  </a:cubicBezTo>
                  <a:cubicBezTo>
                    <a:pt x="2019967" y="415195"/>
                    <a:pt x="2137886" y="494633"/>
                    <a:pt x="2226469" y="603695"/>
                  </a:cubicBezTo>
                  <a:cubicBezTo>
                    <a:pt x="2296287" y="689610"/>
                    <a:pt x="2347817" y="790480"/>
                    <a:pt x="2355628" y="900494"/>
                  </a:cubicBezTo>
                  <a:cubicBezTo>
                    <a:pt x="2363248" y="1007078"/>
                    <a:pt x="2329910" y="1111187"/>
                    <a:pt x="2281428" y="1206913"/>
                  </a:cubicBezTo>
                  <a:cubicBezTo>
                    <a:pt x="2233422" y="1301877"/>
                    <a:pt x="2170938" y="1388936"/>
                    <a:pt x="2092452" y="1460659"/>
                  </a:cubicBezTo>
                  <a:cubicBezTo>
                    <a:pt x="2016538" y="1530001"/>
                    <a:pt x="1927765" y="1583436"/>
                    <a:pt x="1834039" y="1625822"/>
                  </a:cubicBezTo>
                  <a:cubicBezTo>
                    <a:pt x="1743075" y="1666970"/>
                    <a:pt x="1647730" y="1697736"/>
                    <a:pt x="1558862" y="1743075"/>
                  </a:cubicBezTo>
                  <a:cubicBezTo>
                    <a:pt x="1494758" y="1775841"/>
                    <a:pt x="1434275" y="1816132"/>
                    <a:pt x="1386554" y="1869948"/>
                  </a:cubicBezTo>
                  <a:cubicBezTo>
                    <a:pt x="1334548" y="1928622"/>
                    <a:pt x="1300544" y="2000345"/>
                    <a:pt x="1271683" y="2073402"/>
                  </a:cubicBezTo>
                  <a:cubicBezTo>
                    <a:pt x="1235202" y="2165699"/>
                    <a:pt x="1206722" y="2260759"/>
                    <a:pt x="1178338" y="2355914"/>
                  </a:cubicBezTo>
                  <a:cubicBezTo>
                    <a:pt x="1156240" y="2429923"/>
                    <a:pt x="1134237" y="2504028"/>
                    <a:pt x="1113758" y="2578513"/>
                  </a:cubicBezTo>
                  <a:cubicBezTo>
                    <a:pt x="1090041" y="2664714"/>
                    <a:pt x="1068134" y="2751678"/>
                    <a:pt x="1034796" y="2834640"/>
                  </a:cubicBezTo>
                  <a:cubicBezTo>
                    <a:pt x="1000125" y="2920841"/>
                    <a:pt x="953643" y="3001613"/>
                    <a:pt x="905637" y="3081242"/>
                  </a:cubicBezTo>
                  <a:cubicBezTo>
                    <a:pt x="869442" y="3141155"/>
                    <a:pt x="832295" y="3200400"/>
                    <a:pt x="793147" y="3258407"/>
                  </a:cubicBezTo>
                  <a:cubicBezTo>
                    <a:pt x="718661" y="3368802"/>
                    <a:pt x="637223" y="3474434"/>
                    <a:pt x="546735" y="3571970"/>
                  </a:cubicBezTo>
                  <a:cubicBezTo>
                    <a:pt x="482632" y="3641027"/>
                    <a:pt x="414147" y="3705797"/>
                    <a:pt x="346996" y="3771900"/>
                  </a:cubicBezTo>
                  <a:cubicBezTo>
                    <a:pt x="288989" y="3828764"/>
                    <a:pt x="232029" y="3886676"/>
                    <a:pt x="174689" y="3944207"/>
                  </a:cubicBezTo>
                  <a:cubicBezTo>
                    <a:pt x="116586" y="4002596"/>
                    <a:pt x="58293" y="4060698"/>
                    <a:pt x="0" y="4118991"/>
                  </a:cubicBezTo>
                </a:path>
              </a:pathLst>
            </a:custGeom>
            <a:noFill/>
            <a:ln w="9525" cap="rnd">
              <a:solidFill>
                <a:schemeClr val="accent2">
                  <a:alpha val="50000"/>
                </a:schemeClr>
              </a:solidFill>
              <a:prstDash val="lgDash"/>
              <a:round/>
            </a:ln>
          </p:spPr>
          <p:txBody>
            <a:bodyPr rtlCol="0" anchor="ctr"/>
            <a:lstStyle/>
            <a:p>
              <a:endParaRPr lang="en-US"/>
            </a:p>
          </p:txBody>
        </p:sp>
        <p:sp>
          <p:nvSpPr>
            <p:cNvPr id="77" name="Freeform: Shape 76">
              <a:extLst>
                <a:ext uri="{FF2B5EF4-FFF2-40B4-BE49-F238E27FC236}">
                  <a16:creationId xmlns:a16="http://schemas.microsoft.com/office/drawing/2014/main" id="{FE530033-EC4D-4252-B937-8ABB2D681D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368431" cy="2644975"/>
            </a:xfrm>
            <a:custGeom>
              <a:avLst/>
              <a:gdLst>
                <a:gd name="connsiteX0" fmla="*/ 0 w 2059193"/>
                <a:gd name="connsiteY0" fmla="*/ 3980116 h 3980116"/>
                <a:gd name="connsiteX1" fmla="*/ 471583 w 2059193"/>
                <a:gd name="connsiteY1" fmla="*/ 3515678 h 3980116"/>
                <a:gd name="connsiteX2" fmla="*/ 758666 w 2059193"/>
                <a:gd name="connsiteY2" fmla="*/ 3163824 h 3980116"/>
                <a:gd name="connsiteX3" fmla="*/ 940499 w 2059193"/>
                <a:gd name="connsiteY3" fmla="*/ 2780824 h 3980116"/>
                <a:gd name="connsiteX4" fmla="*/ 1055370 w 2059193"/>
                <a:gd name="connsiteY4" fmla="*/ 2242185 h 3980116"/>
                <a:gd name="connsiteX5" fmla="*/ 1136714 w 2059193"/>
                <a:gd name="connsiteY5" fmla="*/ 1878330 h 3980116"/>
                <a:gd name="connsiteX6" fmla="*/ 1246727 w 2059193"/>
                <a:gd name="connsiteY6" fmla="*/ 1562386 h 3980116"/>
                <a:gd name="connsiteX7" fmla="*/ 1378363 w 2059193"/>
                <a:gd name="connsiteY7" fmla="*/ 1430750 h 3980116"/>
                <a:gd name="connsiteX8" fmla="*/ 1691831 w 2059193"/>
                <a:gd name="connsiteY8" fmla="*/ 1394841 h 3980116"/>
                <a:gd name="connsiteX9" fmla="*/ 1914335 w 2059193"/>
                <a:gd name="connsiteY9" fmla="*/ 1323023 h 3980116"/>
                <a:gd name="connsiteX10" fmla="*/ 2055495 w 2059193"/>
                <a:gd name="connsiteY10" fmla="*/ 1098042 h 3980116"/>
                <a:gd name="connsiteX11" fmla="*/ 2033969 w 2059193"/>
                <a:gd name="connsiteY11" fmla="*/ 930497 h 3980116"/>
                <a:gd name="connsiteX12" fmla="*/ 1885664 w 2059193"/>
                <a:gd name="connsiteY12" fmla="*/ 760571 h 3980116"/>
                <a:gd name="connsiteX13" fmla="*/ 1636871 w 2059193"/>
                <a:gd name="connsiteY13" fmla="*/ 612172 h 3980116"/>
                <a:gd name="connsiteX14" fmla="*/ 1335405 w 2059193"/>
                <a:gd name="connsiteY14" fmla="*/ 459010 h 3980116"/>
                <a:gd name="connsiteX15" fmla="*/ 1234916 w 2059193"/>
                <a:gd name="connsiteY15" fmla="*/ 269939 h 3980116"/>
                <a:gd name="connsiteX16" fmla="*/ 1386935 w 2059193"/>
                <a:gd name="connsiteY16" fmla="*/ 0 h 39801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9193" h="3980116">
                  <a:moveTo>
                    <a:pt x="0" y="3980116"/>
                  </a:moveTo>
                  <a:cubicBezTo>
                    <a:pt x="91345" y="3889534"/>
                    <a:pt x="382715" y="3608737"/>
                    <a:pt x="471583" y="3515678"/>
                  </a:cubicBezTo>
                  <a:cubicBezTo>
                    <a:pt x="576358" y="3405949"/>
                    <a:pt x="675989" y="3290983"/>
                    <a:pt x="758666" y="3163824"/>
                  </a:cubicBezTo>
                  <a:cubicBezTo>
                    <a:pt x="836105" y="3044857"/>
                    <a:pt x="897445" y="2916079"/>
                    <a:pt x="940499" y="2780824"/>
                  </a:cubicBezTo>
                  <a:cubicBezTo>
                    <a:pt x="996315" y="2605754"/>
                    <a:pt x="1020985" y="2422874"/>
                    <a:pt x="1055370" y="2242185"/>
                  </a:cubicBezTo>
                  <a:cubicBezTo>
                    <a:pt x="1078611" y="2120075"/>
                    <a:pt x="1107472" y="1999107"/>
                    <a:pt x="1136714" y="1878330"/>
                  </a:cubicBezTo>
                  <a:cubicBezTo>
                    <a:pt x="1163098" y="1769174"/>
                    <a:pt x="1189482" y="1658588"/>
                    <a:pt x="1246727" y="1562386"/>
                  </a:cubicBezTo>
                  <a:cubicBezTo>
                    <a:pt x="1279208" y="1507808"/>
                    <a:pt x="1321689" y="1459039"/>
                    <a:pt x="1378363" y="1430750"/>
                  </a:cubicBezTo>
                  <a:cubicBezTo>
                    <a:pt x="1473327" y="1383221"/>
                    <a:pt x="1584865" y="1402652"/>
                    <a:pt x="1691831" y="1394841"/>
                  </a:cubicBezTo>
                  <a:cubicBezTo>
                    <a:pt x="1771079" y="1389031"/>
                    <a:pt x="1849279" y="1368266"/>
                    <a:pt x="1914335" y="1323023"/>
                  </a:cubicBezTo>
                  <a:cubicBezTo>
                    <a:pt x="1989963" y="1270445"/>
                    <a:pt x="2041493" y="1189101"/>
                    <a:pt x="2055495" y="1098042"/>
                  </a:cubicBezTo>
                  <a:cubicBezTo>
                    <a:pt x="2064258" y="1041178"/>
                    <a:pt x="2057591" y="982980"/>
                    <a:pt x="2033969" y="930497"/>
                  </a:cubicBezTo>
                  <a:cubicBezTo>
                    <a:pt x="2002727" y="861060"/>
                    <a:pt x="1945958" y="807625"/>
                    <a:pt x="1885664" y="760571"/>
                  </a:cubicBezTo>
                  <a:cubicBezTo>
                    <a:pt x="1809179" y="700945"/>
                    <a:pt x="1725549" y="651415"/>
                    <a:pt x="1636871" y="612172"/>
                  </a:cubicBezTo>
                  <a:cubicBezTo>
                    <a:pt x="1532763" y="566071"/>
                    <a:pt x="1421606" y="532543"/>
                    <a:pt x="1335405" y="459010"/>
                  </a:cubicBezTo>
                  <a:cubicBezTo>
                    <a:pt x="1277969" y="409956"/>
                    <a:pt x="1232059" y="344615"/>
                    <a:pt x="1234916" y="269939"/>
                  </a:cubicBezTo>
                  <a:cubicBezTo>
                    <a:pt x="1237012" y="211741"/>
                    <a:pt x="1386935" y="0"/>
                    <a:pt x="1386935" y="0"/>
                  </a:cubicBezTo>
                </a:path>
              </a:pathLst>
            </a:custGeom>
            <a:noFill/>
            <a:ln w="9525" cap="rnd">
              <a:solidFill>
                <a:schemeClr val="accent2">
                  <a:alpha val="50000"/>
                </a:schemeClr>
              </a:solidFill>
              <a:prstDash val="lgDash"/>
              <a:round/>
            </a:ln>
          </p:spPr>
          <p:txBody>
            <a:bodyPr rtlCol="0" anchor="ctr"/>
            <a:lstStyle/>
            <a:p>
              <a:endParaRPr lang="en-US"/>
            </a:p>
          </p:txBody>
        </p:sp>
        <p:sp>
          <p:nvSpPr>
            <p:cNvPr id="78" name="Freeform: Shape 77">
              <a:extLst>
                <a:ext uri="{FF2B5EF4-FFF2-40B4-BE49-F238E27FC236}">
                  <a16:creationId xmlns:a16="http://schemas.microsoft.com/office/drawing/2014/main" id="{2136133D-A7F2-42FA-B919-60AC41C7785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8825" y="543780"/>
              <a:ext cx="494287" cy="1905590"/>
            </a:xfrm>
            <a:custGeom>
              <a:avLst/>
              <a:gdLst>
                <a:gd name="connsiteX0" fmla="*/ 11144 w 743796"/>
                <a:gd name="connsiteY0" fmla="*/ 0 h 2867501"/>
                <a:gd name="connsiteX1" fmla="*/ 353663 w 743796"/>
                <a:gd name="connsiteY1" fmla="*/ 55245 h 2867501"/>
                <a:gd name="connsiteX2" fmla="*/ 571405 w 743796"/>
                <a:gd name="connsiteY2" fmla="*/ 179737 h 2867501"/>
                <a:gd name="connsiteX3" fmla="*/ 688658 w 743796"/>
                <a:gd name="connsiteY3" fmla="*/ 368808 h 2867501"/>
                <a:gd name="connsiteX4" fmla="*/ 731711 w 743796"/>
                <a:gd name="connsiteY4" fmla="*/ 612934 h 2867501"/>
                <a:gd name="connsiteX5" fmla="*/ 725233 w 743796"/>
                <a:gd name="connsiteY5" fmla="*/ 995648 h 2867501"/>
                <a:gd name="connsiteX6" fmla="*/ 742855 w 743796"/>
                <a:gd name="connsiteY6" fmla="*/ 1499330 h 2867501"/>
                <a:gd name="connsiteX7" fmla="*/ 707898 w 743796"/>
                <a:gd name="connsiteY7" fmla="*/ 1793081 h 2867501"/>
                <a:gd name="connsiteX8" fmla="*/ 633222 w 743796"/>
                <a:gd name="connsiteY8" fmla="*/ 2073592 h 2867501"/>
                <a:gd name="connsiteX9" fmla="*/ 404527 w 743796"/>
                <a:gd name="connsiteY9" fmla="*/ 2472404 h 2867501"/>
                <a:gd name="connsiteX10" fmla="*/ 0 w 743796"/>
                <a:gd name="connsiteY10" fmla="*/ 2867501 h 2867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3796" h="2867501">
                  <a:moveTo>
                    <a:pt x="11144" y="0"/>
                  </a:moveTo>
                  <a:cubicBezTo>
                    <a:pt x="101060" y="2953"/>
                    <a:pt x="268796" y="25146"/>
                    <a:pt x="353663" y="55245"/>
                  </a:cubicBezTo>
                  <a:cubicBezTo>
                    <a:pt x="433483" y="83534"/>
                    <a:pt x="510635" y="120967"/>
                    <a:pt x="571405" y="179737"/>
                  </a:cubicBezTo>
                  <a:cubicBezTo>
                    <a:pt x="625412" y="231934"/>
                    <a:pt x="663607" y="297942"/>
                    <a:pt x="688658" y="368808"/>
                  </a:cubicBezTo>
                  <a:cubicBezTo>
                    <a:pt x="716375" y="447103"/>
                    <a:pt x="727996" y="529876"/>
                    <a:pt x="731711" y="612934"/>
                  </a:cubicBezTo>
                  <a:cubicBezTo>
                    <a:pt x="737426" y="740474"/>
                    <a:pt x="724948" y="867918"/>
                    <a:pt x="725233" y="995648"/>
                  </a:cubicBezTo>
                  <a:cubicBezTo>
                    <a:pt x="725710" y="1163765"/>
                    <a:pt x="748665" y="1331309"/>
                    <a:pt x="742855" y="1499330"/>
                  </a:cubicBezTo>
                  <a:cubicBezTo>
                    <a:pt x="739426" y="1598009"/>
                    <a:pt x="725996" y="1696022"/>
                    <a:pt x="707898" y="1793081"/>
                  </a:cubicBezTo>
                  <a:cubicBezTo>
                    <a:pt x="690086" y="1888426"/>
                    <a:pt x="666845" y="1982724"/>
                    <a:pt x="633222" y="2073592"/>
                  </a:cubicBezTo>
                  <a:cubicBezTo>
                    <a:pt x="579692" y="2218182"/>
                    <a:pt x="499682" y="2351056"/>
                    <a:pt x="404527" y="2472404"/>
                  </a:cubicBezTo>
                  <a:cubicBezTo>
                    <a:pt x="266033" y="2648902"/>
                    <a:pt x="179642" y="2732818"/>
                    <a:pt x="0" y="2867501"/>
                  </a:cubicBezTo>
                </a:path>
              </a:pathLst>
            </a:custGeom>
            <a:noFill/>
            <a:ln w="9525" cap="rnd">
              <a:solidFill>
                <a:schemeClr val="accent2">
                  <a:alpha val="50000"/>
                </a:schemeClr>
              </a:solidFill>
              <a:prstDash val="lgDash"/>
              <a:round/>
            </a:ln>
          </p:spPr>
          <p:txBody>
            <a:bodyPr rtlCol="0" anchor="ctr"/>
            <a:lstStyle/>
            <a:p>
              <a:endParaRPr lang="en-US"/>
            </a:p>
          </p:txBody>
        </p:sp>
        <p:sp>
          <p:nvSpPr>
            <p:cNvPr id="79" name="Freeform: Shape 78">
              <a:extLst>
                <a:ext uri="{FF2B5EF4-FFF2-40B4-BE49-F238E27FC236}">
                  <a16:creationId xmlns:a16="http://schemas.microsoft.com/office/drawing/2014/main" id="{54D267CA-94E7-4FD5-942D-5C3DE29C91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672286"/>
              <a:ext cx="396930" cy="1690303"/>
            </a:xfrm>
            <a:custGeom>
              <a:avLst/>
              <a:gdLst>
                <a:gd name="connsiteX0" fmla="*/ 16478 w 597294"/>
                <a:gd name="connsiteY0" fmla="*/ 2079 h 2543540"/>
                <a:gd name="connsiteX1" fmla="*/ 299847 w 597294"/>
                <a:gd name="connsiteY1" fmla="*/ 53991 h 2543540"/>
                <a:gd name="connsiteX2" fmla="*/ 503206 w 597294"/>
                <a:gd name="connsiteY2" fmla="*/ 291354 h 2543540"/>
                <a:gd name="connsiteX3" fmla="*/ 525113 w 597294"/>
                <a:gd name="connsiteY3" fmla="*/ 724265 h 2543540"/>
                <a:gd name="connsiteX4" fmla="*/ 578930 w 597294"/>
                <a:gd name="connsiteY4" fmla="*/ 1117267 h 2543540"/>
                <a:gd name="connsiteX5" fmla="*/ 592931 w 597294"/>
                <a:gd name="connsiteY5" fmla="*/ 1476359 h 2543540"/>
                <a:gd name="connsiteX6" fmla="*/ 503206 w 597294"/>
                <a:gd name="connsiteY6" fmla="*/ 1859359 h 2543540"/>
                <a:gd name="connsiteX7" fmla="*/ 291846 w 597294"/>
                <a:gd name="connsiteY7" fmla="*/ 2250361 h 2543540"/>
                <a:gd name="connsiteX8" fmla="*/ 0 w 597294"/>
                <a:gd name="connsiteY8" fmla="*/ 2543540 h 25435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7294" h="2543540">
                  <a:moveTo>
                    <a:pt x="16478" y="2079"/>
                  </a:moveTo>
                  <a:cubicBezTo>
                    <a:pt x="101441" y="-6684"/>
                    <a:pt x="224885" y="12557"/>
                    <a:pt x="299847" y="53991"/>
                  </a:cubicBezTo>
                  <a:cubicBezTo>
                    <a:pt x="394240" y="106092"/>
                    <a:pt x="468440" y="189341"/>
                    <a:pt x="503206" y="291354"/>
                  </a:cubicBezTo>
                  <a:cubicBezTo>
                    <a:pt x="550069" y="429085"/>
                    <a:pt x="520827" y="577770"/>
                    <a:pt x="525113" y="724265"/>
                  </a:cubicBezTo>
                  <a:cubicBezTo>
                    <a:pt x="529019" y="856472"/>
                    <a:pt x="561118" y="986012"/>
                    <a:pt x="578930" y="1117267"/>
                  </a:cubicBezTo>
                  <a:cubicBezTo>
                    <a:pt x="595122" y="1236234"/>
                    <a:pt x="602742" y="1356630"/>
                    <a:pt x="592931" y="1476359"/>
                  </a:cubicBezTo>
                  <a:cubicBezTo>
                    <a:pt x="582073" y="1607709"/>
                    <a:pt x="549783" y="1736011"/>
                    <a:pt x="503206" y="1859359"/>
                  </a:cubicBezTo>
                  <a:cubicBezTo>
                    <a:pt x="450628" y="1998710"/>
                    <a:pt x="383857" y="2133298"/>
                    <a:pt x="291846" y="2250361"/>
                  </a:cubicBezTo>
                  <a:cubicBezTo>
                    <a:pt x="231553" y="2327132"/>
                    <a:pt x="73819" y="2479532"/>
                    <a:pt x="0" y="2543540"/>
                  </a:cubicBezTo>
                </a:path>
              </a:pathLst>
            </a:custGeom>
            <a:noFill/>
            <a:ln w="9525" cap="rnd">
              <a:solidFill>
                <a:schemeClr val="accent2">
                  <a:alpha val="50000"/>
                </a:schemeClr>
              </a:solidFill>
              <a:prstDash val="lgDash"/>
              <a:round/>
            </a:ln>
          </p:spPr>
          <p:txBody>
            <a:bodyPr rtlCol="0" anchor="ctr"/>
            <a:lstStyle/>
            <a:p>
              <a:endParaRPr lang="en-US"/>
            </a:p>
          </p:txBody>
        </p:sp>
        <p:sp>
          <p:nvSpPr>
            <p:cNvPr id="80" name="Freeform: Shape 79">
              <a:extLst>
                <a:ext uri="{FF2B5EF4-FFF2-40B4-BE49-F238E27FC236}">
                  <a16:creationId xmlns:a16="http://schemas.microsoft.com/office/drawing/2014/main" id="{30D7B39F-6C07-4FE8-A354-9F9A126091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3002" y="881264"/>
              <a:ext cx="258791" cy="1336561"/>
            </a:xfrm>
            <a:custGeom>
              <a:avLst/>
              <a:gdLst>
                <a:gd name="connsiteX0" fmla="*/ 0 w 389425"/>
                <a:gd name="connsiteY0" fmla="*/ 33 h 2011236"/>
                <a:gd name="connsiteX1" fmla="*/ 171260 w 389425"/>
                <a:gd name="connsiteY1" fmla="*/ 60326 h 2011236"/>
                <a:gd name="connsiteX2" fmla="*/ 211455 w 389425"/>
                <a:gd name="connsiteY2" fmla="*/ 221204 h 2011236"/>
                <a:gd name="connsiteX3" fmla="*/ 243078 w 389425"/>
                <a:gd name="connsiteY3" fmla="*/ 448089 h 2011236"/>
                <a:gd name="connsiteX4" fmla="*/ 346424 w 389425"/>
                <a:gd name="connsiteY4" fmla="*/ 789941 h 2011236"/>
                <a:gd name="connsiteX5" fmla="*/ 372237 w 389425"/>
                <a:gd name="connsiteY5" fmla="*/ 942151 h 2011236"/>
                <a:gd name="connsiteX6" fmla="*/ 386620 w 389425"/>
                <a:gd name="connsiteY6" fmla="*/ 1272478 h 2011236"/>
                <a:gd name="connsiteX7" fmla="*/ 280416 w 389425"/>
                <a:gd name="connsiteY7" fmla="*/ 1660241 h 2011236"/>
                <a:gd name="connsiteX8" fmla="*/ 151257 w 389425"/>
                <a:gd name="connsiteY8" fmla="*/ 1844073 h 2011236"/>
                <a:gd name="connsiteX9" fmla="*/ 1905 w 389425"/>
                <a:gd name="connsiteY9" fmla="*/ 2011237 h 2011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9425" h="2011236">
                  <a:moveTo>
                    <a:pt x="0" y="33"/>
                  </a:moveTo>
                  <a:cubicBezTo>
                    <a:pt x="57912" y="-824"/>
                    <a:pt x="136112" y="14892"/>
                    <a:pt x="171260" y="60326"/>
                  </a:cubicBezTo>
                  <a:cubicBezTo>
                    <a:pt x="205645" y="104903"/>
                    <a:pt x="207740" y="164244"/>
                    <a:pt x="211455" y="221204"/>
                  </a:cubicBezTo>
                  <a:cubicBezTo>
                    <a:pt x="216408" y="297594"/>
                    <a:pt x="225838" y="373604"/>
                    <a:pt x="243078" y="448089"/>
                  </a:cubicBezTo>
                  <a:cubicBezTo>
                    <a:pt x="269939" y="564199"/>
                    <a:pt x="319183" y="673927"/>
                    <a:pt x="346424" y="789941"/>
                  </a:cubicBezTo>
                  <a:cubicBezTo>
                    <a:pt x="358235" y="840043"/>
                    <a:pt x="365951" y="891097"/>
                    <a:pt x="372237" y="942151"/>
                  </a:cubicBezTo>
                  <a:cubicBezTo>
                    <a:pt x="385858" y="1051784"/>
                    <a:pt x="394049" y="1162274"/>
                    <a:pt x="386620" y="1272478"/>
                  </a:cubicBezTo>
                  <a:cubicBezTo>
                    <a:pt x="377476" y="1407828"/>
                    <a:pt x="344996" y="1541178"/>
                    <a:pt x="280416" y="1660241"/>
                  </a:cubicBezTo>
                  <a:cubicBezTo>
                    <a:pt x="244602" y="1726249"/>
                    <a:pt x="199358" y="1786352"/>
                    <a:pt x="151257" y="1844073"/>
                  </a:cubicBezTo>
                  <a:cubicBezTo>
                    <a:pt x="79534" y="1930084"/>
                    <a:pt x="89345" y="1941419"/>
                    <a:pt x="1905" y="2011237"/>
                  </a:cubicBezTo>
                </a:path>
              </a:pathLst>
            </a:custGeom>
            <a:noFill/>
            <a:ln w="9525" cap="rnd">
              <a:solidFill>
                <a:schemeClr val="accent2">
                  <a:alpha val="50000"/>
                </a:schemeClr>
              </a:solidFill>
              <a:prstDash val="lgDash"/>
              <a:round/>
            </a:ln>
          </p:spPr>
          <p:txBody>
            <a:bodyPr rtlCol="0" anchor="ctr"/>
            <a:lstStyle/>
            <a:p>
              <a:endParaRPr lang="en-US"/>
            </a:p>
          </p:txBody>
        </p:sp>
      </p:grpSp>
      <p:grpSp>
        <p:nvGrpSpPr>
          <p:cNvPr id="82" name="Bottom Right">
            <a:extLst>
              <a:ext uri="{FF2B5EF4-FFF2-40B4-BE49-F238E27FC236}">
                <a16:creationId xmlns:a16="http://schemas.microsoft.com/office/drawing/2014/main" id="{C493BE25-7BED-4AAF-B05A-9EB10C80EF7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980400" y="3276601"/>
            <a:ext cx="4211600" cy="3581399"/>
            <a:chOff x="7980400" y="3276601"/>
            <a:chExt cx="4211600" cy="3581399"/>
          </a:xfrm>
        </p:grpSpPr>
        <p:sp>
          <p:nvSpPr>
            <p:cNvPr id="83" name="Freeform: Shape 82">
              <a:extLst>
                <a:ext uri="{FF2B5EF4-FFF2-40B4-BE49-F238E27FC236}">
                  <a16:creationId xmlns:a16="http://schemas.microsoft.com/office/drawing/2014/main" id="{2C74F867-72FD-4FAA-9932-767684A758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439256" y="6178637"/>
              <a:ext cx="1482102" cy="67936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tx1">
                    <a:lumMod val="65000"/>
                    <a:lumOff val="35000"/>
                  </a:schemeClr>
                </a:solidFill>
                <a:latin typeface="AvenirNext LT Pro Medium" panose="020B0504020202020204" pitchFamily="34" charset="0"/>
              </a:endParaRPr>
            </a:p>
          </p:txBody>
        </p:sp>
        <p:grpSp>
          <p:nvGrpSpPr>
            <p:cNvPr id="84" name="Graphic 157">
              <a:extLst>
                <a:ext uri="{FF2B5EF4-FFF2-40B4-BE49-F238E27FC236}">
                  <a16:creationId xmlns:a16="http://schemas.microsoft.com/office/drawing/2014/main" id="{186A5D6B-01F1-41A2-8AE2-E20E30B0488B}"/>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8662740" y="3276601"/>
              <a:ext cx="3529260" cy="3581398"/>
              <a:chOff x="4114800" y="1423987"/>
              <a:chExt cx="3961542" cy="4007547"/>
            </a:xfrm>
            <a:noFill/>
          </p:grpSpPr>
          <p:sp>
            <p:nvSpPr>
              <p:cNvPr id="86" name="Freeform: Shape 85">
                <a:extLst>
                  <a:ext uri="{FF2B5EF4-FFF2-40B4-BE49-F238E27FC236}">
                    <a16:creationId xmlns:a16="http://schemas.microsoft.com/office/drawing/2014/main" id="{6FB5D595-CCC3-47E7-B8F1-88394EF1FD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14800" y="1423987"/>
                <a:ext cx="3946874" cy="3989641"/>
              </a:xfrm>
              <a:custGeom>
                <a:avLst/>
                <a:gdLst>
                  <a:gd name="connsiteX0" fmla="*/ 0 w 3946874"/>
                  <a:gd name="connsiteY0" fmla="*/ 3989641 h 3989641"/>
                  <a:gd name="connsiteX1" fmla="*/ 79439 w 3946874"/>
                  <a:gd name="connsiteY1" fmla="*/ 3891153 h 3989641"/>
                  <a:gd name="connsiteX2" fmla="*/ 297371 w 3946874"/>
                  <a:gd name="connsiteY2" fmla="*/ 3626930 h 3989641"/>
                  <a:gd name="connsiteX3" fmla="*/ 454343 w 3946874"/>
                  <a:gd name="connsiteY3" fmla="*/ 3440335 h 3989641"/>
                  <a:gd name="connsiteX4" fmla="*/ 622363 w 3946874"/>
                  <a:gd name="connsiteY4" fmla="*/ 3290697 h 3989641"/>
                  <a:gd name="connsiteX5" fmla="*/ 927068 w 3946874"/>
                  <a:gd name="connsiteY5" fmla="*/ 3087434 h 3989641"/>
                  <a:gd name="connsiteX6" fmla="*/ 1176338 w 3946874"/>
                  <a:gd name="connsiteY6" fmla="*/ 2915603 h 3989641"/>
                  <a:gd name="connsiteX7" fmla="*/ 1394270 w 3946874"/>
                  <a:gd name="connsiteY7" fmla="*/ 2780729 h 3989641"/>
                  <a:gd name="connsiteX8" fmla="*/ 1601057 w 3946874"/>
                  <a:gd name="connsiteY8" fmla="*/ 2723483 h 3989641"/>
                  <a:gd name="connsiteX9" fmla="*/ 1756220 w 3946874"/>
                  <a:gd name="connsiteY9" fmla="*/ 2743772 h 3989641"/>
                  <a:gd name="connsiteX10" fmla="*/ 1889189 w 3946874"/>
                  <a:gd name="connsiteY10" fmla="*/ 2765965 h 3989641"/>
                  <a:gd name="connsiteX11" fmla="*/ 2007394 w 3946874"/>
                  <a:gd name="connsiteY11" fmla="*/ 2765965 h 3989641"/>
                  <a:gd name="connsiteX12" fmla="*/ 2184654 w 3946874"/>
                  <a:gd name="connsiteY12" fmla="*/ 2671763 h 3989641"/>
                  <a:gd name="connsiteX13" fmla="*/ 2372773 w 3946874"/>
                  <a:gd name="connsiteY13" fmla="*/ 2538984 h 3989641"/>
                  <a:gd name="connsiteX14" fmla="*/ 2439543 w 3946874"/>
                  <a:gd name="connsiteY14" fmla="*/ 2510504 h 3989641"/>
                  <a:gd name="connsiteX15" fmla="*/ 2650617 w 3946874"/>
                  <a:gd name="connsiteY15" fmla="*/ 2434781 h 3989641"/>
                  <a:gd name="connsiteX16" fmla="*/ 2785110 w 3946874"/>
                  <a:gd name="connsiteY16" fmla="*/ 2383060 h 3989641"/>
                  <a:gd name="connsiteX17" fmla="*/ 2897315 w 3946874"/>
                  <a:gd name="connsiteY17" fmla="*/ 2318861 h 3989641"/>
                  <a:gd name="connsiteX18" fmla="*/ 2997994 w 3946874"/>
                  <a:gd name="connsiteY18" fmla="*/ 2226183 h 3989641"/>
                  <a:gd name="connsiteX19" fmla="*/ 3061240 w 3946874"/>
                  <a:gd name="connsiteY19" fmla="*/ 2141506 h 3989641"/>
                  <a:gd name="connsiteX20" fmla="*/ 3152108 w 3946874"/>
                  <a:gd name="connsiteY20" fmla="*/ 2005203 h 3989641"/>
                  <a:gd name="connsiteX21" fmla="*/ 3274124 w 3946874"/>
                  <a:gd name="connsiteY21" fmla="*/ 1871567 h 3989641"/>
                  <a:gd name="connsiteX22" fmla="*/ 3388138 w 3946874"/>
                  <a:gd name="connsiteY22" fmla="*/ 1770888 h 3989641"/>
                  <a:gd name="connsiteX23" fmla="*/ 3466529 w 3946874"/>
                  <a:gd name="connsiteY23" fmla="*/ 1679162 h 3989641"/>
                  <a:gd name="connsiteX24" fmla="*/ 3538633 w 3946874"/>
                  <a:gd name="connsiteY24" fmla="*/ 1551718 h 3989641"/>
                  <a:gd name="connsiteX25" fmla="*/ 3588544 w 3946874"/>
                  <a:gd name="connsiteY25" fmla="*/ 1376172 h 3989641"/>
                  <a:gd name="connsiteX26" fmla="*/ 3597402 w 3946874"/>
                  <a:gd name="connsiteY26" fmla="*/ 1293305 h 3989641"/>
                  <a:gd name="connsiteX27" fmla="*/ 3721227 w 3946874"/>
                  <a:gd name="connsiteY27" fmla="*/ 880491 h 3989641"/>
                  <a:gd name="connsiteX28" fmla="*/ 3761137 w 3946874"/>
                  <a:gd name="connsiteY28" fmla="*/ 463677 h 3989641"/>
                  <a:gd name="connsiteX29" fmla="*/ 3946874 w 3946874"/>
                  <a:gd name="connsiteY29" fmla="*/ 0 h 3989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3946874" h="3989641">
                    <a:moveTo>
                      <a:pt x="0" y="3989641"/>
                    </a:moveTo>
                    <a:cubicBezTo>
                      <a:pt x="19050" y="3957257"/>
                      <a:pt x="50959" y="3916013"/>
                      <a:pt x="79439" y="3891153"/>
                    </a:cubicBezTo>
                    <a:cubicBezTo>
                      <a:pt x="165544" y="3815906"/>
                      <a:pt x="227933" y="3717989"/>
                      <a:pt x="297371" y="3626930"/>
                    </a:cubicBezTo>
                    <a:cubicBezTo>
                      <a:pt x="346615" y="3562255"/>
                      <a:pt x="398050" y="3499009"/>
                      <a:pt x="454343" y="3440335"/>
                    </a:cubicBezTo>
                    <a:cubicBezTo>
                      <a:pt x="506349" y="3386042"/>
                      <a:pt x="562642" y="3336227"/>
                      <a:pt x="622363" y="3290697"/>
                    </a:cubicBezTo>
                    <a:cubicBezTo>
                      <a:pt x="719519" y="3216688"/>
                      <a:pt x="824960" y="3154585"/>
                      <a:pt x="927068" y="3087434"/>
                    </a:cubicBezTo>
                    <a:cubicBezTo>
                      <a:pt x="1011365" y="3031998"/>
                      <a:pt x="1093565" y="2973324"/>
                      <a:pt x="1176338" y="2915603"/>
                    </a:cubicBezTo>
                    <a:cubicBezTo>
                      <a:pt x="1246537" y="2866644"/>
                      <a:pt x="1317308" y="2818066"/>
                      <a:pt x="1394270" y="2780729"/>
                    </a:cubicBezTo>
                    <a:cubicBezTo>
                      <a:pt x="1459421" y="2749106"/>
                      <a:pt x="1528763" y="2724436"/>
                      <a:pt x="1601057" y="2723483"/>
                    </a:cubicBezTo>
                    <a:cubicBezTo>
                      <a:pt x="1653350" y="2722721"/>
                      <a:pt x="1704785" y="2733485"/>
                      <a:pt x="1756220" y="2743772"/>
                    </a:cubicBezTo>
                    <a:cubicBezTo>
                      <a:pt x="1800320" y="2752630"/>
                      <a:pt x="1844612" y="2760250"/>
                      <a:pt x="1889189" y="2765965"/>
                    </a:cubicBezTo>
                    <a:cubicBezTo>
                      <a:pt x="1928622" y="2771013"/>
                      <a:pt x="1968437" y="2773299"/>
                      <a:pt x="2007394" y="2765965"/>
                    </a:cubicBezTo>
                    <a:cubicBezTo>
                      <a:pt x="2073878" y="2753487"/>
                      <a:pt x="2130647" y="2712911"/>
                      <a:pt x="2184654" y="2671763"/>
                    </a:cubicBezTo>
                    <a:cubicBezTo>
                      <a:pt x="2245900" y="2625090"/>
                      <a:pt x="2304002" y="2573465"/>
                      <a:pt x="2372773" y="2538984"/>
                    </a:cubicBezTo>
                    <a:cubicBezTo>
                      <a:pt x="2394395" y="2528126"/>
                      <a:pt x="2416874" y="2518982"/>
                      <a:pt x="2439543" y="2510504"/>
                    </a:cubicBezTo>
                    <a:cubicBezTo>
                      <a:pt x="2509552" y="2484215"/>
                      <a:pt x="2580037" y="2459450"/>
                      <a:pt x="2650617" y="2434781"/>
                    </a:cubicBezTo>
                    <a:cubicBezTo>
                      <a:pt x="2695956" y="2418874"/>
                      <a:pt x="2741295" y="2402872"/>
                      <a:pt x="2785110" y="2383060"/>
                    </a:cubicBezTo>
                    <a:cubicBezTo>
                      <a:pt x="2824448" y="2365248"/>
                      <a:pt x="2862358" y="2344198"/>
                      <a:pt x="2897315" y="2318861"/>
                    </a:cubicBezTo>
                    <a:cubicBezTo>
                      <a:pt x="2934367" y="2292096"/>
                      <a:pt x="2968085" y="2260854"/>
                      <a:pt x="2997994" y="2226183"/>
                    </a:cubicBezTo>
                    <a:cubicBezTo>
                      <a:pt x="3020949" y="2199513"/>
                      <a:pt x="3041714" y="2170938"/>
                      <a:pt x="3061240" y="2141506"/>
                    </a:cubicBezTo>
                    <a:cubicBezTo>
                      <a:pt x="3091529" y="2095976"/>
                      <a:pt x="3119533" y="2049018"/>
                      <a:pt x="3152108" y="2005203"/>
                    </a:cubicBezTo>
                    <a:cubicBezTo>
                      <a:pt x="3188113" y="1956626"/>
                      <a:pt x="3229261" y="1912144"/>
                      <a:pt x="3274124" y="1871567"/>
                    </a:cubicBezTo>
                    <a:cubicBezTo>
                      <a:pt x="3311747" y="1837563"/>
                      <a:pt x="3351848" y="1806321"/>
                      <a:pt x="3388138" y="1770888"/>
                    </a:cubicBezTo>
                    <a:cubicBezTo>
                      <a:pt x="3416999" y="1742694"/>
                      <a:pt x="3443002" y="1711833"/>
                      <a:pt x="3466529" y="1679162"/>
                    </a:cubicBezTo>
                    <a:cubicBezTo>
                      <a:pt x="3495008" y="1639348"/>
                      <a:pt x="3519392" y="1596771"/>
                      <a:pt x="3538633" y="1551718"/>
                    </a:cubicBezTo>
                    <a:cubicBezTo>
                      <a:pt x="3562731" y="1495616"/>
                      <a:pt x="3578924" y="1436465"/>
                      <a:pt x="3588544" y="1376172"/>
                    </a:cubicBezTo>
                    <a:cubicBezTo>
                      <a:pt x="3592925" y="1348740"/>
                      <a:pt x="3595688" y="1321022"/>
                      <a:pt x="3597402" y="1293305"/>
                    </a:cubicBezTo>
                    <a:cubicBezTo>
                      <a:pt x="3605974" y="1155859"/>
                      <a:pt x="3717703" y="1018127"/>
                      <a:pt x="3721227" y="880491"/>
                    </a:cubicBezTo>
                    <a:cubicBezTo>
                      <a:pt x="3724751" y="740855"/>
                      <a:pt x="3743135" y="602171"/>
                      <a:pt x="3761137" y="463677"/>
                    </a:cubicBezTo>
                    <a:cubicBezTo>
                      <a:pt x="3776186" y="347758"/>
                      <a:pt x="3934968" y="116205"/>
                      <a:pt x="3946874" y="0"/>
                    </a:cubicBezTo>
                  </a:path>
                </a:pathLst>
              </a:custGeom>
              <a:noFill/>
              <a:ln w="9525" cap="rnd">
                <a:solidFill>
                  <a:schemeClr val="accent2">
                    <a:alpha val="35000"/>
                  </a:schemeClr>
                </a:solidFill>
                <a:prstDash val="lgDash"/>
                <a:round/>
              </a:ln>
            </p:spPr>
            <p:txBody>
              <a:bodyPr rtlCol="0" anchor="ctr"/>
              <a:lstStyle/>
              <a:p>
                <a:endParaRPr lang="en-US"/>
              </a:p>
            </p:txBody>
          </p:sp>
          <p:sp>
            <p:nvSpPr>
              <p:cNvPr id="87" name="Freeform: Shape 86">
                <a:extLst>
                  <a:ext uri="{FF2B5EF4-FFF2-40B4-BE49-F238E27FC236}">
                    <a16:creationId xmlns:a16="http://schemas.microsoft.com/office/drawing/2014/main" id="{E36CCDE7-57DC-4910-B815-A1C0C0D8D1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95978" y="2441733"/>
                <a:ext cx="3665410" cy="2985611"/>
              </a:xfrm>
              <a:custGeom>
                <a:avLst/>
                <a:gdLst>
                  <a:gd name="connsiteX0" fmla="*/ 0 w 3665410"/>
                  <a:gd name="connsiteY0" fmla="*/ 2985611 h 2985611"/>
                  <a:gd name="connsiteX1" fmla="*/ 166211 w 3665410"/>
                  <a:gd name="connsiteY1" fmla="*/ 2699766 h 2985611"/>
                  <a:gd name="connsiteX2" fmla="*/ 397002 w 3665410"/>
                  <a:gd name="connsiteY2" fmla="*/ 2414969 h 2985611"/>
                  <a:gd name="connsiteX3" fmla="*/ 620173 w 3665410"/>
                  <a:gd name="connsiteY3" fmla="*/ 2237899 h 2985611"/>
                  <a:gd name="connsiteX4" fmla="*/ 823341 w 3665410"/>
                  <a:gd name="connsiteY4" fmla="*/ 2085499 h 2985611"/>
                  <a:gd name="connsiteX5" fmla="*/ 1089565 w 3665410"/>
                  <a:gd name="connsiteY5" fmla="*/ 1911477 h 2985611"/>
                  <a:gd name="connsiteX6" fmla="*/ 1145000 w 3665410"/>
                  <a:gd name="connsiteY6" fmla="*/ 1886807 h 2985611"/>
                  <a:gd name="connsiteX7" fmla="*/ 1375791 w 3665410"/>
                  <a:gd name="connsiteY7" fmla="*/ 1842135 h 2985611"/>
                  <a:gd name="connsiteX8" fmla="*/ 1486567 w 3665410"/>
                  <a:gd name="connsiteY8" fmla="*/ 1857566 h 2985611"/>
                  <a:gd name="connsiteX9" fmla="*/ 1568101 w 3665410"/>
                  <a:gd name="connsiteY9" fmla="*/ 1871377 h 2985611"/>
                  <a:gd name="connsiteX10" fmla="*/ 1810607 w 3665410"/>
                  <a:gd name="connsiteY10" fmla="*/ 1871377 h 2985611"/>
                  <a:gd name="connsiteX11" fmla="*/ 1997964 w 3665410"/>
                  <a:gd name="connsiteY11" fmla="*/ 1790605 h 2985611"/>
                  <a:gd name="connsiteX12" fmla="*/ 2109883 w 3665410"/>
                  <a:gd name="connsiteY12" fmla="*/ 1702784 h 2985611"/>
                  <a:gd name="connsiteX13" fmla="*/ 2321433 w 3665410"/>
                  <a:gd name="connsiteY13" fmla="*/ 1552384 h 2985611"/>
                  <a:gd name="connsiteX14" fmla="*/ 2558891 w 3665410"/>
                  <a:gd name="connsiteY14" fmla="*/ 1453420 h 2985611"/>
                  <a:gd name="connsiteX15" fmla="*/ 2709767 w 3665410"/>
                  <a:gd name="connsiteY15" fmla="*/ 1377887 h 2985611"/>
                  <a:gd name="connsiteX16" fmla="*/ 2885408 w 3665410"/>
                  <a:gd name="connsiteY16" fmla="*/ 1237393 h 2985611"/>
                  <a:gd name="connsiteX17" fmla="*/ 3017711 w 3665410"/>
                  <a:gd name="connsiteY17" fmla="*/ 1072229 h 2985611"/>
                  <a:gd name="connsiteX18" fmla="*/ 3150680 w 3665410"/>
                  <a:gd name="connsiteY18" fmla="*/ 921830 h 2985611"/>
                  <a:gd name="connsiteX19" fmla="*/ 3255169 w 3665410"/>
                  <a:gd name="connsiteY19" fmla="*/ 801815 h 2985611"/>
                  <a:gd name="connsiteX20" fmla="*/ 3339275 w 3665410"/>
                  <a:gd name="connsiteY20" fmla="*/ 694182 h 2985611"/>
                  <a:gd name="connsiteX21" fmla="*/ 3409188 w 3665410"/>
                  <a:gd name="connsiteY21" fmla="*/ 546926 h 2985611"/>
                  <a:gd name="connsiteX22" fmla="*/ 3464243 w 3665410"/>
                  <a:gd name="connsiteY22" fmla="*/ 347663 h 2985611"/>
                  <a:gd name="connsiteX23" fmla="*/ 3665411 w 3665410"/>
                  <a:gd name="connsiteY23" fmla="*/ 0 h 2985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665410" h="2985611">
                    <a:moveTo>
                      <a:pt x="0" y="2985611"/>
                    </a:moveTo>
                    <a:cubicBezTo>
                      <a:pt x="0" y="2985611"/>
                      <a:pt x="86773" y="2802827"/>
                      <a:pt x="166211" y="2699766"/>
                    </a:cubicBezTo>
                    <a:cubicBezTo>
                      <a:pt x="240983" y="2602706"/>
                      <a:pt x="309182" y="2500122"/>
                      <a:pt x="397002" y="2414969"/>
                    </a:cubicBezTo>
                    <a:cubicBezTo>
                      <a:pt x="465296" y="2348865"/>
                      <a:pt x="543592" y="2294477"/>
                      <a:pt x="620173" y="2237899"/>
                    </a:cubicBezTo>
                    <a:cubicBezTo>
                      <a:pt x="688277" y="2187607"/>
                      <a:pt x="755333" y="2135886"/>
                      <a:pt x="823341" y="2085499"/>
                    </a:cubicBezTo>
                    <a:cubicBezTo>
                      <a:pt x="908685" y="2022253"/>
                      <a:pt x="994791" y="1959197"/>
                      <a:pt x="1089565" y="1911477"/>
                    </a:cubicBezTo>
                    <a:cubicBezTo>
                      <a:pt x="1107662" y="1902428"/>
                      <a:pt x="1126141" y="1894141"/>
                      <a:pt x="1145000" y="1886807"/>
                    </a:cubicBezTo>
                    <a:cubicBezTo>
                      <a:pt x="1218819" y="1858232"/>
                      <a:pt x="1296924" y="1838611"/>
                      <a:pt x="1375791" y="1842135"/>
                    </a:cubicBezTo>
                    <a:cubicBezTo>
                      <a:pt x="1413129" y="1843754"/>
                      <a:pt x="1449896" y="1850422"/>
                      <a:pt x="1486567" y="1857566"/>
                    </a:cubicBezTo>
                    <a:cubicBezTo>
                      <a:pt x="1513618" y="1862804"/>
                      <a:pt x="1540859" y="1867376"/>
                      <a:pt x="1568101" y="1871377"/>
                    </a:cubicBezTo>
                    <a:cubicBezTo>
                      <a:pt x="1648778" y="1883188"/>
                      <a:pt x="1730978" y="1887665"/>
                      <a:pt x="1810607" y="1871377"/>
                    </a:cubicBezTo>
                    <a:cubicBezTo>
                      <a:pt x="1877854" y="1857661"/>
                      <a:pt x="1941100" y="1829086"/>
                      <a:pt x="1997964" y="1790605"/>
                    </a:cubicBezTo>
                    <a:cubicBezTo>
                      <a:pt x="2037302" y="1764030"/>
                      <a:pt x="2073497" y="1733264"/>
                      <a:pt x="2109883" y="1702784"/>
                    </a:cubicBezTo>
                    <a:cubicBezTo>
                      <a:pt x="2176367" y="1647063"/>
                      <a:pt x="2244852" y="1593151"/>
                      <a:pt x="2321433" y="1552384"/>
                    </a:cubicBezTo>
                    <a:cubicBezTo>
                      <a:pt x="2397157" y="1512094"/>
                      <a:pt x="2479548" y="1486281"/>
                      <a:pt x="2558891" y="1453420"/>
                    </a:cubicBezTo>
                    <a:cubicBezTo>
                      <a:pt x="2610898" y="1431798"/>
                      <a:pt x="2661571" y="1407033"/>
                      <a:pt x="2709767" y="1377887"/>
                    </a:cubicBezTo>
                    <a:cubicBezTo>
                      <a:pt x="2774252" y="1338929"/>
                      <a:pt x="2834069" y="1292447"/>
                      <a:pt x="2885408" y="1237393"/>
                    </a:cubicBezTo>
                    <a:cubicBezTo>
                      <a:pt x="2933605" y="1185767"/>
                      <a:pt x="2973324" y="1127093"/>
                      <a:pt x="3017711" y="1072229"/>
                    </a:cubicBezTo>
                    <a:cubicBezTo>
                      <a:pt x="3059811" y="1020223"/>
                      <a:pt x="3105912" y="971645"/>
                      <a:pt x="3150680" y="921830"/>
                    </a:cubicBezTo>
                    <a:cubicBezTo>
                      <a:pt x="3186113" y="882396"/>
                      <a:pt x="3220593" y="842010"/>
                      <a:pt x="3255169" y="801815"/>
                    </a:cubicBezTo>
                    <a:cubicBezTo>
                      <a:pt x="3284887" y="767239"/>
                      <a:pt x="3314605" y="732473"/>
                      <a:pt x="3339275" y="694182"/>
                    </a:cubicBezTo>
                    <a:cubicBezTo>
                      <a:pt x="3368707" y="648367"/>
                      <a:pt x="3390138" y="597980"/>
                      <a:pt x="3409188" y="546926"/>
                    </a:cubicBezTo>
                    <a:cubicBezTo>
                      <a:pt x="3433382" y="482156"/>
                      <a:pt x="3453384" y="415861"/>
                      <a:pt x="3464243" y="347663"/>
                    </a:cubicBezTo>
                    <a:cubicBezTo>
                      <a:pt x="3476244" y="272224"/>
                      <a:pt x="3661696" y="76295"/>
                      <a:pt x="3665411" y="0"/>
                    </a:cubicBezTo>
                  </a:path>
                </a:pathLst>
              </a:custGeom>
              <a:noFill/>
              <a:ln w="9525" cap="rnd">
                <a:solidFill>
                  <a:schemeClr val="accent2">
                    <a:alpha val="35000"/>
                  </a:schemeClr>
                </a:solidFill>
                <a:prstDash val="lgDash"/>
                <a:round/>
              </a:ln>
            </p:spPr>
            <p:txBody>
              <a:bodyPr rtlCol="0" anchor="ctr"/>
              <a:lstStyle/>
              <a:p>
                <a:endParaRPr lang="en-US"/>
              </a:p>
            </p:txBody>
          </p:sp>
          <p:sp>
            <p:nvSpPr>
              <p:cNvPr id="88" name="Freeform: Shape 87">
                <a:extLst>
                  <a:ext uri="{FF2B5EF4-FFF2-40B4-BE49-F238E27FC236}">
                    <a16:creationId xmlns:a16="http://schemas.microsoft.com/office/drawing/2014/main" id="{005B41E5-C3EB-4C22-B6DE-8928C8314E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90402" y="5229700"/>
                <a:ext cx="285940" cy="199072"/>
              </a:xfrm>
              <a:custGeom>
                <a:avLst/>
                <a:gdLst>
                  <a:gd name="connsiteX0" fmla="*/ 0 w 285940"/>
                  <a:gd name="connsiteY0" fmla="*/ 199073 h 199072"/>
                  <a:gd name="connsiteX1" fmla="*/ 285940 w 285940"/>
                  <a:gd name="connsiteY1" fmla="*/ 0 h 199072"/>
                </a:gdLst>
                <a:ahLst/>
                <a:cxnLst>
                  <a:cxn ang="0">
                    <a:pos x="connsiteX0" y="connsiteY0"/>
                  </a:cxn>
                  <a:cxn ang="0">
                    <a:pos x="connsiteX1" y="connsiteY1"/>
                  </a:cxn>
                </a:cxnLst>
                <a:rect l="l" t="t" r="r" b="b"/>
                <a:pathLst>
                  <a:path w="285940" h="199072">
                    <a:moveTo>
                      <a:pt x="0" y="199073"/>
                    </a:moveTo>
                    <a:cubicBezTo>
                      <a:pt x="0" y="199073"/>
                      <a:pt x="242125" y="39243"/>
                      <a:pt x="285940" y="0"/>
                    </a:cubicBezTo>
                  </a:path>
                </a:pathLst>
              </a:custGeom>
              <a:noFill/>
              <a:ln w="9525" cap="rnd">
                <a:solidFill>
                  <a:schemeClr val="accent2">
                    <a:alpha val="35000"/>
                  </a:schemeClr>
                </a:solidFill>
                <a:prstDash val="lgDash"/>
                <a:round/>
              </a:ln>
            </p:spPr>
            <p:txBody>
              <a:bodyPr rtlCol="0" anchor="ctr"/>
              <a:lstStyle/>
              <a:p>
                <a:endParaRPr lang="en-US"/>
              </a:p>
            </p:txBody>
          </p:sp>
          <p:sp>
            <p:nvSpPr>
              <p:cNvPr id="89" name="Freeform: Shape 88">
                <a:extLst>
                  <a:ext uri="{FF2B5EF4-FFF2-40B4-BE49-F238E27FC236}">
                    <a16:creationId xmlns:a16="http://schemas.microsoft.com/office/drawing/2014/main" id="{CC24D105-2918-455F-B496-92D82E1BD04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393114" y="5049773"/>
                <a:ext cx="655796" cy="381190"/>
              </a:xfrm>
              <a:custGeom>
                <a:avLst/>
                <a:gdLst>
                  <a:gd name="connsiteX0" fmla="*/ 0 w 655796"/>
                  <a:gd name="connsiteY0" fmla="*/ 381190 h 381190"/>
                  <a:gd name="connsiteX1" fmla="*/ 655796 w 655796"/>
                  <a:gd name="connsiteY1" fmla="*/ 0 h 381190"/>
                </a:gdLst>
                <a:ahLst/>
                <a:cxnLst>
                  <a:cxn ang="0">
                    <a:pos x="connsiteX0" y="connsiteY0"/>
                  </a:cxn>
                  <a:cxn ang="0">
                    <a:pos x="connsiteX1" y="connsiteY1"/>
                  </a:cxn>
                </a:cxnLst>
                <a:rect l="l" t="t" r="r" b="b"/>
                <a:pathLst>
                  <a:path w="655796" h="381190">
                    <a:moveTo>
                      <a:pt x="0" y="381190"/>
                    </a:moveTo>
                    <a:cubicBezTo>
                      <a:pt x="0" y="381190"/>
                      <a:pt x="461105" y="172117"/>
                      <a:pt x="655796" y="0"/>
                    </a:cubicBezTo>
                  </a:path>
                </a:pathLst>
              </a:custGeom>
              <a:noFill/>
              <a:ln w="9525" cap="rnd">
                <a:solidFill>
                  <a:schemeClr val="accent2">
                    <a:alpha val="35000"/>
                  </a:schemeClr>
                </a:solidFill>
                <a:prstDash val="lgDash"/>
                <a:round/>
              </a:ln>
            </p:spPr>
            <p:txBody>
              <a:bodyPr rtlCol="0" anchor="ctr"/>
              <a:lstStyle/>
              <a:p>
                <a:endParaRPr lang="en-US"/>
              </a:p>
            </p:txBody>
          </p:sp>
          <p:sp>
            <p:nvSpPr>
              <p:cNvPr id="90" name="Freeform: Shape 89">
                <a:extLst>
                  <a:ext uri="{FF2B5EF4-FFF2-40B4-BE49-F238E27FC236}">
                    <a16:creationId xmlns:a16="http://schemas.microsoft.com/office/drawing/2014/main" id="{9FA8C24E-CE9B-4872-9D15-D4B4A24D54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154072" y="3867816"/>
                <a:ext cx="2907315" cy="1544764"/>
              </a:xfrm>
              <a:custGeom>
                <a:avLst/>
                <a:gdLst>
                  <a:gd name="connsiteX0" fmla="*/ 0 w 2907315"/>
                  <a:gd name="connsiteY0" fmla="*/ 1544764 h 1544764"/>
                  <a:gd name="connsiteX1" fmla="*/ 201644 w 2907315"/>
                  <a:gd name="connsiteY1" fmla="*/ 1352550 h 1544764"/>
                  <a:gd name="connsiteX2" fmla="*/ 423196 w 2907315"/>
                  <a:gd name="connsiteY2" fmla="*/ 1196054 h 1544764"/>
                  <a:gd name="connsiteX3" fmla="*/ 782193 w 2907315"/>
                  <a:gd name="connsiteY3" fmla="*/ 1099947 h 1544764"/>
                  <a:gd name="connsiteX4" fmla="*/ 1052513 w 2907315"/>
                  <a:gd name="connsiteY4" fmla="*/ 1042321 h 1544764"/>
                  <a:gd name="connsiteX5" fmla="*/ 1311783 w 2907315"/>
                  <a:gd name="connsiteY5" fmla="*/ 1056037 h 1544764"/>
                  <a:gd name="connsiteX6" fmla="*/ 1484662 w 2907315"/>
                  <a:gd name="connsiteY6" fmla="*/ 1083469 h 1544764"/>
                  <a:gd name="connsiteX7" fmla="*/ 1788224 w 2907315"/>
                  <a:gd name="connsiteY7" fmla="*/ 1023080 h 1544764"/>
                  <a:gd name="connsiteX8" fmla="*/ 2269045 w 2907315"/>
                  <a:gd name="connsiteY8" fmla="*/ 734758 h 1544764"/>
                  <a:gd name="connsiteX9" fmla="*/ 2534984 w 2907315"/>
                  <a:gd name="connsiteY9" fmla="*/ 572738 h 1544764"/>
                  <a:gd name="connsiteX10" fmla="*/ 2907316 w 2907315"/>
                  <a:gd name="connsiteY10" fmla="*/ 0 h 1544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907315" h="1544764">
                    <a:moveTo>
                      <a:pt x="0" y="1544764"/>
                    </a:moveTo>
                    <a:cubicBezTo>
                      <a:pt x="0" y="1544764"/>
                      <a:pt x="98012" y="1443990"/>
                      <a:pt x="201644" y="1352550"/>
                    </a:cubicBezTo>
                    <a:cubicBezTo>
                      <a:pt x="271272" y="1291209"/>
                      <a:pt x="343662" y="1234249"/>
                      <a:pt x="423196" y="1196054"/>
                    </a:cubicBezTo>
                    <a:cubicBezTo>
                      <a:pt x="537591" y="1141095"/>
                      <a:pt x="661226" y="1127189"/>
                      <a:pt x="782193" y="1099947"/>
                    </a:cubicBezTo>
                    <a:cubicBezTo>
                      <a:pt x="872300" y="1079659"/>
                      <a:pt x="961358" y="1051370"/>
                      <a:pt x="1052513" y="1042321"/>
                    </a:cubicBezTo>
                    <a:cubicBezTo>
                      <a:pt x="1139000" y="1033653"/>
                      <a:pt x="1225868" y="1040321"/>
                      <a:pt x="1311783" y="1056037"/>
                    </a:cubicBezTo>
                    <a:cubicBezTo>
                      <a:pt x="1369314" y="1066609"/>
                      <a:pt x="1426559" y="1079373"/>
                      <a:pt x="1484662" y="1083469"/>
                    </a:cubicBezTo>
                    <a:cubicBezTo>
                      <a:pt x="1587913" y="1090803"/>
                      <a:pt x="1690402" y="1064800"/>
                      <a:pt x="1788224" y="1023080"/>
                    </a:cubicBezTo>
                    <a:cubicBezTo>
                      <a:pt x="1956721" y="951262"/>
                      <a:pt x="2106549" y="825722"/>
                      <a:pt x="2269045" y="734758"/>
                    </a:cubicBezTo>
                    <a:cubicBezTo>
                      <a:pt x="2359438" y="684181"/>
                      <a:pt x="2452497" y="640556"/>
                      <a:pt x="2534984" y="572738"/>
                    </a:cubicBezTo>
                    <a:cubicBezTo>
                      <a:pt x="2673001" y="459391"/>
                      <a:pt x="2847023" y="191453"/>
                      <a:pt x="2907316" y="0"/>
                    </a:cubicBezTo>
                  </a:path>
                </a:pathLst>
              </a:custGeom>
              <a:noFill/>
              <a:ln w="9525" cap="rnd">
                <a:solidFill>
                  <a:schemeClr val="accent2">
                    <a:alpha val="35000"/>
                  </a:schemeClr>
                </a:solidFill>
                <a:prstDash val="lgDash"/>
                <a:round/>
              </a:ln>
            </p:spPr>
            <p:txBody>
              <a:bodyPr rtlCol="0" anchor="ctr"/>
              <a:lstStyle/>
              <a:p>
                <a:endParaRPr lang="en-US"/>
              </a:p>
            </p:txBody>
          </p:sp>
          <p:sp>
            <p:nvSpPr>
              <p:cNvPr id="91" name="Freeform: Shape 90">
                <a:extLst>
                  <a:ext uri="{FF2B5EF4-FFF2-40B4-BE49-F238E27FC236}">
                    <a16:creationId xmlns:a16="http://schemas.microsoft.com/office/drawing/2014/main" id="{60726FA3-32BA-48EA-8DCB-23BBFC71884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07946" y="3479100"/>
                <a:ext cx="3168300" cy="1952434"/>
              </a:xfrm>
              <a:custGeom>
                <a:avLst/>
                <a:gdLst>
                  <a:gd name="connsiteX0" fmla="*/ 0 w 3168300"/>
                  <a:gd name="connsiteY0" fmla="*/ 1952435 h 1952434"/>
                  <a:gd name="connsiteX1" fmla="*/ 202121 w 3168300"/>
                  <a:gd name="connsiteY1" fmla="*/ 1687068 h 1952434"/>
                  <a:gd name="connsiteX2" fmla="*/ 545116 w 3168300"/>
                  <a:gd name="connsiteY2" fmla="*/ 1450277 h 1952434"/>
                  <a:gd name="connsiteX3" fmla="*/ 906780 w 3168300"/>
                  <a:gd name="connsiteY3" fmla="*/ 1354455 h 1952434"/>
                  <a:gd name="connsiteX4" fmla="*/ 1332262 w 3168300"/>
                  <a:gd name="connsiteY4" fmla="*/ 1285304 h 1952434"/>
                  <a:gd name="connsiteX5" fmla="*/ 1691259 w 3168300"/>
                  <a:gd name="connsiteY5" fmla="*/ 1240060 h 1952434"/>
                  <a:gd name="connsiteX6" fmla="*/ 2010346 w 3168300"/>
                  <a:gd name="connsiteY6" fmla="*/ 1141667 h 1952434"/>
                  <a:gd name="connsiteX7" fmla="*/ 2393252 w 3168300"/>
                  <a:gd name="connsiteY7" fmla="*/ 1027271 h 1952434"/>
                  <a:gd name="connsiteX8" fmla="*/ 2582037 w 3168300"/>
                  <a:gd name="connsiteY8" fmla="*/ 958120 h 1952434"/>
                  <a:gd name="connsiteX9" fmla="*/ 2760155 w 3168300"/>
                  <a:gd name="connsiteY9" fmla="*/ 827723 h 1952434"/>
                  <a:gd name="connsiteX10" fmla="*/ 2914364 w 3168300"/>
                  <a:gd name="connsiteY10" fmla="*/ 567023 h 1952434"/>
                  <a:gd name="connsiteX11" fmla="*/ 3168301 w 3168300"/>
                  <a:gd name="connsiteY11" fmla="*/ 0 h 1952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68300" h="1952434">
                    <a:moveTo>
                      <a:pt x="0" y="1952435"/>
                    </a:moveTo>
                    <a:cubicBezTo>
                      <a:pt x="0" y="1952435"/>
                      <a:pt x="91059" y="1796415"/>
                      <a:pt x="202121" y="1687068"/>
                    </a:cubicBezTo>
                    <a:cubicBezTo>
                      <a:pt x="301943" y="1588675"/>
                      <a:pt x="416528" y="1505617"/>
                      <a:pt x="545116" y="1450277"/>
                    </a:cubicBezTo>
                    <a:cubicBezTo>
                      <a:pt x="659987" y="1400747"/>
                      <a:pt x="783622" y="1377601"/>
                      <a:pt x="906780" y="1354455"/>
                    </a:cubicBezTo>
                    <a:cubicBezTo>
                      <a:pt x="1048036" y="1327976"/>
                      <a:pt x="1189482" y="1301972"/>
                      <a:pt x="1332262" y="1285304"/>
                    </a:cubicBezTo>
                    <a:cubicBezTo>
                      <a:pt x="1452182" y="1271302"/>
                      <a:pt x="1573340" y="1265873"/>
                      <a:pt x="1691259" y="1240060"/>
                    </a:cubicBezTo>
                    <a:cubicBezTo>
                      <a:pt x="1800035" y="1216247"/>
                      <a:pt x="1904619" y="1176718"/>
                      <a:pt x="2010346" y="1141667"/>
                    </a:cubicBezTo>
                    <a:cubicBezTo>
                      <a:pt x="2136743" y="1099661"/>
                      <a:pt x="2265902" y="1066229"/>
                      <a:pt x="2393252" y="1027271"/>
                    </a:cubicBezTo>
                    <a:cubicBezTo>
                      <a:pt x="2457450" y="1007650"/>
                      <a:pt x="2521744" y="987552"/>
                      <a:pt x="2582037" y="958120"/>
                    </a:cubicBezTo>
                    <a:cubicBezTo>
                      <a:pt x="2648807" y="925449"/>
                      <a:pt x="2710815" y="883349"/>
                      <a:pt x="2760155" y="827723"/>
                    </a:cubicBezTo>
                    <a:cubicBezTo>
                      <a:pt x="2827496" y="751904"/>
                      <a:pt x="2867978" y="657511"/>
                      <a:pt x="2914364" y="567023"/>
                    </a:cubicBezTo>
                    <a:cubicBezTo>
                      <a:pt x="2972753" y="453200"/>
                      <a:pt x="3119152" y="118015"/>
                      <a:pt x="3168301" y="0"/>
                    </a:cubicBezTo>
                  </a:path>
                </a:pathLst>
              </a:custGeom>
              <a:noFill/>
              <a:ln w="9525" cap="rnd">
                <a:solidFill>
                  <a:schemeClr val="accent2">
                    <a:alpha val="35000"/>
                  </a:schemeClr>
                </a:solidFill>
                <a:prstDash val="lgDash"/>
                <a:round/>
              </a:ln>
            </p:spPr>
            <p:txBody>
              <a:bodyPr rtlCol="0" anchor="ctr"/>
              <a:lstStyle/>
              <a:p>
                <a:endParaRPr lang="en-US"/>
              </a:p>
            </p:txBody>
          </p:sp>
          <p:sp>
            <p:nvSpPr>
              <p:cNvPr id="92" name="Freeform: Shape 91">
                <a:extLst>
                  <a:ext uri="{FF2B5EF4-FFF2-40B4-BE49-F238E27FC236}">
                    <a16:creationId xmlns:a16="http://schemas.microsoft.com/office/drawing/2014/main" id="{BEB3500D-7293-48F7-8F7E-D60FF252C1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04778" y="2976752"/>
                <a:ext cx="3356800" cy="2452020"/>
              </a:xfrm>
              <a:custGeom>
                <a:avLst/>
                <a:gdLst>
                  <a:gd name="connsiteX0" fmla="*/ 0 w 3356800"/>
                  <a:gd name="connsiteY0" fmla="*/ 2452021 h 2452020"/>
                  <a:gd name="connsiteX1" fmla="*/ 130874 w 3356800"/>
                  <a:gd name="connsiteY1" fmla="*/ 2247710 h 2452020"/>
                  <a:gd name="connsiteX2" fmla="*/ 437197 w 3356800"/>
                  <a:gd name="connsiteY2" fmla="*/ 1941195 h 2452020"/>
                  <a:gd name="connsiteX3" fmla="*/ 737140 w 3356800"/>
                  <a:gd name="connsiteY3" fmla="*/ 1736884 h 2452020"/>
                  <a:gd name="connsiteX4" fmla="*/ 1031843 w 3356800"/>
                  <a:gd name="connsiteY4" fmla="*/ 1685068 h 2452020"/>
                  <a:gd name="connsiteX5" fmla="*/ 1287304 w 3356800"/>
                  <a:gd name="connsiteY5" fmla="*/ 1655826 h 2452020"/>
                  <a:gd name="connsiteX6" fmla="*/ 1471994 w 3356800"/>
                  <a:gd name="connsiteY6" fmla="*/ 1634300 h 2452020"/>
                  <a:gd name="connsiteX7" fmla="*/ 1898237 w 3356800"/>
                  <a:gd name="connsiteY7" fmla="*/ 1512665 h 2452020"/>
                  <a:gd name="connsiteX8" fmla="*/ 2229136 w 3356800"/>
                  <a:gd name="connsiteY8" fmla="*/ 1355598 h 2452020"/>
                  <a:gd name="connsiteX9" fmla="*/ 2512314 w 3356800"/>
                  <a:gd name="connsiteY9" fmla="*/ 1238631 h 2452020"/>
                  <a:gd name="connsiteX10" fmla="*/ 2758535 w 3356800"/>
                  <a:gd name="connsiteY10" fmla="*/ 1096994 h 2452020"/>
                  <a:gd name="connsiteX11" fmla="*/ 2935510 w 3356800"/>
                  <a:gd name="connsiteY11" fmla="*/ 919925 h 2452020"/>
                  <a:gd name="connsiteX12" fmla="*/ 3081719 w 3356800"/>
                  <a:gd name="connsiteY12" fmla="*/ 687419 h 2452020"/>
                  <a:gd name="connsiteX13" fmla="*/ 3356800 w 3356800"/>
                  <a:gd name="connsiteY13" fmla="*/ 0 h 245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56800" h="2452020">
                    <a:moveTo>
                      <a:pt x="0" y="2452021"/>
                    </a:moveTo>
                    <a:cubicBezTo>
                      <a:pt x="0" y="2452021"/>
                      <a:pt x="57150" y="2344198"/>
                      <a:pt x="130874" y="2247710"/>
                    </a:cubicBezTo>
                    <a:cubicBezTo>
                      <a:pt x="218694" y="2132648"/>
                      <a:pt x="328136" y="2036635"/>
                      <a:pt x="437197" y="1941195"/>
                    </a:cubicBezTo>
                    <a:cubicBezTo>
                      <a:pt x="529304" y="1860709"/>
                      <a:pt x="623030" y="1779556"/>
                      <a:pt x="737140" y="1736884"/>
                    </a:cubicBezTo>
                    <a:cubicBezTo>
                      <a:pt x="830866" y="1701736"/>
                      <a:pt x="932021" y="1695450"/>
                      <a:pt x="1031843" y="1685068"/>
                    </a:cubicBezTo>
                    <a:cubicBezTo>
                      <a:pt x="1117092" y="1676210"/>
                      <a:pt x="1202055" y="1665160"/>
                      <a:pt x="1287304" y="1655826"/>
                    </a:cubicBezTo>
                    <a:cubicBezTo>
                      <a:pt x="1348931" y="1649063"/>
                      <a:pt x="1410653" y="1643539"/>
                      <a:pt x="1471994" y="1634300"/>
                    </a:cubicBezTo>
                    <a:cubicBezTo>
                      <a:pt x="1618679" y="1612011"/>
                      <a:pt x="1761935" y="1571149"/>
                      <a:pt x="1898237" y="1512665"/>
                    </a:cubicBezTo>
                    <a:cubicBezTo>
                      <a:pt x="2010442" y="1464564"/>
                      <a:pt x="2117503" y="1405128"/>
                      <a:pt x="2229136" y="1355598"/>
                    </a:cubicBezTo>
                    <a:cubicBezTo>
                      <a:pt x="2322481" y="1314164"/>
                      <a:pt x="2418969" y="1280160"/>
                      <a:pt x="2512314" y="1238631"/>
                    </a:cubicBezTo>
                    <a:cubicBezTo>
                      <a:pt x="2599087" y="1199960"/>
                      <a:pt x="2683193" y="1154811"/>
                      <a:pt x="2758535" y="1096994"/>
                    </a:cubicBezTo>
                    <a:cubicBezTo>
                      <a:pt x="2825020" y="1046035"/>
                      <a:pt x="2883789" y="985837"/>
                      <a:pt x="2935510" y="919925"/>
                    </a:cubicBezTo>
                    <a:cubicBezTo>
                      <a:pt x="2992184" y="847725"/>
                      <a:pt x="3039904" y="769144"/>
                      <a:pt x="3081719" y="687419"/>
                    </a:cubicBezTo>
                    <a:cubicBezTo>
                      <a:pt x="3138297" y="576739"/>
                      <a:pt x="3314129" y="116776"/>
                      <a:pt x="3356800" y="0"/>
                    </a:cubicBezTo>
                  </a:path>
                </a:pathLst>
              </a:custGeom>
              <a:noFill/>
              <a:ln w="9525" cap="rnd">
                <a:solidFill>
                  <a:schemeClr val="accent2">
                    <a:alpha val="35000"/>
                  </a:schemeClr>
                </a:solidFill>
                <a:prstDash val="lgDash"/>
                <a:round/>
              </a:ln>
            </p:spPr>
            <p:txBody>
              <a:bodyPr rtlCol="0" anchor="ctr"/>
              <a:lstStyle/>
              <a:p>
                <a:endParaRPr lang="en-US"/>
              </a:p>
            </p:txBody>
          </p:sp>
        </p:grpSp>
        <p:sp>
          <p:nvSpPr>
            <p:cNvPr id="85" name="Freeform: Shape 84">
              <a:extLst>
                <a:ext uri="{FF2B5EF4-FFF2-40B4-BE49-F238E27FC236}">
                  <a16:creationId xmlns:a16="http://schemas.microsoft.com/office/drawing/2014/main" id="{C1D84803-4454-41CE-AFB6-4477054653F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980400" y="5197178"/>
              <a:ext cx="4211600" cy="1660822"/>
            </a:xfrm>
            <a:custGeom>
              <a:avLst/>
              <a:gdLst>
                <a:gd name="connsiteX0" fmla="*/ 4211600 w 4211600"/>
                <a:gd name="connsiteY0" fmla="*/ 0 h 1660822"/>
                <a:gd name="connsiteX1" fmla="*/ 4211600 w 4211600"/>
                <a:gd name="connsiteY1" fmla="*/ 58430 h 1660822"/>
                <a:gd name="connsiteX2" fmla="*/ 4136524 w 4211600"/>
                <a:gd name="connsiteY2" fmla="*/ 208808 h 1660822"/>
                <a:gd name="connsiteX3" fmla="*/ 3973354 w 4211600"/>
                <a:gd name="connsiteY3" fmla="*/ 437313 h 1660822"/>
                <a:gd name="connsiteX4" fmla="*/ 3884746 w 4211600"/>
                <a:gd name="connsiteY4" fmla="*/ 553613 h 1660822"/>
                <a:gd name="connsiteX5" fmla="*/ 3849435 w 4211600"/>
                <a:gd name="connsiteY5" fmla="*/ 603143 h 1660822"/>
                <a:gd name="connsiteX6" fmla="*/ 3661849 w 4211600"/>
                <a:gd name="connsiteY6" fmla="*/ 819075 h 1660822"/>
                <a:gd name="connsiteX7" fmla="*/ 3402589 w 4211600"/>
                <a:gd name="connsiteY7" fmla="*/ 952996 h 1660822"/>
                <a:gd name="connsiteX8" fmla="*/ 3130202 w 4211600"/>
                <a:gd name="connsiteY8" fmla="*/ 1023386 h 1660822"/>
                <a:gd name="connsiteX9" fmla="*/ 2914657 w 4211600"/>
                <a:gd name="connsiteY9" fmla="*/ 1068058 h 1660822"/>
                <a:gd name="connsiteX10" fmla="*/ 2582149 w 4211600"/>
                <a:gd name="connsiteY10" fmla="*/ 1138924 h 1660822"/>
                <a:gd name="connsiteX11" fmla="*/ 2483958 w 4211600"/>
                <a:gd name="connsiteY11" fmla="*/ 1162356 h 1660822"/>
                <a:gd name="connsiteX12" fmla="*/ 2123750 w 4211600"/>
                <a:gd name="connsiteY12" fmla="*/ 1238651 h 1660822"/>
                <a:gd name="connsiteX13" fmla="*/ 1761444 w 4211600"/>
                <a:gd name="connsiteY13" fmla="*/ 1273417 h 1660822"/>
                <a:gd name="connsiteX14" fmla="*/ 1608382 w 4211600"/>
                <a:gd name="connsiteY14" fmla="*/ 1284466 h 1660822"/>
                <a:gd name="connsiteX15" fmla="*/ 999942 w 4211600"/>
                <a:gd name="connsiteY15" fmla="*/ 1354284 h 1660822"/>
                <a:gd name="connsiteX16" fmla="*/ 484705 w 4211600"/>
                <a:gd name="connsiteY16" fmla="*/ 1450487 h 1660822"/>
                <a:gd name="connsiteX17" fmla="*/ 113310 w 4211600"/>
                <a:gd name="connsiteY17" fmla="*/ 1613700 h 1660822"/>
                <a:gd name="connsiteX18" fmla="*/ 39668 w 4211600"/>
                <a:gd name="connsiteY18" fmla="*/ 1660822 h 1660822"/>
                <a:gd name="connsiteX19" fmla="*/ 0 w 4211600"/>
                <a:gd name="connsiteY19" fmla="*/ 1660822 h 1660822"/>
                <a:gd name="connsiteX20" fmla="*/ 96701 w 4211600"/>
                <a:gd name="connsiteY20" fmla="*/ 1598934 h 1660822"/>
                <a:gd name="connsiteX21" fmla="*/ 474335 w 4211600"/>
                <a:gd name="connsiteY21" fmla="*/ 1433056 h 1660822"/>
                <a:gd name="connsiteX22" fmla="*/ 994299 w 4211600"/>
                <a:gd name="connsiteY22" fmla="*/ 1335806 h 1660822"/>
                <a:gd name="connsiteX23" fmla="*/ 1605231 w 4211600"/>
                <a:gd name="connsiteY23" fmla="*/ 1265702 h 1660822"/>
                <a:gd name="connsiteX24" fmla="*/ 1758819 w 4211600"/>
                <a:gd name="connsiteY24" fmla="*/ 1254558 h 1660822"/>
                <a:gd name="connsiteX25" fmla="*/ 2118106 w 4211600"/>
                <a:gd name="connsiteY25" fmla="*/ 1220077 h 1660822"/>
                <a:gd name="connsiteX26" fmla="*/ 2475557 w 4211600"/>
                <a:gd name="connsiteY26" fmla="*/ 1144353 h 1660822"/>
                <a:gd name="connsiteX27" fmla="*/ 2573878 w 4211600"/>
                <a:gd name="connsiteY27" fmla="*/ 1120827 h 1660822"/>
                <a:gd name="connsiteX28" fmla="*/ 2907437 w 4211600"/>
                <a:gd name="connsiteY28" fmla="*/ 1049675 h 1660822"/>
                <a:gd name="connsiteX29" fmla="*/ 3122589 w 4211600"/>
                <a:gd name="connsiteY29" fmla="*/ 1005098 h 1660822"/>
                <a:gd name="connsiteX30" fmla="*/ 3391169 w 4211600"/>
                <a:gd name="connsiteY30" fmla="*/ 935756 h 1660822"/>
                <a:gd name="connsiteX31" fmla="*/ 3642290 w 4211600"/>
                <a:gd name="connsiteY31" fmla="*/ 806216 h 1660822"/>
                <a:gd name="connsiteX32" fmla="*/ 3825937 w 4211600"/>
                <a:gd name="connsiteY32" fmla="*/ 594475 h 1660822"/>
                <a:gd name="connsiteX33" fmla="*/ 3861381 w 4211600"/>
                <a:gd name="connsiteY33" fmla="*/ 544755 h 1660822"/>
                <a:gd name="connsiteX34" fmla="*/ 3950381 w 4211600"/>
                <a:gd name="connsiteY34" fmla="*/ 427978 h 1660822"/>
                <a:gd name="connsiteX35" fmla="*/ 4112370 w 4211600"/>
                <a:gd name="connsiteY35" fmla="*/ 201378 h 1660822"/>
                <a:gd name="connsiteX36" fmla="*/ 4195989 w 4211600"/>
                <a:gd name="connsiteY36" fmla="*/ 33834 h 1660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4211600" h="1660822">
                  <a:moveTo>
                    <a:pt x="4211600" y="0"/>
                  </a:moveTo>
                  <a:lnTo>
                    <a:pt x="4211600" y="58430"/>
                  </a:lnTo>
                  <a:lnTo>
                    <a:pt x="4136524" y="208808"/>
                  </a:lnTo>
                  <a:cubicBezTo>
                    <a:pt x="4089791" y="287770"/>
                    <a:pt x="4030588" y="363780"/>
                    <a:pt x="3973354" y="437313"/>
                  </a:cubicBezTo>
                  <a:cubicBezTo>
                    <a:pt x="3943819" y="475222"/>
                    <a:pt x="3913231" y="514465"/>
                    <a:pt x="3884746" y="553613"/>
                  </a:cubicBezTo>
                  <a:cubicBezTo>
                    <a:pt x="3872801" y="569996"/>
                    <a:pt x="3861119" y="586569"/>
                    <a:pt x="3849435" y="603143"/>
                  </a:cubicBezTo>
                  <a:cubicBezTo>
                    <a:pt x="3796665" y="678009"/>
                    <a:pt x="3742187" y="755352"/>
                    <a:pt x="3661849" y="819075"/>
                  </a:cubicBezTo>
                  <a:cubicBezTo>
                    <a:pt x="3596214" y="871176"/>
                    <a:pt x="3509050" y="916230"/>
                    <a:pt x="3402589" y="952996"/>
                  </a:cubicBezTo>
                  <a:cubicBezTo>
                    <a:pt x="3312406" y="984048"/>
                    <a:pt x="3215660" y="1005003"/>
                    <a:pt x="3130202" y="1023386"/>
                  </a:cubicBezTo>
                  <a:cubicBezTo>
                    <a:pt x="3058529" y="1038816"/>
                    <a:pt x="2985412" y="1053675"/>
                    <a:pt x="2914657" y="1068058"/>
                  </a:cubicBezTo>
                  <a:cubicBezTo>
                    <a:pt x="2805176" y="1090251"/>
                    <a:pt x="2692021" y="1113207"/>
                    <a:pt x="2582149" y="1138924"/>
                  </a:cubicBezTo>
                  <a:cubicBezTo>
                    <a:pt x="2549330" y="1146639"/>
                    <a:pt x="2516644" y="1154450"/>
                    <a:pt x="2483958" y="1162356"/>
                  </a:cubicBezTo>
                  <a:cubicBezTo>
                    <a:pt x="2367257" y="1190550"/>
                    <a:pt x="2246621" y="1219601"/>
                    <a:pt x="2123750" y="1238651"/>
                  </a:cubicBezTo>
                  <a:cubicBezTo>
                    <a:pt x="2004294" y="1257129"/>
                    <a:pt x="1880769" y="1265416"/>
                    <a:pt x="1761444" y="1273417"/>
                  </a:cubicBezTo>
                  <a:cubicBezTo>
                    <a:pt x="1711167" y="1276751"/>
                    <a:pt x="1659184" y="1280275"/>
                    <a:pt x="1608382" y="1284466"/>
                  </a:cubicBezTo>
                  <a:cubicBezTo>
                    <a:pt x="1408589" y="1300944"/>
                    <a:pt x="1214570" y="1325805"/>
                    <a:pt x="999942" y="1354284"/>
                  </a:cubicBezTo>
                  <a:cubicBezTo>
                    <a:pt x="826403" y="1377240"/>
                    <a:pt x="647744" y="1400957"/>
                    <a:pt x="484705" y="1450487"/>
                  </a:cubicBezTo>
                  <a:cubicBezTo>
                    <a:pt x="355831" y="1489635"/>
                    <a:pt x="231387" y="1544374"/>
                    <a:pt x="113310" y="1613700"/>
                  </a:cubicBezTo>
                  <a:lnTo>
                    <a:pt x="39668" y="1660822"/>
                  </a:lnTo>
                  <a:lnTo>
                    <a:pt x="0" y="1660822"/>
                  </a:lnTo>
                  <a:lnTo>
                    <a:pt x="96701" y="1598934"/>
                  </a:lnTo>
                  <a:cubicBezTo>
                    <a:pt x="216635" y="1528533"/>
                    <a:pt x="343196" y="1472919"/>
                    <a:pt x="474335" y="1433056"/>
                  </a:cubicBezTo>
                  <a:cubicBezTo>
                    <a:pt x="639999" y="1382669"/>
                    <a:pt x="820102" y="1358856"/>
                    <a:pt x="994299" y="1335806"/>
                  </a:cubicBezTo>
                  <a:cubicBezTo>
                    <a:pt x="1210239" y="1307231"/>
                    <a:pt x="1404650" y="1282275"/>
                    <a:pt x="1605231" y="1265702"/>
                  </a:cubicBezTo>
                  <a:cubicBezTo>
                    <a:pt x="1656428" y="1261511"/>
                    <a:pt x="1708411" y="1257987"/>
                    <a:pt x="1758819" y="1254558"/>
                  </a:cubicBezTo>
                  <a:cubicBezTo>
                    <a:pt x="1877487" y="1246557"/>
                    <a:pt x="2000094" y="1238365"/>
                    <a:pt x="2118106" y="1220077"/>
                  </a:cubicBezTo>
                  <a:cubicBezTo>
                    <a:pt x="2239531" y="1201313"/>
                    <a:pt x="2359513" y="1172357"/>
                    <a:pt x="2475557" y="1144353"/>
                  </a:cubicBezTo>
                  <a:cubicBezTo>
                    <a:pt x="2508243" y="1136448"/>
                    <a:pt x="2541060" y="1128542"/>
                    <a:pt x="2573878" y="1120827"/>
                  </a:cubicBezTo>
                  <a:cubicBezTo>
                    <a:pt x="2684276" y="1094919"/>
                    <a:pt x="2797694" y="1071963"/>
                    <a:pt x="2907437" y="1049675"/>
                  </a:cubicBezTo>
                  <a:cubicBezTo>
                    <a:pt x="2978061" y="1035387"/>
                    <a:pt x="3051178" y="1020528"/>
                    <a:pt x="3122589" y="1005098"/>
                  </a:cubicBezTo>
                  <a:cubicBezTo>
                    <a:pt x="3206997" y="986810"/>
                    <a:pt x="3302823" y="966141"/>
                    <a:pt x="3391169" y="935756"/>
                  </a:cubicBezTo>
                  <a:cubicBezTo>
                    <a:pt x="3494479" y="900132"/>
                    <a:pt x="3578886" y="856508"/>
                    <a:pt x="3642290" y="806216"/>
                  </a:cubicBezTo>
                  <a:cubicBezTo>
                    <a:pt x="3720133" y="744303"/>
                    <a:pt x="3773953" y="668103"/>
                    <a:pt x="3825937" y="594475"/>
                  </a:cubicBezTo>
                  <a:cubicBezTo>
                    <a:pt x="3837621" y="577902"/>
                    <a:pt x="3849435" y="561233"/>
                    <a:pt x="3861381" y="544755"/>
                  </a:cubicBezTo>
                  <a:cubicBezTo>
                    <a:pt x="3889997" y="505416"/>
                    <a:pt x="3920715" y="465983"/>
                    <a:pt x="3950381" y="427978"/>
                  </a:cubicBezTo>
                  <a:cubicBezTo>
                    <a:pt x="4007353" y="354921"/>
                    <a:pt x="4066163" y="279388"/>
                    <a:pt x="4112370" y="201378"/>
                  </a:cubicBezTo>
                  <a:cubicBezTo>
                    <a:pt x="4144662" y="146800"/>
                    <a:pt x="4170785" y="89364"/>
                    <a:pt x="4195989" y="33834"/>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3" name="Content Placeholder 2">
            <a:extLst>
              <a:ext uri="{FF2B5EF4-FFF2-40B4-BE49-F238E27FC236}">
                <a16:creationId xmlns:a16="http://schemas.microsoft.com/office/drawing/2014/main" id="{8A0C69CD-12B2-9A97-0218-5EDA695C6317}"/>
              </a:ext>
            </a:extLst>
          </p:cNvPr>
          <p:cNvSpPr>
            <a:spLocks noGrp="1"/>
          </p:cNvSpPr>
          <p:nvPr>
            <p:ph idx="1"/>
          </p:nvPr>
        </p:nvSpPr>
        <p:spPr>
          <a:xfrm>
            <a:off x="4552266" y="1887052"/>
            <a:ext cx="6892439" cy="4629781"/>
          </a:xfrm>
        </p:spPr>
        <p:txBody>
          <a:bodyPr vert="horz" lIns="91440" tIns="45720" rIns="91440" bIns="45720" rtlCol="0" anchor="t">
            <a:normAutofit/>
          </a:bodyPr>
          <a:lstStyle/>
          <a:p>
            <a:pPr marL="0" indent="0">
              <a:lnSpc>
                <a:spcPct val="100000"/>
              </a:lnSpc>
              <a:buNone/>
            </a:pPr>
            <a:r>
              <a:rPr lang="en-US" sz="1600" b="1"/>
              <a:t>Dataset Overview:</a:t>
            </a:r>
            <a:endParaRPr lang="en-US" sz="1600"/>
          </a:p>
          <a:p>
            <a:pPr>
              <a:lnSpc>
                <a:spcPct val="100000"/>
              </a:lnSpc>
              <a:buFont typeface="Arial" panose="020B0604020202020204" pitchFamily="34" charset="0"/>
              <a:buChar char="•"/>
            </a:pPr>
            <a:r>
              <a:rPr lang="en-US" sz="1600"/>
              <a:t>It includes 17 attributes, 8 are numerical, while 9 are categorical.</a:t>
            </a:r>
          </a:p>
          <a:p>
            <a:pPr marL="0" indent="0">
              <a:lnSpc>
                <a:spcPct val="100000"/>
              </a:lnSpc>
              <a:buNone/>
            </a:pPr>
            <a:r>
              <a:rPr lang="en-US" sz="1600" b="1"/>
              <a:t>Key Attributes Include:</a:t>
            </a:r>
            <a:endParaRPr lang="en-US" sz="1600"/>
          </a:p>
          <a:p>
            <a:pPr marL="742950" lvl="1" indent="-285750">
              <a:lnSpc>
                <a:spcPct val="100000"/>
              </a:lnSpc>
              <a:buFont typeface="Arial" panose="020B0604020202020204" pitchFamily="34" charset="0"/>
              <a:buChar char="•"/>
            </a:pPr>
            <a:r>
              <a:rPr lang="en-US" sz="1600"/>
              <a:t>A range of habits and characteristics, including how often people eat high-calorie foods, consume vegetables, number of main meals, and physical activity frequency.</a:t>
            </a:r>
          </a:p>
          <a:p>
            <a:pPr marL="742950" lvl="1" indent="-285750">
              <a:lnSpc>
                <a:spcPct val="100000"/>
              </a:lnSpc>
              <a:buFont typeface="Arial" panose="020B0604020202020204" pitchFamily="34" charset="0"/>
              <a:buChar char="•"/>
            </a:pPr>
            <a:r>
              <a:rPr lang="en-US" sz="1600"/>
              <a:t>Other factors include daily water intake, alcohol consumption, and whether they track their calorie intake.</a:t>
            </a:r>
          </a:p>
          <a:p>
            <a:pPr marL="742950" lvl="1" indent="-285750">
              <a:lnSpc>
                <a:spcPct val="100000"/>
              </a:lnSpc>
              <a:buFont typeface="Arial" panose="020B0604020202020204" pitchFamily="34" charset="0"/>
              <a:buChar char="•"/>
            </a:pPr>
            <a:r>
              <a:rPr lang="en-US" sz="1600"/>
              <a:t>Along with lifestyle factors like technology usage, transportation choices.</a:t>
            </a:r>
          </a:p>
          <a:p>
            <a:pPr marL="742950" lvl="1" indent="-285750">
              <a:lnSpc>
                <a:spcPct val="100000"/>
              </a:lnSpc>
              <a:buFont typeface="Arial" panose="020B0604020202020204" pitchFamily="34" charset="0"/>
              <a:buChar char="•"/>
            </a:pPr>
            <a:r>
              <a:rPr lang="en-US" sz="1600"/>
              <a:t>Personal demographics like gender, age, weight, height, family history of obesity, and smoking habits.</a:t>
            </a:r>
          </a:p>
        </p:txBody>
      </p:sp>
    </p:spTree>
    <p:extLst>
      <p:ext uri="{BB962C8B-B14F-4D97-AF65-F5344CB8AC3E}">
        <p14:creationId xmlns:p14="http://schemas.microsoft.com/office/powerpoint/2010/main" val="1845150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2FC5B3-AB76-44CA-8D8B-1E8D93160958}"/>
              </a:ext>
            </a:extLst>
          </p:cNvPr>
          <p:cNvSpPr>
            <a:spLocks noGrp="1"/>
          </p:cNvSpPr>
          <p:nvPr>
            <p:ph type="title"/>
          </p:nvPr>
        </p:nvSpPr>
        <p:spPr/>
        <p:txBody>
          <a:bodyPr>
            <a:normAutofit/>
          </a:bodyPr>
          <a:lstStyle/>
          <a:p>
            <a:pPr algn="ctr"/>
            <a:r>
              <a:rPr lang="en-US" sz="3600"/>
              <a:t>Review of Previous Solutions to the Problem</a:t>
            </a:r>
          </a:p>
        </p:txBody>
      </p:sp>
      <p:sp>
        <p:nvSpPr>
          <p:cNvPr id="3" name="Content Placeholder 2">
            <a:extLst>
              <a:ext uri="{FF2B5EF4-FFF2-40B4-BE49-F238E27FC236}">
                <a16:creationId xmlns:a16="http://schemas.microsoft.com/office/drawing/2014/main" id="{0FA6F16F-368A-89BC-8E37-7FF816F1034F}"/>
              </a:ext>
            </a:extLst>
          </p:cNvPr>
          <p:cNvSpPr>
            <a:spLocks noGrp="1"/>
          </p:cNvSpPr>
          <p:nvPr>
            <p:ph idx="1"/>
          </p:nvPr>
        </p:nvSpPr>
        <p:spPr>
          <a:xfrm>
            <a:off x="636998" y="1690688"/>
            <a:ext cx="10716802" cy="4656388"/>
          </a:xfrm>
        </p:spPr>
        <p:txBody>
          <a:bodyPr>
            <a:normAutofit fontScale="77500" lnSpcReduction="20000"/>
          </a:bodyPr>
          <a:lstStyle/>
          <a:p>
            <a:r>
              <a:rPr lang="en-US" b="1"/>
              <a:t>Obesity Risk Prediction in Indonesia:</a:t>
            </a:r>
          </a:p>
          <a:p>
            <a:pPr lvl="1">
              <a:buFont typeface="Arial" panose="020B0604020202020204" pitchFamily="34" charset="0"/>
              <a:buChar char="•"/>
            </a:pPr>
            <a:r>
              <a:rPr lang="en-US"/>
              <a:t>Utilized Logistic Regression for predicting obesity in the Indonesian population.</a:t>
            </a:r>
          </a:p>
          <a:p>
            <a:pPr lvl="1">
              <a:buFont typeface="Arial" panose="020B0604020202020204" pitchFamily="34" charset="0"/>
              <a:buChar char="•"/>
            </a:pPr>
            <a:r>
              <a:rPr lang="en-US"/>
              <a:t>Limitation: Lacked depth in variables, excluding crucial factors like genetics and socioeconomic influences. This limited the ability to capture the multifactorial nature of obesity.</a:t>
            </a:r>
          </a:p>
          <a:p>
            <a:pPr marL="228600" marR="0" lvl="0" indent="-228600" algn="l" defTabSz="914400" rtl="0" eaLnBrk="1" fontAlgn="auto" latinLnBrk="0" hangingPunct="1">
              <a:lnSpc>
                <a:spcPct val="110000"/>
              </a:lnSpc>
              <a:spcBef>
                <a:spcPts val="1000"/>
              </a:spcBef>
              <a:spcAft>
                <a:spcPts val="0"/>
              </a:spcAft>
              <a:buClr>
                <a:srgbClr val="68B484"/>
              </a:buClr>
              <a:buSzTx/>
              <a:buFont typeface="Avenir Next LT Pro" panose="020B0504020202020204" pitchFamily="34" charset="0"/>
              <a:buChar char="+"/>
              <a:tabLst/>
              <a:defRPr/>
            </a:pPr>
            <a:r>
              <a:rPr lang="en-US" b="1"/>
              <a:t>Obesity Level Estimation Software based on Decision Trees: </a:t>
            </a:r>
          </a:p>
          <a:p>
            <a:pPr lvl="1">
              <a:spcBef>
                <a:spcPts val="1000"/>
              </a:spcBef>
              <a:buClr>
                <a:srgbClr val="68B484"/>
              </a:buClr>
              <a:buFont typeface="Arial" panose="020B0604020202020204" pitchFamily="34" charset="0"/>
              <a:buChar char="•"/>
              <a:defRPr/>
            </a:pPr>
            <a:r>
              <a:rPr lang="en-US"/>
              <a:t>Classified obesity levels based on parameters like weight and lifestyle using Decision Trees.</a:t>
            </a:r>
          </a:p>
          <a:p>
            <a:pPr lvl="1">
              <a:spcBef>
                <a:spcPts val="1000"/>
              </a:spcBef>
              <a:buClr>
                <a:srgbClr val="68B484"/>
              </a:buClr>
              <a:buFont typeface="Arial" panose="020B0604020202020204" pitchFamily="34" charset="0"/>
              <a:buChar char="•"/>
              <a:defRPr/>
            </a:pPr>
            <a:r>
              <a:rPr lang="en-US"/>
              <a:t>Limitation: Faced overfitting risks with small or imbalanced datasets. Also, Decision trees may miss complex nonlinear relationships.</a:t>
            </a:r>
          </a:p>
          <a:p>
            <a:pPr marL="228600" marR="0" lvl="0" indent="-228600" algn="l" defTabSz="914400" rtl="0" eaLnBrk="1" fontAlgn="auto" latinLnBrk="0" hangingPunct="1">
              <a:lnSpc>
                <a:spcPct val="110000"/>
              </a:lnSpc>
              <a:spcBef>
                <a:spcPts val="1000"/>
              </a:spcBef>
              <a:spcAft>
                <a:spcPts val="0"/>
              </a:spcAft>
              <a:buClr>
                <a:srgbClr val="68B484"/>
              </a:buClr>
              <a:buSzTx/>
              <a:buFont typeface="Avenir Next LT Pro" panose="020B0504020202020204" pitchFamily="34" charset="0"/>
              <a:buChar char="+"/>
              <a:tabLst/>
              <a:defRPr/>
            </a:pPr>
            <a:r>
              <a:rPr lang="en-US" b="1"/>
              <a:t>Machine Learning in Dietary and Physical Activity Patterns: </a:t>
            </a:r>
          </a:p>
          <a:p>
            <a:pPr lvl="1">
              <a:buClr>
                <a:srgbClr val="68B484"/>
              </a:buClr>
              <a:buFont typeface="Arial" panose="020B0604020202020204" pitchFamily="34" charset="0"/>
              <a:buChar char="•"/>
              <a:defRPr/>
            </a:pPr>
            <a:r>
              <a:rPr lang="en-US"/>
              <a:t>Applied various models to predict obesity based on diet and physical activity.</a:t>
            </a:r>
          </a:p>
          <a:p>
            <a:pPr lvl="1">
              <a:buClr>
                <a:srgbClr val="68B484"/>
              </a:buClr>
              <a:buFont typeface="Arial" panose="020B0604020202020204" pitchFamily="34" charset="0"/>
              <a:buChar char="•"/>
              <a:defRPr/>
            </a:pPr>
            <a:r>
              <a:rPr lang="en-US"/>
              <a:t>Limitation: Faced challenges with feature selection, potentially leading to suboptimal model performance, making them less actionable for policymakers.</a:t>
            </a:r>
          </a:p>
        </p:txBody>
      </p:sp>
    </p:spTree>
    <p:extLst>
      <p:ext uri="{BB962C8B-B14F-4D97-AF65-F5344CB8AC3E}">
        <p14:creationId xmlns:p14="http://schemas.microsoft.com/office/powerpoint/2010/main" val="1226686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2" name="Rectangle 41">
            <a:extLst>
              <a:ext uri="{FF2B5EF4-FFF2-40B4-BE49-F238E27FC236}">
                <a16:creationId xmlns:a16="http://schemas.microsoft.com/office/drawing/2014/main" id="{8651CFA9-6065-4243-AC48-858E35978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65000"/>
                  <a:lumOff val="35000"/>
                </a:schemeClr>
              </a:solidFill>
              <a:latin typeface="AvenirNext LT Pro Medium" panose="020B0504020202020204" pitchFamily="34" charset="0"/>
            </a:endParaRPr>
          </a:p>
        </p:txBody>
      </p:sp>
      <p:sp>
        <p:nvSpPr>
          <p:cNvPr id="43" name="Rectangle 42">
            <a:extLst>
              <a:ext uri="{FF2B5EF4-FFF2-40B4-BE49-F238E27FC236}">
                <a16:creationId xmlns:a16="http://schemas.microsoft.com/office/drawing/2014/main" id="{37962AE0-6A1C-4B76-9D52-10E5E6D7D3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65000"/>
                  <a:lumOff val="35000"/>
                </a:schemeClr>
              </a:solidFill>
              <a:latin typeface="AvenirNext LT Pro Medium" panose="020B0504020202020204" pitchFamily="34" charset="0"/>
            </a:endParaRPr>
          </a:p>
        </p:txBody>
      </p:sp>
      <p:grpSp>
        <p:nvGrpSpPr>
          <p:cNvPr id="44" name="Top left">
            <a:extLst>
              <a:ext uri="{FF2B5EF4-FFF2-40B4-BE49-F238E27FC236}">
                <a16:creationId xmlns:a16="http://schemas.microsoft.com/office/drawing/2014/main" id="{ED60728C-88AF-4686-B927-4D16FCA6120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425" y="-1543"/>
            <a:ext cx="2198951" cy="3349518"/>
            <a:chOff x="10849" y="-3086"/>
            <a:chExt cx="2198951" cy="3349518"/>
          </a:xfrm>
        </p:grpSpPr>
        <p:sp>
          <p:nvSpPr>
            <p:cNvPr id="45" name="Freeform: Shape 44">
              <a:extLst>
                <a:ext uri="{FF2B5EF4-FFF2-40B4-BE49-F238E27FC236}">
                  <a16:creationId xmlns:a16="http://schemas.microsoft.com/office/drawing/2014/main" id="{278DB09B-A33D-4576-A2A6-C559A7B1D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692844" y="-3086"/>
              <a:ext cx="1326111" cy="59760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solidFill>
                  <a:schemeClr val="tx1">
                    <a:lumMod val="65000"/>
                    <a:lumOff val="35000"/>
                  </a:schemeClr>
                </a:solidFill>
                <a:latin typeface="AvenirNext LT Pro Medium" panose="020B0504020202020204" pitchFamily="34" charset="0"/>
              </a:endParaRPr>
            </a:p>
          </p:txBody>
        </p:sp>
        <p:sp>
          <p:nvSpPr>
            <p:cNvPr id="46" name="Freeform: Shape 45">
              <a:extLst>
                <a:ext uri="{FF2B5EF4-FFF2-40B4-BE49-F238E27FC236}">
                  <a16:creationId xmlns:a16="http://schemas.microsoft.com/office/drawing/2014/main" id="{0C41767E-98F0-4274-AE4C-C14CDB1150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394" y="15241"/>
              <a:ext cx="2190406" cy="3331191"/>
            </a:xfrm>
            <a:custGeom>
              <a:avLst/>
              <a:gdLst>
                <a:gd name="connsiteX0" fmla="*/ 0 w 3296088"/>
                <a:gd name="connsiteY0" fmla="*/ 5012722 h 5012722"/>
                <a:gd name="connsiteX1" fmla="*/ 244031 w 3296088"/>
                <a:gd name="connsiteY1" fmla="*/ 4820222 h 5012722"/>
                <a:gd name="connsiteX2" fmla="*/ 729234 w 3296088"/>
                <a:gd name="connsiteY2" fmla="*/ 4360641 h 5012722"/>
                <a:gd name="connsiteX3" fmla="*/ 881444 w 3296088"/>
                <a:gd name="connsiteY3" fmla="*/ 4173950 h 5012722"/>
                <a:gd name="connsiteX4" fmla="*/ 1151287 w 3296088"/>
                <a:gd name="connsiteY4" fmla="*/ 3972877 h 5012722"/>
                <a:gd name="connsiteX5" fmla="*/ 1498664 w 3296088"/>
                <a:gd name="connsiteY5" fmla="*/ 3786188 h 5012722"/>
                <a:gd name="connsiteX6" fmla="*/ 1716881 w 3296088"/>
                <a:gd name="connsiteY6" fmla="*/ 3674174 h 5012722"/>
                <a:gd name="connsiteX7" fmla="*/ 1913573 w 3296088"/>
                <a:gd name="connsiteY7" fmla="*/ 3477387 h 5012722"/>
                <a:gd name="connsiteX8" fmla="*/ 2167700 w 3296088"/>
                <a:gd name="connsiteY8" fmla="*/ 3042190 h 5012722"/>
                <a:gd name="connsiteX9" fmla="*/ 2273903 w 3296088"/>
                <a:gd name="connsiteY9" fmla="*/ 2775014 h 5012722"/>
                <a:gd name="connsiteX10" fmla="*/ 2463356 w 3296088"/>
                <a:gd name="connsiteY10" fmla="*/ 2335530 h 5012722"/>
                <a:gd name="connsiteX11" fmla="*/ 2741866 w 3296088"/>
                <a:gd name="connsiteY11" fmla="*/ 1982248 h 5012722"/>
                <a:gd name="connsiteX12" fmla="*/ 2985897 w 3296088"/>
                <a:gd name="connsiteY12" fmla="*/ 1634681 h 5012722"/>
                <a:gd name="connsiteX13" fmla="*/ 3212687 w 3296088"/>
                <a:gd name="connsiteY13" fmla="*/ 1226820 h 5012722"/>
                <a:gd name="connsiteX14" fmla="*/ 3281553 w 3296088"/>
                <a:gd name="connsiteY14" fmla="*/ 959644 h 5012722"/>
                <a:gd name="connsiteX15" fmla="*/ 3295936 w 3296088"/>
                <a:gd name="connsiteY15" fmla="*/ 701135 h 5012722"/>
                <a:gd name="connsiteX16" fmla="*/ 3267266 w 3296088"/>
                <a:gd name="connsiteY16" fmla="*/ 436817 h 5012722"/>
                <a:gd name="connsiteX17" fmla="*/ 3105341 w 3296088"/>
                <a:gd name="connsiteY17" fmla="*/ 0 h 501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296088" h="5012722">
                  <a:moveTo>
                    <a:pt x="0" y="5012722"/>
                  </a:moveTo>
                  <a:cubicBezTo>
                    <a:pt x="81820" y="4949095"/>
                    <a:pt x="163544" y="4885468"/>
                    <a:pt x="244031" y="4820222"/>
                  </a:cubicBezTo>
                  <a:cubicBezTo>
                    <a:pt x="417671" y="4679633"/>
                    <a:pt x="589883" y="4535139"/>
                    <a:pt x="729234" y="4360641"/>
                  </a:cubicBezTo>
                  <a:cubicBezTo>
                    <a:pt x="779431" y="4297776"/>
                    <a:pt x="825818" y="4231958"/>
                    <a:pt x="881444" y="4173950"/>
                  </a:cubicBezTo>
                  <a:cubicBezTo>
                    <a:pt x="959358" y="4092607"/>
                    <a:pt x="1054799" y="4031075"/>
                    <a:pt x="1151287" y="3972877"/>
                  </a:cubicBezTo>
                  <a:cubicBezTo>
                    <a:pt x="1263968" y="3904964"/>
                    <a:pt x="1379315" y="3841337"/>
                    <a:pt x="1498664" y="3786188"/>
                  </a:cubicBezTo>
                  <a:cubicBezTo>
                    <a:pt x="1573149" y="3751802"/>
                    <a:pt x="1649159" y="3720179"/>
                    <a:pt x="1716881" y="3674174"/>
                  </a:cubicBezTo>
                  <a:cubicBezTo>
                    <a:pt x="1794034" y="3621691"/>
                    <a:pt x="1856708" y="3551492"/>
                    <a:pt x="1913573" y="3477387"/>
                  </a:cubicBezTo>
                  <a:cubicBezTo>
                    <a:pt x="2016157" y="3343751"/>
                    <a:pt x="2099024" y="3196114"/>
                    <a:pt x="2167700" y="3042190"/>
                  </a:cubicBezTo>
                  <a:cubicBezTo>
                    <a:pt x="2206752" y="2954655"/>
                    <a:pt x="2241233" y="2865215"/>
                    <a:pt x="2273903" y="2775014"/>
                  </a:cubicBezTo>
                  <a:cubicBezTo>
                    <a:pt x="2328482" y="2624423"/>
                    <a:pt x="2379440" y="2471642"/>
                    <a:pt x="2463356" y="2335530"/>
                  </a:cubicBezTo>
                  <a:cubicBezTo>
                    <a:pt x="2542127" y="2207705"/>
                    <a:pt x="2647855" y="2099501"/>
                    <a:pt x="2741866" y="1982248"/>
                  </a:cubicBezTo>
                  <a:cubicBezTo>
                    <a:pt x="2830449" y="1871758"/>
                    <a:pt x="2908554" y="1753362"/>
                    <a:pt x="2985897" y="1634681"/>
                  </a:cubicBezTo>
                  <a:cubicBezTo>
                    <a:pt x="3071146" y="1503902"/>
                    <a:pt x="3156395" y="1372172"/>
                    <a:pt x="3212687" y="1226820"/>
                  </a:cubicBezTo>
                  <a:cubicBezTo>
                    <a:pt x="3246025" y="1140809"/>
                    <a:pt x="3268790" y="1051084"/>
                    <a:pt x="3281553" y="959644"/>
                  </a:cubicBezTo>
                  <a:cubicBezTo>
                    <a:pt x="3293555" y="874014"/>
                    <a:pt x="3296888" y="787527"/>
                    <a:pt x="3295936" y="701135"/>
                  </a:cubicBezTo>
                  <a:cubicBezTo>
                    <a:pt x="3294888" y="612172"/>
                    <a:pt x="3289268" y="523018"/>
                    <a:pt x="3267266" y="436817"/>
                  </a:cubicBezTo>
                  <a:cubicBezTo>
                    <a:pt x="3227832" y="282416"/>
                    <a:pt x="3105341" y="0"/>
                    <a:pt x="3105341" y="0"/>
                  </a:cubicBezTo>
                </a:path>
              </a:pathLst>
            </a:custGeom>
            <a:noFill/>
            <a:ln w="9525" cap="rnd">
              <a:solidFill>
                <a:schemeClr val="accent2">
                  <a:alpha val="50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47" name="Freeform: Shape 46">
              <a:extLst>
                <a:ext uri="{FF2B5EF4-FFF2-40B4-BE49-F238E27FC236}">
                  <a16:creationId xmlns:a16="http://schemas.microsoft.com/office/drawing/2014/main" id="{49E7BFFC-D14C-4D7A-8192-6A701768E7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978674" cy="3074959"/>
            </a:xfrm>
            <a:custGeom>
              <a:avLst/>
              <a:gdLst>
                <a:gd name="connsiteX0" fmla="*/ 0 w 2977477"/>
                <a:gd name="connsiteY0" fmla="*/ 4627150 h 4627149"/>
                <a:gd name="connsiteX1" fmla="*/ 275082 w 2977477"/>
                <a:gd name="connsiteY1" fmla="*/ 4341590 h 4627149"/>
                <a:gd name="connsiteX2" fmla="*/ 502825 w 2977477"/>
                <a:gd name="connsiteY2" fmla="*/ 4054126 h 4627149"/>
                <a:gd name="connsiteX3" fmla="*/ 666179 w 2977477"/>
                <a:gd name="connsiteY3" fmla="*/ 3890677 h 4627149"/>
                <a:gd name="connsiteX4" fmla="*/ 864203 w 2977477"/>
                <a:gd name="connsiteY4" fmla="*/ 3675983 h 4627149"/>
                <a:gd name="connsiteX5" fmla="*/ 982599 w 2977477"/>
                <a:gd name="connsiteY5" fmla="*/ 3557492 h 4627149"/>
                <a:gd name="connsiteX6" fmla="*/ 1188244 w 2977477"/>
                <a:gd name="connsiteY6" fmla="*/ 3329654 h 4627149"/>
                <a:gd name="connsiteX7" fmla="*/ 1344740 w 2977477"/>
                <a:gd name="connsiteY7" fmla="*/ 3146774 h 4627149"/>
                <a:gd name="connsiteX8" fmla="*/ 1470755 w 2977477"/>
                <a:gd name="connsiteY8" fmla="*/ 2984659 h 4627149"/>
                <a:gd name="connsiteX9" fmla="*/ 1657636 w 2977477"/>
                <a:gd name="connsiteY9" fmla="*/ 2670239 h 4627149"/>
                <a:gd name="connsiteX10" fmla="*/ 1762887 w 2977477"/>
                <a:gd name="connsiteY10" fmla="*/ 2473547 h 4627149"/>
                <a:gd name="connsiteX11" fmla="*/ 1866710 w 2977477"/>
                <a:gd name="connsiteY11" fmla="*/ 2290667 h 4627149"/>
                <a:gd name="connsiteX12" fmla="*/ 2106263 w 2977477"/>
                <a:gd name="connsiteY12" fmla="*/ 2030254 h 4627149"/>
                <a:gd name="connsiteX13" fmla="*/ 2277237 w 2977477"/>
                <a:gd name="connsiteY13" fmla="*/ 1859185 h 4627149"/>
                <a:gd name="connsiteX14" fmla="*/ 2499455 w 2977477"/>
                <a:gd name="connsiteY14" fmla="*/ 1656207 h 4627149"/>
                <a:gd name="connsiteX15" fmla="*/ 2707100 w 2977477"/>
                <a:gd name="connsiteY15" fmla="*/ 1390269 h 4627149"/>
                <a:gd name="connsiteX16" fmla="*/ 2812352 w 2977477"/>
                <a:gd name="connsiteY16" fmla="*/ 1230916 h 4627149"/>
                <a:gd name="connsiteX17" fmla="*/ 2898172 w 2977477"/>
                <a:gd name="connsiteY17" fmla="*/ 1036987 h 4627149"/>
                <a:gd name="connsiteX18" fmla="*/ 2963228 w 2977477"/>
                <a:gd name="connsiteY18" fmla="*/ 850011 h 4627149"/>
                <a:gd name="connsiteX19" fmla="*/ 2977325 w 2977477"/>
                <a:gd name="connsiteY19" fmla="*/ 745427 h 4627149"/>
                <a:gd name="connsiteX20" fmla="*/ 2929509 w 2977477"/>
                <a:gd name="connsiteY20" fmla="*/ 480155 h 4627149"/>
                <a:gd name="connsiteX21" fmla="*/ 2563082 w 2977477"/>
                <a:gd name="connsiteY21" fmla="*/ 0 h 4627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77477" h="4627149">
                  <a:moveTo>
                    <a:pt x="0" y="4627150"/>
                  </a:moveTo>
                  <a:cubicBezTo>
                    <a:pt x="79820" y="4552283"/>
                    <a:pt x="203835" y="4424648"/>
                    <a:pt x="275082" y="4341590"/>
                  </a:cubicBezTo>
                  <a:cubicBezTo>
                    <a:pt x="354711" y="4248722"/>
                    <a:pt x="421005" y="4145090"/>
                    <a:pt x="502825" y="4054126"/>
                  </a:cubicBezTo>
                  <a:cubicBezTo>
                    <a:pt x="554355" y="3996881"/>
                    <a:pt x="612362" y="3945827"/>
                    <a:pt x="666179" y="3890677"/>
                  </a:cubicBezTo>
                  <a:cubicBezTo>
                    <a:pt x="734187" y="3821049"/>
                    <a:pt x="796671" y="3746183"/>
                    <a:pt x="864203" y="3675983"/>
                  </a:cubicBezTo>
                  <a:cubicBezTo>
                    <a:pt x="902875" y="3635788"/>
                    <a:pt x="943642" y="3597593"/>
                    <a:pt x="982599" y="3557492"/>
                  </a:cubicBezTo>
                  <a:cubicBezTo>
                    <a:pt x="1053941" y="3484150"/>
                    <a:pt x="1121378" y="3407093"/>
                    <a:pt x="1188244" y="3329654"/>
                  </a:cubicBezTo>
                  <a:cubicBezTo>
                    <a:pt x="1240631" y="3268885"/>
                    <a:pt x="1293495" y="3208496"/>
                    <a:pt x="1344740" y="3146774"/>
                  </a:cubicBezTo>
                  <a:cubicBezTo>
                    <a:pt x="1388459" y="3094101"/>
                    <a:pt x="1431512" y="3040761"/>
                    <a:pt x="1470755" y="2984659"/>
                  </a:cubicBezTo>
                  <a:cubicBezTo>
                    <a:pt x="1540764" y="2884646"/>
                    <a:pt x="1598771" y="2777109"/>
                    <a:pt x="1657636" y="2670239"/>
                  </a:cubicBezTo>
                  <a:cubicBezTo>
                    <a:pt x="1693545" y="2605088"/>
                    <a:pt x="1728502" y="2539460"/>
                    <a:pt x="1762887" y="2473547"/>
                  </a:cubicBezTo>
                  <a:cubicBezTo>
                    <a:pt x="1795367" y="2411349"/>
                    <a:pt x="1826419" y="2348103"/>
                    <a:pt x="1866710" y="2290667"/>
                  </a:cubicBezTo>
                  <a:cubicBezTo>
                    <a:pt x="1934623" y="2193893"/>
                    <a:pt x="2022729" y="2114169"/>
                    <a:pt x="2106263" y="2030254"/>
                  </a:cubicBezTo>
                  <a:cubicBezTo>
                    <a:pt x="2163128" y="1973104"/>
                    <a:pt x="2218182" y="1914049"/>
                    <a:pt x="2277237" y="1859185"/>
                  </a:cubicBezTo>
                  <a:cubicBezTo>
                    <a:pt x="2350770" y="1790891"/>
                    <a:pt x="2430304" y="1728978"/>
                    <a:pt x="2499455" y="1656207"/>
                  </a:cubicBezTo>
                  <a:cubicBezTo>
                    <a:pt x="2576989" y="1574578"/>
                    <a:pt x="2641568" y="1481900"/>
                    <a:pt x="2707100" y="1390269"/>
                  </a:cubicBezTo>
                  <a:cubicBezTo>
                    <a:pt x="2744153" y="1338453"/>
                    <a:pt x="2781586" y="1286732"/>
                    <a:pt x="2812352" y="1230916"/>
                  </a:cubicBezTo>
                  <a:cubicBezTo>
                    <a:pt x="2846546" y="1168908"/>
                    <a:pt x="2872550" y="1102900"/>
                    <a:pt x="2898172" y="1036987"/>
                  </a:cubicBezTo>
                  <a:cubicBezTo>
                    <a:pt x="2922175" y="975455"/>
                    <a:pt x="2948273" y="914305"/>
                    <a:pt x="2963228" y="850011"/>
                  </a:cubicBezTo>
                  <a:cubicBezTo>
                    <a:pt x="2971229" y="815626"/>
                    <a:pt x="2976563" y="780764"/>
                    <a:pt x="2977325" y="745427"/>
                  </a:cubicBezTo>
                  <a:cubicBezTo>
                    <a:pt x="2979230" y="654844"/>
                    <a:pt x="2963323" y="564261"/>
                    <a:pt x="2929509" y="480155"/>
                  </a:cubicBezTo>
                  <a:cubicBezTo>
                    <a:pt x="2851309" y="285655"/>
                    <a:pt x="2563082" y="0"/>
                    <a:pt x="2563082" y="0"/>
                  </a:cubicBezTo>
                </a:path>
              </a:pathLst>
            </a:custGeom>
            <a:noFill/>
            <a:ln w="9525" cap="rnd">
              <a:solidFill>
                <a:schemeClr val="accent2">
                  <a:alpha val="50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48" name="Freeform: Shape 47">
              <a:extLst>
                <a:ext uri="{FF2B5EF4-FFF2-40B4-BE49-F238E27FC236}">
                  <a16:creationId xmlns:a16="http://schemas.microsoft.com/office/drawing/2014/main" id="{C301DF1A-E4DA-478A-BBC7-6F41D3C47BE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92" y="15178"/>
              <a:ext cx="1566146" cy="2737264"/>
            </a:xfrm>
            <a:custGeom>
              <a:avLst/>
              <a:gdLst>
                <a:gd name="connsiteX0" fmla="*/ 1707071 w 2356712"/>
                <a:gd name="connsiteY0" fmla="*/ 0 h 4118991"/>
                <a:gd name="connsiteX1" fmla="*/ 1824514 w 2356712"/>
                <a:gd name="connsiteY1" fmla="*/ 244697 h 4118991"/>
                <a:gd name="connsiteX2" fmla="*/ 1908715 w 2356712"/>
                <a:gd name="connsiteY2" fmla="*/ 328994 h 4118991"/>
                <a:gd name="connsiteX3" fmla="*/ 2226469 w 2356712"/>
                <a:gd name="connsiteY3" fmla="*/ 603695 h 4118991"/>
                <a:gd name="connsiteX4" fmla="*/ 2355628 w 2356712"/>
                <a:gd name="connsiteY4" fmla="*/ 900494 h 4118991"/>
                <a:gd name="connsiteX5" fmla="*/ 2281428 w 2356712"/>
                <a:gd name="connsiteY5" fmla="*/ 1206913 h 4118991"/>
                <a:gd name="connsiteX6" fmla="*/ 2092452 w 2356712"/>
                <a:gd name="connsiteY6" fmla="*/ 1460659 h 4118991"/>
                <a:gd name="connsiteX7" fmla="*/ 1834039 w 2356712"/>
                <a:gd name="connsiteY7" fmla="*/ 1625822 h 4118991"/>
                <a:gd name="connsiteX8" fmla="*/ 1558862 w 2356712"/>
                <a:gd name="connsiteY8" fmla="*/ 1743075 h 4118991"/>
                <a:gd name="connsiteX9" fmla="*/ 1386554 w 2356712"/>
                <a:gd name="connsiteY9" fmla="*/ 1869948 h 4118991"/>
                <a:gd name="connsiteX10" fmla="*/ 1271683 w 2356712"/>
                <a:gd name="connsiteY10" fmla="*/ 2073402 h 4118991"/>
                <a:gd name="connsiteX11" fmla="*/ 1178338 w 2356712"/>
                <a:gd name="connsiteY11" fmla="*/ 2355914 h 4118991"/>
                <a:gd name="connsiteX12" fmla="*/ 1113758 w 2356712"/>
                <a:gd name="connsiteY12" fmla="*/ 2578513 h 4118991"/>
                <a:gd name="connsiteX13" fmla="*/ 1034796 w 2356712"/>
                <a:gd name="connsiteY13" fmla="*/ 2834640 h 4118991"/>
                <a:gd name="connsiteX14" fmla="*/ 905637 w 2356712"/>
                <a:gd name="connsiteY14" fmla="*/ 3081242 h 4118991"/>
                <a:gd name="connsiteX15" fmla="*/ 793147 w 2356712"/>
                <a:gd name="connsiteY15" fmla="*/ 3258407 h 4118991"/>
                <a:gd name="connsiteX16" fmla="*/ 546735 w 2356712"/>
                <a:gd name="connsiteY16" fmla="*/ 3571970 h 4118991"/>
                <a:gd name="connsiteX17" fmla="*/ 346996 w 2356712"/>
                <a:gd name="connsiteY17" fmla="*/ 3771900 h 4118991"/>
                <a:gd name="connsiteX18" fmla="*/ 174689 w 2356712"/>
                <a:gd name="connsiteY18" fmla="*/ 3944207 h 4118991"/>
                <a:gd name="connsiteX19" fmla="*/ 0 w 2356712"/>
                <a:gd name="connsiteY19" fmla="*/ 4118991 h 4118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356712" h="4118991">
                  <a:moveTo>
                    <a:pt x="1707071" y="0"/>
                  </a:moveTo>
                  <a:cubicBezTo>
                    <a:pt x="1715357" y="22098"/>
                    <a:pt x="1812608" y="224409"/>
                    <a:pt x="1824514" y="244697"/>
                  </a:cubicBezTo>
                  <a:cubicBezTo>
                    <a:pt x="1844802" y="279273"/>
                    <a:pt x="1876996" y="304324"/>
                    <a:pt x="1908715" y="328994"/>
                  </a:cubicBezTo>
                  <a:cubicBezTo>
                    <a:pt x="2019967" y="415195"/>
                    <a:pt x="2137886" y="494633"/>
                    <a:pt x="2226469" y="603695"/>
                  </a:cubicBezTo>
                  <a:cubicBezTo>
                    <a:pt x="2296287" y="689610"/>
                    <a:pt x="2347817" y="790480"/>
                    <a:pt x="2355628" y="900494"/>
                  </a:cubicBezTo>
                  <a:cubicBezTo>
                    <a:pt x="2363248" y="1007078"/>
                    <a:pt x="2329910" y="1111187"/>
                    <a:pt x="2281428" y="1206913"/>
                  </a:cubicBezTo>
                  <a:cubicBezTo>
                    <a:pt x="2233422" y="1301877"/>
                    <a:pt x="2170938" y="1388936"/>
                    <a:pt x="2092452" y="1460659"/>
                  </a:cubicBezTo>
                  <a:cubicBezTo>
                    <a:pt x="2016538" y="1530001"/>
                    <a:pt x="1927765" y="1583436"/>
                    <a:pt x="1834039" y="1625822"/>
                  </a:cubicBezTo>
                  <a:cubicBezTo>
                    <a:pt x="1743075" y="1666970"/>
                    <a:pt x="1647730" y="1697736"/>
                    <a:pt x="1558862" y="1743075"/>
                  </a:cubicBezTo>
                  <a:cubicBezTo>
                    <a:pt x="1494758" y="1775841"/>
                    <a:pt x="1434275" y="1816132"/>
                    <a:pt x="1386554" y="1869948"/>
                  </a:cubicBezTo>
                  <a:cubicBezTo>
                    <a:pt x="1334548" y="1928622"/>
                    <a:pt x="1300544" y="2000345"/>
                    <a:pt x="1271683" y="2073402"/>
                  </a:cubicBezTo>
                  <a:cubicBezTo>
                    <a:pt x="1235202" y="2165699"/>
                    <a:pt x="1206722" y="2260759"/>
                    <a:pt x="1178338" y="2355914"/>
                  </a:cubicBezTo>
                  <a:cubicBezTo>
                    <a:pt x="1156240" y="2429923"/>
                    <a:pt x="1134237" y="2504028"/>
                    <a:pt x="1113758" y="2578513"/>
                  </a:cubicBezTo>
                  <a:cubicBezTo>
                    <a:pt x="1090041" y="2664714"/>
                    <a:pt x="1068134" y="2751678"/>
                    <a:pt x="1034796" y="2834640"/>
                  </a:cubicBezTo>
                  <a:cubicBezTo>
                    <a:pt x="1000125" y="2920841"/>
                    <a:pt x="953643" y="3001613"/>
                    <a:pt x="905637" y="3081242"/>
                  </a:cubicBezTo>
                  <a:cubicBezTo>
                    <a:pt x="869442" y="3141155"/>
                    <a:pt x="832295" y="3200400"/>
                    <a:pt x="793147" y="3258407"/>
                  </a:cubicBezTo>
                  <a:cubicBezTo>
                    <a:pt x="718661" y="3368802"/>
                    <a:pt x="637223" y="3474434"/>
                    <a:pt x="546735" y="3571970"/>
                  </a:cubicBezTo>
                  <a:cubicBezTo>
                    <a:pt x="482632" y="3641027"/>
                    <a:pt x="414147" y="3705797"/>
                    <a:pt x="346996" y="3771900"/>
                  </a:cubicBezTo>
                  <a:cubicBezTo>
                    <a:pt x="288989" y="3828764"/>
                    <a:pt x="232029" y="3886676"/>
                    <a:pt x="174689" y="3944207"/>
                  </a:cubicBezTo>
                  <a:cubicBezTo>
                    <a:pt x="116586" y="4002596"/>
                    <a:pt x="58293" y="4060698"/>
                    <a:pt x="0" y="4118991"/>
                  </a:cubicBezTo>
                </a:path>
              </a:pathLst>
            </a:custGeom>
            <a:noFill/>
            <a:ln w="9525" cap="rnd">
              <a:solidFill>
                <a:schemeClr val="accent2">
                  <a:alpha val="50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49" name="Freeform: Shape 48">
              <a:extLst>
                <a:ext uri="{FF2B5EF4-FFF2-40B4-BE49-F238E27FC236}">
                  <a16:creationId xmlns:a16="http://schemas.microsoft.com/office/drawing/2014/main" id="{0DC4D1C9-C056-4627-9A58-184A528AE1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368431" cy="2644975"/>
            </a:xfrm>
            <a:custGeom>
              <a:avLst/>
              <a:gdLst>
                <a:gd name="connsiteX0" fmla="*/ 0 w 2059193"/>
                <a:gd name="connsiteY0" fmla="*/ 3980116 h 3980116"/>
                <a:gd name="connsiteX1" fmla="*/ 471583 w 2059193"/>
                <a:gd name="connsiteY1" fmla="*/ 3515678 h 3980116"/>
                <a:gd name="connsiteX2" fmla="*/ 758666 w 2059193"/>
                <a:gd name="connsiteY2" fmla="*/ 3163824 h 3980116"/>
                <a:gd name="connsiteX3" fmla="*/ 940499 w 2059193"/>
                <a:gd name="connsiteY3" fmla="*/ 2780824 h 3980116"/>
                <a:gd name="connsiteX4" fmla="*/ 1055370 w 2059193"/>
                <a:gd name="connsiteY4" fmla="*/ 2242185 h 3980116"/>
                <a:gd name="connsiteX5" fmla="*/ 1136714 w 2059193"/>
                <a:gd name="connsiteY5" fmla="*/ 1878330 h 3980116"/>
                <a:gd name="connsiteX6" fmla="*/ 1246727 w 2059193"/>
                <a:gd name="connsiteY6" fmla="*/ 1562386 h 3980116"/>
                <a:gd name="connsiteX7" fmla="*/ 1378363 w 2059193"/>
                <a:gd name="connsiteY7" fmla="*/ 1430750 h 3980116"/>
                <a:gd name="connsiteX8" fmla="*/ 1691831 w 2059193"/>
                <a:gd name="connsiteY8" fmla="*/ 1394841 h 3980116"/>
                <a:gd name="connsiteX9" fmla="*/ 1914335 w 2059193"/>
                <a:gd name="connsiteY9" fmla="*/ 1323023 h 3980116"/>
                <a:gd name="connsiteX10" fmla="*/ 2055495 w 2059193"/>
                <a:gd name="connsiteY10" fmla="*/ 1098042 h 3980116"/>
                <a:gd name="connsiteX11" fmla="*/ 2033969 w 2059193"/>
                <a:gd name="connsiteY11" fmla="*/ 930497 h 3980116"/>
                <a:gd name="connsiteX12" fmla="*/ 1885664 w 2059193"/>
                <a:gd name="connsiteY12" fmla="*/ 760571 h 3980116"/>
                <a:gd name="connsiteX13" fmla="*/ 1636871 w 2059193"/>
                <a:gd name="connsiteY13" fmla="*/ 612172 h 3980116"/>
                <a:gd name="connsiteX14" fmla="*/ 1335405 w 2059193"/>
                <a:gd name="connsiteY14" fmla="*/ 459010 h 3980116"/>
                <a:gd name="connsiteX15" fmla="*/ 1234916 w 2059193"/>
                <a:gd name="connsiteY15" fmla="*/ 269939 h 3980116"/>
                <a:gd name="connsiteX16" fmla="*/ 1386935 w 2059193"/>
                <a:gd name="connsiteY16" fmla="*/ 0 h 39801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9193" h="3980116">
                  <a:moveTo>
                    <a:pt x="0" y="3980116"/>
                  </a:moveTo>
                  <a:cubicBezTo>
                    <a:pt x="91345" y="3889534"/>
                    <a:pt x="382715" y="3608737"/>
                    <a:pt x="471583" y="3515678"/>
                  </a:cubicBezTo>
                  <a:cubicBezTo>
                    <a:pt x="576358" y="3405949"/>
                    <a:pt x="675989" y="3290983"/>
                    <a:pt x="758666" y="3163824"/>
                  </a:cubicBezTo>
                  <a:cubicBezTo>
                    <a:pt x="836105" y="3044857"/>
                    <a:pt x="897445" y="2916079"/>
                    <a:pt x="940499" y="2780824"/>
                  </a:cubicBezTo>
                  <a:cubicBezTo>
                    <a:pt x="996315" y="2605754"/>
                    <a:pt x="1020985" y="2422874"/>
                    <a:pt x="1055370" y="2242185"/>
                  </a:cubicBezTo>
                  <a:cubicBezTo>
                    <a:pt x="1078611" y="2120075"/>
                    <a:pt x="1107472" y="1999107"/>
                    <a:pt x="1136714" y="1878330"/>
                  </a:cubicBezTo>
                  <a:cubicBezTo>
                    <a:pt x="1163098" y="1769174"/>
                    <a:pt x="1189482" y="1658588"/>
                    <a:pt x="1246727" y="1562386"/>
                  </a:cubicBezTo>
                  <a:cubicBezTo>
                    <a:pt x="1279208" y="1507808"/>
                    <a:pt x="1321689" y="1459039"/>
                    <a:pt x="1378363" y="1430750"/>
                  </a:cubicBezTo>
                  <a:cubicBezTo>
                    <a:pt x="1473327" y="1383221"/>
                    <a:pt x="1584865" y="1402652"/>
                    <a:pt x="1691831" y="1394841"/>
                  </a:cubicBezTo>
                  <a:cubicBezTo>
                    <a:pt x="1771079" y="1389031"/>
                    <a:pt x="1849279" y="1368266"/>
                    <a:pt x="1914335" y="1323023"/>
                  </a:cubicBezTo>
                  <a:cubicBezTo>
                    <a:pt x="1989963" y="1270445"/>
                    <a:pt x="2041493" y="1189101"/>
                    <a:pt x="2055495" y="1098042"/>
                  </a:cubicBezTo>
                  <a:cubicBezTo>
                    <a:pt x="2064258" y="1041178"/>
                    <a:pt x="2057591" y="982980"/>
                    <a:pt x="2033969" y="930497"/>
                  </a:cubicBezTo>
                  <a:cubicBezTo>
                    <a:pt x="2002727" y="861060"/>
                    <a:pt x="1945958" y="807625"/>
                    <a:pt x="1885664" y="760571"/>
                  </a:cubicBezTo>
                  <a:cubicBezTo>
                    <a:pt x="1809179" y="700945"/>
                    <a:pt x="1725549" y="651415"/>
                    <a:pt x="1636871" y="612172"/>
                  </a:cubicBezTo>
                  <a:cubicBezTo>
                    <a:pt x="1532763" y="566071"/>
                    <a:pt x="1421606" y="532543"/>
                    <a:pt x="1335405" y="459010"/>
                  </a:cubicBezTo>
                  <a:cubicBezTo>
                    <a:pt x="1277969" y="409956"/>
                    <a:pt x="1232059" y="344615"/>
                    <a:pt x="1234916" y="269939"/>
                  </a:cubicBezTo>
                  <a:cubicBezTo>
                    <a:pt x="1237012" y="211741"/>
                    <a:pt x="1386935" y="0"/>
                    <a:pt x="1386935" y="0"/>
                  </a:cubicBezTo>
                </a:path>
              </a:pathLst>
            </a:custGeom>
            <a:noFill/>
            <a:ln w="9525" cap="rnd">
              <a:solidFill>
                <a:schemeClr val="accent2">
                  <a:alpha val="50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50" name="Freeform: Shape 49">
              <a:extLst>
                <a:ext uri="{FF2B5EF4-FFF2-40B4-BE49-F238E27FC236}">
                  <a16:creationId xmlns:a16="http://schemas.microsoft.com/office/drawing/2014/main" id="{6B3DE44D-D6F5-4688-A2C8-DB38BF3AE3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8825" y="543780"/>
              <a:ext cx="494287" cy="1905590"/>
            </a:xfrm>
            <a:custGeom>
              <a:avLst/>
              <a:gdLst>
                <a:gd name="connsiteX0" fmla="*/ 11144 w 743796"/>
                <a:gd name="connsiteY0" fmla="*/ 0 h 2867501"/>
                <a:gd name="connsiteX1" fmla="*/ 353663 w 743796"/>
                <a:gd name="connsiteY1" fmla="*/ 55245 h 2867501"/>
                <a:gd name="connsiteX2" fmla="*/ 571405 w 743796"/>
                <a:gd name="connsiteY2" fmla="*/ 179737 h 2867501"/>
                <a:gd name="connsiteX3" fmla="*/ 688658 w 743796"/>
                <a:gd name="connsiteY3" fmla="*/ 368808 h 2867501"/>
                <a:gd name="connsiteX4" fmla="*/ 731711 w 743796"/>
                <a:gd name="connsiteY4" fmla="*/ 612934 h 2867501"/>
                <a:gd name="connsiteX5" fmla="*/ 725233 w 743796"/>
                <a:gd name="connsiteY5" fmla="*/ 995648 h 2867501"/>
                <a:gd name="connsiteX6" fmla="*/ 742855 w 743796"/>
                <a:gd name="connsiteY6" fmla="*/ 1499330 h 2867501"/>
                <a:gd name="connsiteX7" fmla="*/ 707898 w 743796"/>
                <a:gd name="connsiteY7" fmla="*/ 1793081 h 2867501"/>
                <a:gd name="connsiteX8" fmla="*/ 633222 w 743796"/>
                <a:gd name="connsiteY8" fmla="*/ 2073592 h 2867501"/>
                <a:gd name="connsiteX9" fmla="*/ 404527 w 743796"/>
                <a:gd name="connsiteY9" fmla="*/ 2472404 h 2867501"/>
                <a:gd name="connsiteX10" fmla="*/ 0 w 743796"/>
                <a:gd name="connsiteY10" fmla="*/ 2867501 h 2867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3796" h="2867501">
                  <a:moveTo>
                    <a:pt x="11144" y="0"/>
                  </a:moveTo>
                  <a:cubicBezTo>
                    <a:pt x="101060" y="2953"/>
                    <a:pt x="268796" y="25146"/>
                    <a:pt x="353663" y="55245"/>
                  </a:cubicBezTo>
                  <a:cubicBezTo>
                    <a:pt x="433483" y="83534"/>
                    <a:pt x="510635" y="120967"/>
                    <a:pt x="571405" y="179737"/>
                  </a:cubicBezTo>
                  <a:cubicBezTo>
                    <a:pt x="625412" y="231934"/>
                    <a:pt x="663607" y="297942"/>
                    <a:pt x="688658" y="368808"/>
                  </a:cubicBezTo>
                  <a:cubicBezTo>
                    <a:pt x="716375" y="447103"/>
                    <a:pt x="727996" y="529876"/>
                    <a:pt x="731711" y="612934"/>
                  </a:cubicBezTo>
                  <a:cubicBezTo>
                    <a:pt x="737426" y="740474"/>
                    <a:pt x="724948" y="867918"/>
                    <a:pt x="725233" y="995648"/>
                  </a:cubicBezTo>
                  <a:cubicBezTo>
                    <a:pt x="725710" y="1163765"/>
                    <a:pt x="748665" y="1331309"/>
                    <a:pt x="742855" y="1499330"/>
                  </a:cubicBezTo>
                  <a:cubicBezTo>
                    <a:pt x="739426" y="1598009"/>
                    <a:pt x="725996" y="1696022"/>
                    <a:pt x="707898" y="1793081"/>
                  </a:cubicBezTo>
                  <a:cubicBezTo>
                    <a:pt x="690086" y="1888426"/>
                    <a:pt x="666845" y="1982724"/>
                    <a:pt x="633222" y="2073592"/>
                  </a:cubicBezTo>
                  <a:cubicBezTo>
                    <a:pt x="579692" y="2218182"/>
                    <a:pt x="499682" y="2351056"/>
                    <a:pt x="404527" y="2472404"/>
                  </a:cubicBezTo>
                  <a:cubicBezTo>
                    <a:pt x="266033" y="2648902"/>
                    <a:pt x="179642" y="2732818"/>
                    <a:pt x="0" y="2867501"/>
                  </a:cubicBezTo>
                </a:path>
              </a:pathLst>
            </a:custGeom>
            <a:noFill/>
            <a:ln w="9525" cap="rnd">
              <a:solidFill>
                <a:schemeClr val="accent2">
                  <a:alpha val="50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51" name="Freeform: Shape 50">
              <a:extLst>
                <a:ext uri="{FF2B5EF4-FFF2-40B4-BE49-F238E27FC236}">
                  <a16:creationId xmlns:a16="http://schemas.microsoft.com/office/drawing/2014/main" id="{2914BE39-F24F-476F-A0FE-C1284E3C93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672286"/>
              <a:ext cx="396930" cy="1690303"/>
            </a:xfrm>
            <a:custGeom>
              <a:avLst/>
              <a:gdLst>
                <a:gd name="connsiteX0" fmla="*/ 16478 w 597294"/>
                <a:gd name="connsiteY0" fmla="*/ 2079 h 2543540"/>
                <a:gd name="connsiteX1" fmla="*/ 299847 w 597294"/>
                <a:gd name="connsiteY1" fmla="*/ 53991 h 2543540"/>
                <a:gd name="connsiteX2" fmla="*/ 503206 w 597294"/>
                <a:gd name="connsiteY2" fmla="*/ 291354 h 2543540"/>
                <a:gd name="connsiteX3" fmla="*/ 525113 w 597294"/>
                <a:gd name="connsiteY3" fmla="*/ 724265 h 2543540"/>
                <a:gd name="connsiteX4" fmla="*/ 578930 w 597294"/>
                <a:gd name="connsiteY4" fmla="*/ 1117267 h 2543540"/>
                <a:gd name="connsiteX5" fmla="*/ 592931 w 597294"/>
                <a:gd name="connsiteY5" fmla="*/ 1476359 h 2543540"/>
                <a:gd name="connsiteX6" fmla="*/ 503206 w 597294"/>
                <a:gd name="connsiteY6" fmla="*/ 1859359 h 2543540"/>
                <a:gd name="connsiteX7" fmla="*/ 291846 w 597294"/>
                <a:gd name="connsiteY7" fmla="*/ 2250361 h 2543540"/>
                <a:gd name="connsiteX8" fmla="*/ 0 w 597294"/>
                <a:gd name="connsiteY8" fmla="*/ 2543540 h 25435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7294" h="2543540">
                  <a:moveTo>
                    <a:pt x="16478" y="2079"/>
                  </a:moveTo>
                  <a:cubicBezTo>
                    <a:pt x="101441" y="-6684"/>
                    <a:pt x="224885" y="12557"/>
                    <a:pt x="299847" y="53991"/>
                  </a:cubicBezTo>
                  <a:cubicBezTo>
                    <a:pt x="394240" y="106092"/>
                    <a:pt x="468440" y="189341"/>
                    <a:pt x="503206" y="291354"/>
                  </a:cubicBezTo>
                  <a:cubicBezTo>
                    <a:pt x="550069" y="429085"/>
                    <a:pt x="520827" y="577770"/>
                    <a:pt x="525113" y="724265"/>
                  </a:cubicBezTo>
                  <a:cubicBezTo>
                    <a:pt x="529019" y="856472"/>
                    <a:pt x="561118" y="986012"/>
                    <a:pt x="578930" y="1117267"/>
                  </a:cubicBezTo>
                  <a:cubicBezTo>
                    <a:pt x="595122" y="1236234"/>
                    <a:pt x="602742" y="1356630"/>
                    <a:pt x="592931" y="1476359"/>
                  </a:cubicBezTo>
                  <a:cubicBezTo>
                    <a:pt x="582073" y="1607709"/>
                    <a:pt x="549783" y="1736011"/>
                    <a:pt x="503206" y="1859359"/>
                  </a:cubicBezTo>
                  <a:cubicBezTo>
                    <a:pt x="450628" y="1998710"/>
                    <a:pt x="383857" y="2133298"/>
                    <a:pt x="291846" y="2250361"/>
                  </a:cubicBezTo>
                  <a:cubicBezTo>
                    <a:pt x="231553" y="2327132"/>
                    <a:pt x="73819" y="2479532"/>
                    <a:pt x="0" y="2543540"/>
                  </a:cubicBezTo>
                </a:path>
              </a:pathLst>
            </a:custGeom>
            <a:noFill/>
            <a:ln w="9525" cap="rnd">
              <a:solidFill>
                <a:schemeClr val="accent2">
                  <a:alpha val="50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52" name="Freeform: Shape 51">
              <a:extLst>
                <a:ext uri="{FF2B5EF4-FFF2-40B4-BE49-F238E27FC236}">
                  <a16:creationId xmlns:a16="http://schemas.microsoft.com/office/drawing/2014/main" id="{150C50DD-114B-4C37-9DEA-C411981AF7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3002" y="881264"/>
              <a:ext cx="258791" cy="1336561"/>
            </a:xfrm>
            <a:custGeom>
              <a:avLst/>
              <a:gdLst>
                <a:gd name="connsiteX0" fmla="*/ 0 w 389425"/>
                <a:gd name="connsiteY0" fmla="*/ 33 h 2011236"/>
                <a:gd name="connsiteX1" fmla="*/ 171260 w 389425"/>
                <a:gd name="connsiteY1" fmla="*/ 60326 h 2011236"/>
                <a:gd name="connsiteX2" fmla="*/ 211455 w 389425"/>
                <a:gd name="connsiteY2" fmla="*/ 221204 h 2011236"/>
                <a:gd name="connsiteX3" fmla="*/ 243078 w 389425"/>
                <a:gd name="connsiteY3" fmla="*/ 448089 h 2011236"/>
                <a:gd name="connsiteX4" fmla="*/ 346424 w 389425"/>
                <a:gd name="connsiteY4" fmla="*/ 789941 h 2011236"/>
                <a:gd name="connsiteX5" fmla="*/ 372237 w 389425"/>
                <a:gd name="connsiteY5" fmla="*/ 942151 h 2011236"/>
                <a:gd name="connsiteX6" fmla="*/ 386620 w 389425"/>
                <a:gd name="connsiteY6" fmla="*/ 1272478 h 2011236"/>
                <a:gd name="connsiteX7" fmla="*/ 280416 w 389425"/>
                <a:gd name="connsiteY7" fmla="*/ 1660241 h 2011236"/>
                <a:gd name="connsiteX8" fmla="*/ 151257 w 389425"/>
                <a:gd name="connsiteY8" fmla="*/ 1844073 h 2011236"/>
                <a:gd name="connsiteX9" fmla="*/ 1905 w 389425"/>
                <a:gd name="connsiteY9" fmla="*/ 2011237 h 2011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9425" h="2011236">
                  <a:moveTo>
                    <a:pt x="0" y="33"/>
                  </a:moveTo>
                  <a:cubicBezTo>
                    <a:pt x="57912" y="-824"/>
                    <a:pt x="136112" y="14892"/>
                    <a:pt x="171260" y="60326"/>
                  </a:cubicBezTo>
                  <a:cubicBezTo>
                    <a:pt x="205645" y="104903"/>
                    <a:pt x="207740" y="164244"/>
                    <a:pt x="211455" y="221204"/>
                  </a:cubicBezTo>
                  <a:cubicBezTo>
                    <a:pt x="216408" y="297594"/>
                    <a:pt x="225838" y="373604"/>
                    <a:pt x="243078" y="448089"/>
                  </a:cubicBezTo>
                  <a:cubicBezTo>
                    <a:pt x="269939" y="564199"/>
                    <a:pt x="319183" y="673927"/>
                    <a:pt x="346424" y="789941"/>
                  </a:cubicBezTo>
                  <a:cubicBezTo>
                    <a:pt x="358235" y="840043"/>
                    <a:pt x="365951" y="891097"/>
                    <a:pt x="372237" y="942151"/>
                  </a:cubicBezTo>
                  <a:cubicBezTo>
                    <a:pt x="385858" y="1051784"/>
                    <a:pt x="394049" y="1162274"/>
                    <a:pt x="386620" y="1272478"/>
                  </a:cubicBezTo>
                  <a:cubicBezTo>
                    <a:pt x="377476" y="1407828"/>
                    <a:pt x="344996" y="1541178"/>
                    <a:pt x="280416" y="1660241"/>
                  </a:cubicBezTo>
                  <a:cubicBezTo>
                    <a:pt x="244602" y="1726249"/>
                    <a:pt x="199358" y="1786352"/>
                    <a:pt x="151257" y="1844073"/>
                  </a:cubicBezTo>
                  <a:cubicBezTo>
                    <a:pt x="79534" y="1930084"/>
                    <a:pt x="89345" y="1941419"/>
                    <a:pt x="1905" y="2011237"/>
                  </a:cubicBezTo>
                </a:path>
              </a:pathLst>
            </a:custGeom>
            <a:noFill/>
            <a:ln w="9525" cap="rnd">
              <a:solidFill>
                <a:schemeClr val="accent2">
                  <a:alpha val="50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grpSp>
      <p:sp>
        <p:nvSpPr>
          <p:cNvPr id="2" name="Title 1">
            <a:extLst>
              <a:ext uri="{FF2B5EF4-FFF2-40B4-BE49-F238E27FC236}">
                <a16:creationId xmlns:a16="http://schemas.microsoft.com/office/drawing/2014/main" id="{B3D7F87D-EABD-0CE0-B0AA-018284BAE57A}"/>
              </a:ext>
            </a:extLst>
          </p:cNvPr>
          <p:cNvSpPr>
            <a:spLocks noGrp="1"/>
          </p:cNvSpPr>
          <p:nvPr>
            <p:ph type="title"/>
          </p:nvPr>
        </p:nvSpPr>
        <p:spPr>
          <a:xfrm>
            <a:off x="687420" y="690244"/>
            <a:ext cx="10890482" cy="709492"/>
          </a:xfrm>
        </p:spPr>
        <p:txBody>
          <a:bodyPr anchor="b">
            <a:normAutofit/>
          </a:bodyPr>
          <a:lstStyle/>
          <a:p>
            <a:pPr algn="ctr"/>
            <a:r>
              <a:rPr lang="en-US" sz="4000"/>
              <a:t>Opportunities Through Business Analytics</a:t>
            </a:r>
          </a:p>
        </p:txBody>
      </p:sp>
      <p:grpSp>
        <p:nvGrpSpPr>
          <p:cNvPr id="53" name="Bottom Right">
            <a:extLst>
              <a:ext uri="{FF2B5EF4-FFF2-40B4-BE49-F238E27FC236}">
                <a16:creationId xmlns:a16="http://schemas.microsoft.com/office/drawing/2014/main" id="{E29543BC-4F82-4E07-AB0A-5F46306785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974976" y="3278144"/>
            <a:ext cx="4211600" cy="3581399"/>
            <a:chOff x="7980400" y="3276601"/>
            <a:chExt cx="4211600" cy="3581399"/>
          </a:xfrm>
        </p:grpSpPr>
        <p:grpSp>
          <p:nvGrpSpPr>
            <p:cNvPr id="24" name="Graphic 157">
              <a:extLst>
                <a:ext uri="{FF2B5EF4-FFF2-40B4-BE49-F238E27FC236}">
                  <a16:creationId xmlns:a16="http://schemas.microsoft.com/office/drawing/2014/main" id="{B1F4E521-92A4-404B-9990-F7F6DF8FBA90}"/>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8662740" y="3276601"/>
              <a:ext cx="3529260" cy="3581396"/>
              <a:chOff x="4114800" y="1423987"/>
              <a:chExt cx="3961542" cy="4007547"/>
            </a:xfrm>
            <a:noFill/>
          </p:grpSpPr>
          <p:sp>
            <p:nvSpPr>
              <p:cNvPr id="54" name="Freeform: Shape 53">
                <a:extLst>
                  <a:ext uri="{FF2B5EF4-FFF2-40B4-BE49-F238E27FC236}">
                    <a16:creationId xmlns:a16="http://schemas.microsoft.com/office/drawing/2014/main" id="{40578EAD-9663-475F-A80B-5DE9F17D1D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14800" y="1423987"/>
                <a:ext cx="3946874" cy="3989641"/>
              </a:xfrm>
              <a:custGeom>
                <a:avLst/>
                <a:gdLst>
                  <a:gd name="connsiteX0" fmla="*/ 0 w 3946874"/>
                  <a:gd name="connsiteY0" fmla="*/ 3989641 h 3989641"/>
                  <a:gd name="connsiteX1" fmla="*/ 79439 w 3946874"/>
                  <a:gd name="connsiteY1" fmla="*/ 3891153 h 3989641"/>
                  <a:gd name="connsiteX2" fmla="*/ 297371 w 3946874"/>
                  <a:gd name="connsiteY2" fmla="*/ 3626930 h 3989641"/>
                  <a:gd name="connsiteX3" fmla="*/ 454343 w 3946874"/>
                  <a:gd name="connsiteY3" fmla="*/ 3440335 h 3989641"/>
                  <a:gd name="connsiteX4" fmla="*/ 622363 w 3946874"/>
                  <a:gd name="connsiteY4" fmla="*/ 3290697 h 3989641"/>
                  <a:gd name="connsiteX5" fmla="*/ 927068 w 3946874"/>
                  <a:gd name="connsiteY5" fmla="*/ 3087434 h 3989641"/>
                  <a:gd name="connsiteX6" fmla="*/ 1176338 w 3946874"/>
                  <a:gd name="connsiteY6" fmla="*/ 2915603 h 3989641"/>
                  <a:gd name="connsiteX7" fmla="*/ 1394270 w 3946874"/>
                  <a:gd name="connsiteY7" fmla="*/ 2780729 h 3989641"/>
                  <a:gd name="connsiteX8" fmla="*/ 1601057 w 3946874"/>
                  <a:gd name="connsiteY8" fmla="*/ 2723483 h 3989641"/>
                  <a:gd name="connsiteX9" fmla="*/ 1756220 w 3946874"/>
                  <a:gd name="connsiteY9" fmla="*/ 2743772 h 3989641"/>
                  <a:gd name="connsiteX10" fmla="*/ 1889189 w 3946874"/>
                  <a:gd name="connsiteY10" fmla="*/ 2765965 h 3989641"/>
                  <a:gd name="connsiteX11" fmla="*/ 2007394 w 3946874"/>
                  <a:gd name="connsiteY11" fmla="*/ 2765965 h 3989641"/>
                  <a:gd name="connsiteX12" fmla="*/ 2184654 w 3946874"/>
                  <a:gd name="connsiteY12" fmla="*/ 2671763 h 3989641"/>
                  <a:gd name="connsiteX13" fmla="*/ 2372773 w 3946874"/>
                  <a:gd name="connsiteY13" fmla="*/ 2538984 h 3989641"/>
                  <a:gd name="connsiteX14" fmla="*/ 2439543 w 3946874"/>
                  <a:gd name="connsiteY14" fmla="*/ 2510504 h 3989641"/>
                  <a:gd name="connsiteX15" fmla="*/ 2650617 w 3946874"/>
                  <a:gd name="connsiteY15" fmla="*/ 2434781 h 3989641"/>
                  <a:gd name="connsiteX16" fmla="*/ 2785110 w 3946874"/>
                  <a:gd name="connsiteY16" fmla="*/ 2383060 h 3989641"/>
                  <a:gd name="connsiteX17" fmla="*/ 2897315 w 3946874"/>
                  <a:gd name="connsiteY17" fmla="*/ 2318861 h 3989641"/>
                  <a:gd name="connsiteX18" fmla="*/ 2997994 w 3946874"/>
                  <a:gd name="connsiteY18" fmla="*/ 2226183 h 3989641"/>
                  <a:gd name="connsiteX19" fmla="*/ 3061240 w 3946874"/>
                  <a:gd name="connsiteY19" fmla="*/ 2141506 h 3989641"/>
                  <a:gd name="connsiteX20" fmla="*/ 3152108 w 3946874"/>
                  <a:gd name="connsiteY20" fmla="*/ 2005203 h 3989641"/>
                  <a:gd name="connsiteX21" fmla="*/ 3274124 w 3946874"/>
                  <a:gd name="connsiteY21" fmla="*/ 1871567 h 3989641"/>
                  <a:gd name="connsiteX22" fmla="*/ 3388138 w 3946874"/>
                  <a:gd name="connsiteY22" fmla="*/ 1770888 h 3989641"/>
                  <a:gd name="connsiteX23" fmla="*/ 3466529 w 3946874"/>
                  <a:gd name="connsiteY23" fmla="*/ 1679162 h 3989641"/>
                  <a:gd name="connsiteX24" fmla="*/ 3538633 w 3946874"/>
                  <a:gd name="connsiteY24" fmla="*/ 1551718 h 3989641"/>
                  <a:gd name="connsiteX25" fmla="*/ 3588544 w 3946874"/>
                  <a:gd name="connsiteY25" fmla="*/ 1376172 h 3989641"/>
                  <a:gd name="connsiteX26" fmla="*/ 3597402 w 3946874"/>
                  <a:gd name="connsiteY26" fmla="*/ 1293305 h 3989641"/>
                  <a:gd name="connsiteX27" fmla="*/ 3721227 w 3946874"/>
                  <a:gd name="connsiteY27" fmla="*/ 880491 h 3989641"/>
                  <a:gd name="connsiteX28" fmla="*/ 3761137 w 3946874"/>
                  <a:gd name="connsiteY28" fmla="*/ 463677 h 3989641"/>
                  <a:gd name="connsiteX29" fmla="*/ 3946874 w 3946874"/>
                  <a:gd name="connsiteY29" fmla="*/ 0 h 3989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3946874" h="3989641">
                    <a:moveTo>
                      <a:pt x="0" y="3989641"/>
                    </a:moveTo>
                    <a:cubicBezTo>
                      <a:pt x="19050" y="3957257"/>
                      <a:pt x="50959" y="3916013"/>
                      <a:pt x="79439" y="3891153"/>
                    </a:cubicBezTo>
                    <a:cubicBezTo>
                      <a:pt x="165544" y="3815906"/>
                      <a:pt x="227933" y="3717989"/>
                      <a:pt x="297371" y="3626930"/>
                    </a:cubicBezTo>
                    <a:cubicBezTo>
                      <a:pt x="346615" y="3562255"/>
                      <a:pt x="398050" y="3499009"/>
                      <a:pt x="454343" y="3440335"/>
                    </a:cubicBezTo>
                    <a:cubicBezTo>
                      <a:pt x="506349" y="3386042"/>
                      <a:pt x="562642" y="3336227"/>
                      <a:pt x="622363" y="3290697"/>
                    </a:cubicBezTo>
                    <a:cubicBezTo>
                      <a:pt x="719519" y="3216688"/>
                      <a:pt x="824960" y="3154585"/>
                      <a:pt x="927068" y="3087434"/>
                    </a:cubicBezTo>
                    <a:cubicBezTo>
                      <a:pt x="1011365" y="3031998"/>
                      <a:pt x="1093565" y="2973324"/>
                      <a:pt x="1176338" y="2915603"/>
                    </a:cubicBezTo>
                    <a:cubicBezTo>
                      <a:pt x="1246537" y="2866644"/>
                      <a:pt x="1317308" y="2818066"/>
                      <a:pt x="1394270" y="2780729"/>
                    </a:cubicBezTo>
                    <a:cubicBezTo>
                      <a:pt x="1459421" y="2749106"/>
                      <a:pt x="1528763" y="2724436"/>
                      <a:pt x="1601057" y="2723483"/>
                    </a:cubicBezTo>
                    <a:cubicBezTo>
                      <a:pt x="1653350" y="2722721"/>
                      <a:pt x="1704785" y="2733485"/>
                      <a:pt x="1756220" y="2743772"/>
                    </a:cubicBezTo>
                    <a:cubicBezTo>
                      <a:pt x="1800320" y="2752630"/>
                      <a:pt x="1844612" y="2760250"/>
                      <a:pt x="1889189" y="2765965"/>
                    </a:cubicBezTo>
                    <a:cubicBezTo>
                      <a:pt x="1928622" y="2771013"/>
                      <a:pt x="1968437" y="2773299"/>
                      <a:pt x="2007394" y="2765965"/>
                    </a:cubicBezTo>
                    <a:cubicBezTo>
                      <a:pt x="2073878" y="2753487"/>
                      <a:pt x="2130647" y="2712911"/>
                      <a:pt x="2184654" y="2671763"/>
                    </a:cubicBezTo>
                    <a:cubicBezTo>
                      <a:pt x="2245900" y="2625090"/>
                      <a:pt x="2304002" y="2573465"/>
                      <a:pt x="2372773" y="2538984"/>
                    </a:cubicBezTo>
                    <a:cubicBezTo>
                      <a:pt x="2394395" y="2528126"/>
                      <a:pt x="2416874" y="2518982"/>
                      <a:pt x="2439543" y="2510504"/>
                    </a:cubicBezTo>
                    <a:cubicBezTo>
                      <a:pt x="2509552" y="2484215"/>
                      <a:pt x="2580037" y="2459450"/>
                      <a:pt x="2650617" y="2434781"/>
                    </a:cubicBezTo>
                    <a:cubicBezTo>
                      <a:pt x="2695956" y="2418874"/>
                      <a:pt x="2741295" y="2402872"/>
                      <a:pt x="2785110" y="2383060"/>
                    </a:cubicBezTo>
                    <a:cubicBezTo>
                      <a:pt x="2824448" y="2365248"/>
                      <a:pt x="2862358" y="2344198"/>
                      <a:pt x="2897315" y="2318861"/>
                    </a:cubicBezTo>
                    <a:cubicBezTo>
                      <a:pt x="2934367" y="2292096"/>
                      <a:pt x="2968085" y="2260854"/>
                      <a:pt x="2997994" y="2226183"/>
                    </a:cubicBezTo>
                    <a:cubicBezTo>
                      <a:pt x="3020949" y="2199513"/>
                      <a:pt x="3041714" y="2170938"/>
                      <a:pt x="3061240" y="2141506"/>
                    </a:cubicBezTo>
                    <a:cubicBezTo>
                      <a:pt x="3091529" y="2095976"/>
                      <a:pt x="3119533" y="2049018"/>
                      <a:pt x="3152108" y="2005203"/>
                    </a:cubicBezTo>
                    <a:cubicBezTo>
                      <a:pt x="3188113" y="1956626"/>
                      <a:pt x="3229261" y="1912144"/>
                      <a:pt x="3274124" y="1871567"/>
                    </a:cubicBezTo>
                    <a:cubicBezTo>
                      <a:pt x="3311747" y="1837563"/>
                      <a:pt x="3351848" y="1806321"/>
                      <a:pt x="3388138" y="1770888"/>
                    </a:cubicBezTo>
                    <a:cubicBezTo>
                      <a:pt x="3416999" y="1742694"/>
                      <a:pt x="3443002" y="1711833"/>
                      <a:pt x="3466529" y="1679162"/>
                    </a:cubicBezTo>
                    <a:cubicBezTo>
                      <a:pt x="3495008" y="1639348"/>
                      <a:pt x="3519392" y="1596771"/>
                      <a:pt x="3538633" y="1551718"/>
                    </a:cubicBezTo>
                    <a:cubicBezTo>
                      <a:pt x="3562731" y="1495616"/>
                      <a:pt x="3578924" y="1436465"/>
                      <a:pt x="3588544" y="1376172"/>
                    </a:cubicBezTo>
                    <a:cubicBezTo>
                      <a:pt x="3592925" y="1348740"/>
                      <a:pt x="3595688" y="1321022"/>
                      <a:pt x="3597402" y="1293305"/>
                    </a:cubicBezTo>
                    <a:cubicBezTo>
                      <a:pt x="3605974" y="1155859"/>
                      <a:pt x="3717703" y="1018127"/>
                      <a:pt x="3721227" y="880491"/>
                    </a:cubicBezTo>
                    <a:cubicBezTo>
                      <a:pt x="3724751" y="740855"/>
                      <a:pt x="3743135" y="602171"/>
                      <a:pt x="3761137" y="463677"/>
                    </a:cubicBezTo>
                    <a:cubicBezTo>
                      <a:pt x="3776186" y="347758"/>
                      <a:pt x="3934968" y="116205"/>
                      <a:pt x="3946874" y="0"/>
                    </a:cubicBezTo>
                  </a:path>
                </a:pathLst>
              </a:custGeom>
              <a:noFill/>
              <a:ln w="9525" cap="rnd">
                <a:solidFill>
                  <a:schemeClr val="accent2">
                    <a:alpha val="35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55" name="Freeform: Shape 54">
                <a:extLst>
                  <a:ext uri="{FF2B5EF4-FFF2-40B4-BE49-F238E27FC236}">
                    <a16:creationId xmlns:a16="http://schemas.microsoft.com/office/drawing/2014/main" id="{7FC98A82-CD5D-4D9B-97CD-40E2E9C1038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95978" y="2441733"/>
                <a:ext cx="3665410" cy="2985611"/>
              </a:xfrm>
              <a:custGeom>
                <a:avLst/>
                <a:gdLst>
                  <a:gd name="connsiteX0" fmla="*/ 0 w 3665410"/>
                  <a:gd name="connsiteY0" fmla="*/ 2985611 h 2985611"/>
                  <a:gd name="connsiteX1" fmla="*/ 166211 w 3665410"/>
                  <a:gd name="connsiteY1" fmla="*/ 2699766 h 2985611"/>
                  <a:gd name="connsiteX2" fmla="*/ 397002 w 3665410"/>
                  <a:gd name="connsiteY2" fmla="*/ 2414969 h 2985611"/>
                  <a:gd name="connsiteX3" fmla="*/ 620173 w 3665410"/>
                  <a:gd name="connsiteY3" fmla="*/ 2237899 h 2985611"/>
                  <a:gd name="connsiteX4" fmla="*/ 823341 w 3665410"/>
                  <a:gd name="connsiteY4" fmla="*/ 2085499 h 2985611"/>
                  <a:gd name="connsiteX5" fmla="*/ 1089565 w 3665410"/>
                  <a:gd name="connsiteY5" fmla="*/ 1911477 h 2985611"/>
                  <a:gd name="connsiteX6" fmla="*/ 1145000 w 3665410"/>
                  <a:gd name="connsiteY6" fmla="*/ 1886807 h 2985611"/>
                  <a:gd name="connsiteX7" fmla="*/ 1375791 w 3665410"/>
                  <a:gd name="connsiteY7" fmla="*/ 1842135 h 2985611"/>
                  <a:gd name="connsiteX8" fmla="*/ 1486567 w 3665410"/>
                  <a:gd name="connsiteY8" fmla="*/ 1857566 h 2985611"/>
                  <a:gd name="connsiteX9" fmla="*/ 1568101 w 3665410"/>
                  <a:gd name="connsiteY9" fmla="*/ 1871377 h 2985611"/>
                  <a:gd name="connsiteX10" fmla="*/ 1810607 w 3665410"/>
                  <a:gd name="connsiteY10" fmla="*/ 1871377 h 2985611"/>
                  <a:gd name="connsiteX11" fmla="*/ 1997964 w 3665410"/>
                  <a:gd name="connsiteY11" fmla="*/ 1790605 h 2985611"/>
                  <a:gd name="connsiteX12" fmla="*/ 2109883 w 3665410"/>
                  <a:gd name="connsiteY12" fmla="*/ 1702784 h 2985611"/>
                  <a:gd name="connsiteX13" fmla="*/ 2321433 w 3665410"/>
                  <a:gd name="connsiteY13" fmla="*/ 1552384 h 2985611"/>
                  <a:gd name="connsiteX14" fmla="*/ 2558891 w 3665410"/>
                  <a:gd name="connsiteY14" fmla="*/ 1453420 h 2985611"/>
                  <a:gd name="connsiteX15" fmla="*/ 2709767 w 3665410"/>
                  <a:gd name="connsiteY15" fmla="*/ 1377887 h 2985611"/>
                  <a:gd name="connsiteX16" fmla="*/ 2885408 w 3665410"/>
                  <a:gd name="connsiteY16" fmla="*/ 1237393 h 2985611"/>
                  <a:gd name="connsiteX17" fmla="*/ 3017711 w 3665410"/>
                  <a:gd name="connsiteY17" fmla="*/ 1072229 h 2985611"/>
                  <a:gd name="connsiteX18" fmla="*/ 3150680 w 3665410"/>
                  <a:gd name="connsiteY18" fmla="*/ 921830 h 2985611"/>
                  <a:gd name="connsiteX19" fmla="*/ 3255169 w 3665410"/>
                  <a:gd name="connsiteY19" fmla="*/ 801815 h 2985611"/>
                  <a:gd name="connsiteX20" fmla="*/ 3339275 w 3665410"/>
                  <a:gd name="connsiteY20" fmla="*/ 694182 h 2985611"/>
                  <a:gd name="connsiteX21" fmla="*/ 3409188 w 3665410"/>
                  <a:gd name="connsiteY21" fmla="*/ 546926 h 2985611"/>
                  <a:gd name="connsiteX22" fmla="*/ 3464243 w 3665410"/>
                  <a:gd name="connsiteY22" fmla="*/ 347663 h 2985611"/>
                  <a:gd name="connsiteX23" fmla="*/ 3665411 w 3665410"/>
                  <a:gd name="connsiteY23" fmla="*/ 0 h 2985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665410" h="2985611">
                    <a:moveTo>
                      <a:pt x="0" y="2985611"/>
                    </a:moveTo>
                    <a:cubicBezTo>
                      <a:pt x="0" y="2985611"/>
                      <a:pt x="86773" y="2802827"/>
                      <a:pt x="166211" y="2699766"/>
                    </a:cubicBezTo>
                    <a:cubicBezTo>
                      <a:pt x="240983" y="2602706"/>
                      <a:pt x="309182" y="2500122"/>
                      <a:pt x="397002" y="2414969"/>
                    </a:cubicBezTo>
                    <a:cubicBezTo>
                      <a:pt x="465296" y="2348865"/>
                      <a:pt x="543592" y="2294477"/>
                      <a:pt x="620173" y="2237899"/>
                    </a:cubicBezTo>
                    <a:cubicBezTo>
                      <a:pt x="688277" y="2187607"/>
                      <a:pt x="755333" y="2135886"/>
                      <a:pt x="823341" y="2085499"/>
                    </a:cubicBezTo>
                    <a:cubicBezTo>
                      <a:pt x="908685" y="2022253"/>
                      <a:pt x="994791" y="1959197"/>
                      <a:pt x="1089565" y="1911477"/>
                    </a:cubicBezTo>
                    <a:cubicBezTo>
                      <a:pt x="1107662" y="1902428"/>
                      <a:pt x="1126141" y="1894141"/>
                      <a:pt x="1145000" y="1886807"/>
                    </a:cubicBezTo>
                    <a:cubicBezTo>
                      <a:pt x="1218819" y="1858232"/>
                      <a:pt x="1296924" y="1838611"/>
                      <a:pt x="1375791" y="1842135"/>
                    </a:cubicBezTo>
                    <a:cubicBezTo>
                      <a:pt x="1413129" y="1843754"/>
                      <a:pt x="1449896" y="1850422"/>
                      <a:pt x="1486567" y="1857566"/>
                    </a:cubicBezTo>
                    <a:cubicBezTo>
                      <a:pt x="1513618" y="1862804"/>
                      <a:pt x="1540859" y="1867376"/>
                      <a:pt x="1568101" y="1871377"/>
                    </a:cubicBezTo>
                    <a:cubicBezTo>
                      <a:pt x="1648778" y="1883188"/>
                      <a:pt x="1730978" y="1887665"/>
                      <a:pt x="1810607" y="1871377"/>
                    </a:cubicBezTo>
                    <a:cubicBezTo>
                      <a:pt x="1877854" y="1857661"/>
                      <a:pt x="1941100" y="1829086"/>
                      <a:pt x="1997964" y="1790605"/>
                    </a:cubicBezTo>
                    <a:cubicBezTo>
                      <a:pt x="2037302" y="1764030"/>
                      <a:pt x="2073497" y="1733264"/>
                      <a:pt x="2109883" y="1702784"/>
                    </a:cubicBezTo>
                    <a:cubicBezTo>
                      <a:pt x="2176367" y="1647063"/>
                      <a:pt x="2244852" y="1593151"/>
                      <a:pt x="2321433" y="1552384"/>
                    </a:cubicBezTo>
                    <a:cubicBezTo>
                      <a:pt x="2397157" y="1512094"/>
                      <a:pt x="2479548" y="1486281"/>
                      <a:pt x="2558891" y="1453420"/>
                    </a:cubicBezTo>
                    <a:cubicBezTo>
                      <a:pt x="2610898" y="1431798"/>
                      <a:pt x="2661571" y="1407033"/>
                      <a:pt x="2709767" y="1377887"/>
                    </a:cubicBezTo>
                    <a:cubicBezTo>
                      <a:pt x="2774252" y="1338929"/>
                      <a:pt x="2834069" y="1292447"/>
                      <a:pt x="2885408" y="1237393"/>
                    </a:cubicBezTo>
                    <a:cubicBezTo>
                      <a:pt x="2933605" y="1185767"/>
                      <a:pt x="2973324" y="1127093"/>
                      <a:pt x="3017711" y="1072229"/>
                    </a:cubicBezTo>
                    <a:cubicBezTo>
                      <a:pt x="3059811" y="1020223"/>
                      <a:pt x="3105912" y="971645"/>
                      <a:pt x="3150680" y="921830"/>
                    </a:cubicBezTo>
                    <a:cubicBezTo>
                      <a:pt x="3186113" y="882396"/>
                      <a:pt x="3220593" y="842010"/>
                      <a:pt x="3255169" y="801815"/>
                    </a:cubicBezTo>
                    <a:cubicBezTo>
                      <a:pt x="3284887" y="767239"/>
                      <a:pt x="3314605" y="732473"/>
                      <a:pt x="3339275" y="694182"/>
                    </a:cubicBezTo>
                    <a:cubicBezTo>
                      <a:pt x="3368707" y="648367"/>
                      <a:pt x="3390138" y="597980"/>
                      <a:pt x="3409188" y="546926"/>
                    </a:cubicBezTo>
                    <a:cubicBezTo>
                      <a:pt x="3433382" y="482156"/>
                      <a:pt x="3453384" y="415861"/>
                      <a:pt x="3464243" y="347663"/>
                    </a:cubicBezTo>
                    <a:cubicBezTo>
                      <a:pt x="3476244" y="272224"/>
                      <a:pt x="3661696" y="76295"/>
                      <a:pt x="3665411" y="0"/>
                    </a:cubicBezTo>
                  </a:path>
                </a:pathLst>
              </a:custGeom>
              <a:noFill/>
              <a:ln w="9525" cap="rnd">
                <a:solidFill>
                  <a:schemeClr val="accent2">
                    <a:alpha val="35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56" name="Freeform: Shape 55">
                <a:extLst>
                  <a:ext uri="{FF2B5EF4-FFF2-40B4-BE49-F238E27FC236}">
                    <a16:creationId xmlns:a16="http://schemas.microsoft.com/office/drawing/2014/main" id="{590100E2-61F2-4AAB-A0ED-B08B7A708C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90402" y="5229700"/>
                <a:ext cx="285940" cy="199072"/>
              </a:xfrm>
              <a:custGeom>
                <a:avLst/>
                <a:gdLst>
                  <a:gd name="connsiteX0" fmla="*/ 0 w 285940"/>
                  <a:gd name="connsiteY0" fmla="*/ 199073 h 199072"/>
                  <a:gd name="connsiteX1" fmla="*/ 285940 w 285940"/>
                  <a:gd name="connsiteY1" fmla="*/ 0 h 199072"/>
                </a:gdLst>
                <a:ahLst/>
                <a:cxnLst>
                  <a:cxn ang="0">
                    <a:pos x="connsiteX0" y="connsiteY0"/>
                  </a:cxn>
                  <a:cxn ang="0">
                    <a:pos x="connsiteX1" y="connsiteY1"/>
                  </a:cxn>
                </a:cxnLst>
                <a:rect l="l" t="t" r="r" b="b"/>
                <a:pathLst>
                  <a:path w="285940" h="199072">
                    <a:moveTo>
                      <a:pt x="0" y="199073"/>
                    </a:moveTo>
                    <a:cubicBezTo>
                      <a:pt x="0" y="199073"/>
                      <a:pt x="242125" y="39243"/>
                      <a:pt x="285940" y="0"/>
                    </a:cubicBezTo>
                  </a:path>
                </a:pathLst>
              </a:custGeom>
              <a:noFill/>
              <a:ln w="9525" cap="rnd">
                <a:solidFill>
                  <a:schemeClr val="accent2">
                    <a:alpha val="35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57" name="Freeform: Shape 56">
                <a:extLst>
                  <a:ext uri="{FF2B5EF4-FFF2-40B4-BE49-F238E27FC236}">
                    <a16:creationId xmlns:a16="http://schemas.microsoft.com/office/drawing/2014/main" id="{7E20DC85-459A-4BEB-8147-3AE04CC421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393114" y="5049773"/>
                <a:ext cx="655796" cy="381190"/>
              </a:xfrm>
              <a:custGeom>
                <a:avLst/>
                <a:gdLst>
                  <a:gd name="connsiteX0" fmla="*/ 0 w 655796"/>
                  <a:gd name="connsiteY0" fmla="*/ 381190 h 381190"/>
                  <a:gd name="connsiteX1" fmla="*/ 655796 w 655796"/>
                  <a:gd name="connsiteY1" fmla="*/ 0 h 381190"/>
                </a:gdLst>
                <a:ahLst/>
                <a:cxnLst>
                  <a:cxn ang="0">
                    <a:pos x="connsiteX0" y="connsiteY0"/>
                  </a:cxn>
                  <a:cxn ang="0">
                    <a:pos x="connsiteX1" y="connsiteY1"/>
                  </a:cxn>
                </a:cxnLst>
                <a:rect l="l" t="t" r="r" b="b"/>
                <a:pathLst>
                  <a:path w="655796" h="381190">
                    <a:moveTo>
                      <a:pt x="0" y="381190"/>
                    </a:moveTo>
                    <a:cubicBezTo>
                      <a:pt x="0" y="381190"/>
                      <a:pt x="461105" y="172117"/>
                      <a:pt x="655796" y="0"/>
                    </a:cubicBezTo>
                  </a:path>
                </a:pathLst>
              </a:custGeom>
              <a:noFill/>
              <a:ln w="9525" cap="rnd">
                <a:solidFill>
                  <a:schemeClr val="accent2">
                    <a:alpha val="35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58" name="Freeform: Shape 57">
                <a:extLst>
                  <a:ext uri="{FF2B5EF4-FFF2-40B4-BE49-F238E27FC236}">
                    <a16:creationId xmlns:a16="http://schemas.microsoft.com/office/drawing/2014/main" id="{F72A9DDF-0B98-41A6-8F44-54776E027F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154072" y="3867816"/>
                <a:ext cx="2907315" cy="1544764"/>
              </a:xfrm>
              <a:custGeom>
                <a:avLst/>
                <a:gdLst>
                  <a:gd name="connsiteX0" fmla="*/ 0 w 2907315"/>
                  <a:gd name="connsiteY0" fmla="*/ 1544764 h 1544764"/>
                  <a:gd name="connsiteX1" fmla="*/ 201644 w 2907315"/>
                  <a:gd name="connsiteY1" fmla="*/ 1352550 h 1544764"/>
                  <a:gd name="connsiteX2" fmla="*/ 423196 w 2907315"/>
                  <a:gd name="connsiteY2" fmla="*/ 1196054 h 1544764"/>
                  <a:gd name="connsiteX3" fmla="*/ 782193 w 2907315"/>
                  <a:gd name="connsiteY3" fmla="*/ 1099947 h 1544764"/>
                  <a:gd name="connsiteX4" fmla="*/ 1052513 w 2907315"/>
                  <a:gd name="connsiteY4" fmla="*/ 1042321 h 1544764"/>
                  <a:gd name="connsiteX5" fmla="*/ 1311783 w 2907315"/>
                  <a:gd name="connsiteY5" fmla="*/ 1056037 h 1544764"/>
                  <a:gd name="connsiteX6" fmla="*/ 1484662 w 2907315"/>
                  <a:gd name="connsiteY6" fmla="*/ 1083469 h 1544764"/>
                  <a:gd name="connsiteX7" fmla="*/ 1788224 w 2907315"/>
                  <a:gd name="connsiteY7" fmla="*/ 1023080 h 1544764"/>
                  <a:gd name="connsiteX8" fmla="*/ 2269045 w 2907315"/>
                  <a:gd name="connsiteY8" fmla="*/ 734758 h 1544764"/>
                  <a:gd name="connsiteX9" fmla="*/ 2534984 w 2907315"/>
                  <a:gd name="connsiteY9" fmla="*/ 572738 h 1544764"/>
                  <a:gd name="connsiteX10" fmla="*/ 2907316 w 2907315"/>
                  <a:gd name="connsiteY10" fmla="*/ 0 h 1544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907315" h="1544764">
                    <a:moveTo>
                      <a:pt x="0" y="1544764"/>
                    </a:moveTo>
                    <a:cubicBezTo>
                      <a:pt x="0" y="1544764"/>
                      <a:pt x="98012" y="1443990"/>
                      <a:pt x="201644" y="1352550"/>
                    </a:cubicBezTo>
                    <a:cubicBezTo>
                      <a:pt x="271272" y="1291209"/>
                      <a:pt x="343662" y="1234249"/>
                      <a:pt x="423196" y="1196054"/>
                    </a:cubicBezTo>
                    <a:cubicBezTo>
                      <a:pt x="537591" y="1141095"/>
                      <a:pt x="661226" y="1127189"/>
                      <a:pt x="782193" y="1099947"/>
                    </a:cubicBezTo>
                    <a:cubicBezTo>
                      <a:pt x="872300" y="1079659"/>
                      <a:pt x="961358" y="1051370"/>
                      <a:pt x="1052513" y="1042321"/>
                    </a:cubicBezTo>
                    <a:cubicBezTo>
                      <a:pt x="1139000" y="1033653"/>
                      <a:pt x="1225868" y="1040321"/>
                      <a:pt x="1311783" y="1056037"/>
                    </a:cubicBezTo>
                    <a:cubicBezTo>
                      <a:pt x="1369314" y="1066609"/>
                      <a:pt x="1426559" y="1079373"/>
                      <a:pt x="1484662" y="1083469"/>
                    </a:cubicBezTo>
                    <a:cubicBezTo>
                      <a:pt x="1587913" y="1090803"/>
                      <a:pt x="1690402" y="1064800"/>
                      <a:pt x="1788224" y="1023080"/>
                    </a:cubicBezTo>
                    <a:cubicBezTo>
                      <a:pt x="1956721" y="951262"/>
                      <a:pt x="2106549" y="825722"/>
                      <a:pt x="2269045" y="734758"/>
                    </a:cubicBezTo>
                    <a:cubicBezTo>
                      <a:pt x="2359438" y="684181"/>
                      <a:pt x="2452497" y="640556"/>
                      <a:pt x="2534984" y="572738"/>
                    </a:cubicBezTo>
                    <a:cubicBezTo>
                      <a:pt x="2673001" y="459391"/>
                      <a:pt x="2847023" y="191453"/>
                      <a:pt x="2907316" y="0"/>
                    </a:cubicBezTo>
                  </a:path>
                </a:pathLst>
              </a:custGeom>
              <a:noFill/>
              <a:ln w="9525" cap="rnd">
                <a:solidFill>
                  <a:schemeClr val="accent2">
                    <a:alpha val="35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59" name="Freeform: Shape 58">
                <a:extLst>
                  <a:ext uri="{FF2B5EF4-FFF2-40B4-BE49-F238E27FC236}">
                    <a16:creationId xmlns:a16="http://schemas.microsoft.com/office/drawing/2014/main" id="{43F611D7-5B82-42F8-B143-68F2A6CDAC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07946" y="3479100"/>
                <a:ext cx="3168300" cy="1952434"/>
              </a:xfrm>
              <a:custGeom>
                <a:avLst/>
                <a:gdLst>
                  <a:gd name="connsiteX0" fmla="*/ 0 w 3168300"/>
                  <a:gd name="connsiteY0" fmla="*/ 1952435 h 1952434"/>
                  <a:gd name="connsiteX1" fmla="*/ 202121 w 3168300"/>
                  <a:gd name="connsiteY1" fmla="*/ 1687068 h 1952434"/>
                  <a:gd name="connsiteX2" fmla="*/ 545116 w 3168300"/>
                  <a:gd name="connsiteY2" fmla="*/ 1450277 h 1952434"/>
                  <a:gd name="connsiteX3" fmla="*/ 906780 w 3168300"/>
                  <a:gd name="connsiteY3" fmla="*/ 1354455 h 1952434"/>
                  <a:gd name="connsiteX4" fmla="*/ 1332262 w 3168300"/>
                  <a:gd name="connsiteY4" fmla="*/ 1285304 h 1952434"/>
                  <a:gd name="connsiteX5" fmla="*/ 1691259 w 3168300"/>
                  <a:gd name="connsiteY5" fmla="*/ 1240060 h 1952434"/>
                  <a:gd name="connsiteX6" fmla="*/ 2010346 w 3168300"/>
                  <a:gd name="connsiteY6" fmla="*/ 1141667 h 1952434"/>
                  <a:gd name="connsiteX7" fmla="*/ 2393252 w 3168300"/>
                  <a:gd name="connsiteY7" fmla="*/ 1027271 h 1952434"/>
                  <a:gd name="connsiteX8" fmla="*/ 2582037 w 3168300"/>
                  <a:gd name="connsiteY8" fmla="*/ 958120 h 1952434"/>
                  <a:gd name="connsiteX9" fmla="*/ 2760155 w 3168300"/>
                  <a:gd name="connsiteY9" fmla="*/ 827723 h 1952434"/>
                  <a:gd name="connsiteX10" fmla="*/ 2914364 w 3168300"/>
                  <a:gd name="connsiteY10" fmla="*/ 567023 h 1952434"/>
                  <a:gd name="connsiteX11" fmla="*/ 3168301 w 3168300"/>
                  <a:gd name="connsiteY11" fmla="*/ 0 h 1952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68300" h="1952434">
                    <a:moveTo>
                      <a:pt x="0" y="1952435"/>
                    </a:moveTo>
                    <a:cubicBezTo>
                      <a:pt x="0" y="1952435"/>
                      <a:pt x="91059" y="1796415"/>
                      <a:pt x="202121" y="1687068"/>
                    </a:cubicBezTo>
                    <a:cubicBezTo>
                      <a:pt x="301943" y="1588675"/>
                      <a:pt x="416528" y="1505617"/>
                      <a:pt x="545116" y="1450277"/>
                    </a:cubicBezTo>
                    <a:cubicBezTo>
                      <a:pt x="659987" y="1400747"/>
                      <a:pt x="783622" y="1377601"/>
                      <a:pt x="906780" y="1354455"/>
                    </a:cubicBezTo>
                    <a:cubicBezTo>
                      <a:pt x="1048036" y="1327976"/>
                      <a:pt x="1189482" y="1301972"/>
                      <a:pt x="1332262" y="1285304"/>
                    </a:cubicBezTo>
                    <a:cubicBezTo>
                      <a:pt x="1452182" y="1271302"/>
                      <a:pt x="1573340" y="1265873"/>
                      <a:pt x="1691259" y="1240060"/>
                    </a:cubicBezTo>
                    <a:cubicBezTo>
                      <a:pt x="1800035" y="1216247"/>
                      <a:pt x="1904619" y="1176718"/>
                      <a:pt x="2010346" y="1141667"/>
                    </a:cubicBezTo>
                    <a:cubicBezTo>
                      <a:pt x="2136743" y="1099661"/>
                      <a:pt x="2265902" y="1066229"/>
                      <a:pt x="2393252" y="1027271"/>
                    </a:cubicBezTo>
                    <a:cubicBezTo>
                      <a:pt x="2457450" y="1007650"/>
                      <a:pt x="2521744" y="987552"/>
                      <a:pt x="2582037" y="958120"/>
                    </a:cubicBezTo>
                    <a:cubicBezTo>
                      <a:pt x="2648807" y="925449"/>
                      <a:pt x="2710815" y="883349"/>
                      <a:pt x="2760155" y="827723"/>
                    </a:cubicBezTo>
                    <a:cubicBezTo>
                      <a:pt x="2827496" y="751904"/>
                      <a:pt x="2867978" y="657511"/>
                      <a:pt x="2914364" y="567023"/>
                    </a:cubicBezTo>
                    <a:cubicBezTo>
                      <a:pt x="2972753" y="453200"/>
                      <a:pt x="3119152" y="118015"/>
                      <a:pt x="3168301" y="0"/>
                    </a:cubicBezTo>
                  </a:path>
                </a:pathLst>
              </a:custGeom>
              <a:noFill/>
              <a:ln w="9525" cap="rnd">
                <a:solidFill>
                  <a:schemeClr val="accent2">
                    <a:alpha val="35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60" name="Freeform: Shape 59">
                <a:extLst>
                  <a:ext uri="{FF2B5EF4-FFF2-40B4-BE49-F238E27FC236}">
                    <a16:creationId xmlns:a16="http://schemas.microsoft.com/office/drawing/2014/main" id="{7D58D974-C48E-4A34-90C2-C8D37E0806F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04778" y="2976752"/>
                <a:ext cx="3356800" cy="2452020"/>
              </a:xfrm>
              <a:custGeom>
                <a:avLst/>
                <a:gdLst>
                  <a:gd name="connsiteX0" fmla="*/ 0 w 3356800"/>
                  <a:gd name="connsiteY0" fmla="*/ 2452021 h 2452020"/>
                  <a:gd name="connsiteX1" fmla="*/ 130874 w 3356800"/>
                  <a:gd name="connsiteY1" fmla="*/ 2247710 h 2452020"/>
                  <a:gd name="connsiteX2" fmla="*/ 437197 w 3356800"/>
                  <a:gd name="connsiteY2" fmla="*/ 1941195 h 2452020"/>
                  <a:gd name="connsiteX3" fmla="*/ 737140 w 3356800"/>
                  <a:gd name="connsiteY3" fmla="*/ 1736884 h 2452020"/>
                  <a:gd name="connsiteX4" fmla="*/ 1031843 w 3356800"/>
                  <a:gd name="connsiteY4" fmla="*/ 1685068 h 2452020"/>
                  <a:gd name="connsiteX5" fmla="*/ 1287304 w 3356800"/>
                  <a:gd name="connsiteY5" fmla="*/ 1655826 h 2452020"/>
                  <a:gd name="connsiteX6" fmla="*/ 1471994 w 3356800"/>
                  <a:gd name="connsiteY6" fmla="*/ 1634300 h 2452020"/>
                  <a:gd name="connsiteX7" fmla="*/ 1898237 w 3356800"/>
                  <a:gd name="connsiteY7" fmla="*/ 1512665 h 2452020"/>
                  <a:gd name="connsiteX8" fmla="*/ 2229136 w 3356800"/>
                  <a:gd name="connsiteY8" fmla="*/ 1355598 h 2452020"/>
                  <a:gd name="connsiteX9" fmla="*/ 2512314 w 3356800"/>
                  <a:gd name="connsiteY9" fmla="*/ 1238631 h 2452020"/>
                  <a:gd name="connsiteX10" fmla="*/ 2758535 w 3356800"/>
                  <a:gd name="connsiteY10" fmla="*/ 1096994 h 2452020"/>
                  <a:gd name="connsiteX11" fmla="*/ 2935510 w 3356800"/>
                  <a:gd name="connsiteY11" fmla="*/ 919925 h 2452020"/>
                  <a:gd name="connsiteX12" fmla="*/ 3081719 w 3356800"/>
                  <a:gd name="connsiteY12" fmla="*/ 687419 h 2452020"/>
                  <a:gd name="connsiteX13" fmla="*/ 3356800 w 3356800"/>
                  <a:gd name="connsiteY13" fmla="*/ 0 h 245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56800" h="2452020">
                    <a:moveTo>
                      <a:pt x="0" y="2452021"/>
                    </a:moveTo>
                    <a:cubicBezTo>
                      <a:pt x="0" y="2452021"/>
                      <a:pt x="57150" y="2344198"/>
                      <a:pt x="130874" y="2247710"/>
                    </a:cubicBezTo>
                    <a:cubicBezTo>
                      <a:pt x="218694" y="2132648"/>
                      <a:pt x="328136" y="2036635"/>
                      <a:pt x="437197" y="1941195"/>
                    </a:cubicBezTo>
                    <a:cubicBezTo>
                      <a:pt x="529304" y="1860709"/>
                      <a:pt x="623030" y="1779556"/>
                      <a:pt x="737140" y="1736884"/>
                    </a:cubicBezTo>
                    <a:cubicBezTo>
                      <a:pt x="830866" y="1701736"/>
                      <a:pt x="932021" y="1695450"/>
                      <a:pt x="1031843" y="1685068"/>
                    </a:cubicBezTo>
                    <a:cubicBezTo>
                      <a:pt x="1117092" y="1676210"/>
                      <a:pt x="1202055" y="1665160"/>
                      <a:pt x="1287304" y="1655826"/>
                    </a:cubicBezTo>
                    <a:cubicBezTo>
                      <a:pt x="1348931" y="1649063"/>
                      <a:pt x="1410653" y="1643539"/>
                      <a:pt x="1471994" y="1634300"/>
                    </a:cubicBezTo>
                    <a:cubicBezTo>
                      <a:pt x="1618679" y="1612011"/>
                      <a:pt x="1761935" y="1571149"/>
                      <a:pt x="1898237" y="1512665"/>
                    </a:cubicBezTo>
                    <a:cubicBezTo>
                      <a:pt x="2010442" y="1464564"/>
                      <a:pt x="2117503" y="1405128"/>
                      <a:pt x="2229136" y="1355598"/>
                    </a:cubicBezTo>
                    <a:cubicBezTo>
                      <a:pt x="2322481" y="1314164"/>
                      <a:pt x="2418969" y="1280160"/>
                      <a:pt x="2512314" y="1238631"/>
                    </a:cubicBezTo>
                    <a:cubicBezTo>
                      <a:pt x="2599087" y="1199960"/>
                      <a:pt x="2683193" y="1154811"/>
                      <a:pt x="2758535" y="1096994"/>
                    </a:cubicBezTo>
                    <a:cubicBezTo>
                      <a:pt x="2825020" y="1046035"/>
                      <a:pt x="2883789" y="985837"/>
                      <a:pt x="2935510" y="919925"/>
                    </a:cubicBezTo>
                    <a:cubicBezTo>
                      <a:pt x="2992184" y="847725"/>
                      <a:pt x="3039904" y="769144"/>
                      <a:pt x="3081719" y="687419"/>
                    </a:cubicBezTo>
                    <a:cubicBezTo>
                      <a:pt x="3138297" y="576739"/>
                      <a:pt x="3314129" y="116776"/>
                      <a:pt x="3356800" y="0"/>
                    </a:cubicBezTo>
                  </a:path>
                </a:pathLst>
              </a:custGeom>
              <a:noFill/>
              <a:ln w="9525" cap="rnd">
                <a:solidFill>
                  <a:schemeClr val="accent2">
                    <a:alpha val="35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grpSp>
        <p:sp>
          <p:nvSpPr>
            <p:cNvPr id="61" name="Freeform: Shape 60">
              <a:extLst>
                <a:ext uri="{FF2B5EF4-FFF2-40B4-BE49-F238E27FC236}">
                  <a16:creationId xmlns:a16="http://schemas.microsoft.com/office/drawing/2014/main" id="{1360CE22-0882-4148-AD09-1074F556BA2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980400" y="5197178"/>
              <a:ext cx="4211600" cy="1660822"/>
            </a:xfrm>
            <a:custGeom>
              <a:avLst/>
              <a:gdLst>
                <a:gd name="connsiteX0" fmla="*/ 4211600 w 4211600"/>
                <a:gd name="connsiteY0" fmla="*/ 0 h 1660822"/>
                <a:gd name="connsiteX1" fmla="*/ 4211600 w 4211600"/>
                <a:gd name="connsiteY1" fmla="*/ 58430 h 1660822"/>
                <a:gd name="connsiteX2" fmla="*/ 4136524 w 4211600"/>
                <a:gd name="connsiteY2" fmla="*/ 208808 h 1660822"/>
                <a:gd name="connsiteX3" fmla="*/ 3973354 w 4211600"/>
                <a:gd name="connsiteY3" fmla="*/ 437313 h 1660822"/>
                <a:gd name="connsiteX4" fmla="*/ 3884746 w 4211600"/>
                <a:gd name="connsiteY4" fmla="*/ 553613 h 1660822"/>
                <a:gd name="connsiteX5" fmla="*/ 3849435 w 4211600"/>
                <a:gd name="connsiteY5" fmla="*/ 603143 h 1660822"/>
                <a:gd name="connsiteX6" fmla="*/ 3661849 w 4211600"/>
                <a:gd name="connsiteY6" fmla="*/ 819075 h 1660822"/>
                <a:gd name="connsiteX7" fmla="*/ 3402589 w 4211600"/>
                <a:gd name="connsiteY7" fmla="*/ 952996 h 1660822"/>
                <a:gd name="connsiteX8" fmla="*/ 3130202 w 4211600"/>
                <a:gd name="connsiteY8" fmla="*/ 1023386 h 1660822"/>
                <a:gd name="connsiteX9" fmla="*/ 2914657 w 4211600"/>
                <a:gd name="connsiteY9" fmla="*/ 1068058 h 1660822"/>
                <a:gd name="connsiteX10" fmla="*/ 2582149 w 4211600"/>
                <a:gd name="connsiteY10" fmla="*/ 1138924 h 1660822"/>
                <a:gd name="connsiteX11" fmla="*/ 2483958 w 4211600"/>
                <a:gd name="connsiteY11" fmla="*/ 1162356 h 1660822"/>
                <a:gd name="connsiteX12" fmla="*/ 2123750 w 4211600"/>
                <a:gd name="connsiteY12" fmla="*/ 1238651 h 1660822"/>
                <a:gd name="connsiteX13" fmla="*/ 1761444 w 4211600"/>
                <a:gd name="connsiteY13" fmla="*/ 1273417 h 1660822"/>
                <a:gd name="connsiteX14" fmla="*/ 1608382 w 4211600"/>
                <a:gd name="connsiteY14" fmla="*/ 1284466 h 1660822"/>
                <a:gd name="connsiteX15" fmla="*/ 999942 w 4211600"/>
                <a:gd name="connsiteY15" fmla="*/ 1354284 h 1660822"/>
                <a:gd name="connsiteX16" fmla="*/ 484705 w 4211600"/>
                <a:gd name="connsiteY16" fmla="*/ 1450487 h 1660822"/>
                <a:gd name="connsiteX17" fmla="*/ 113310 w 4211600"/>
                <a:gd name="connsiteY17" fmla="*/ 1613700 h 1660822"/>
                <a:gd name="connsiteX18" fmla="*/ 39668 w 4211600"/>
                <a:gd name="connsiteY18" fmla="*/ 1660822 h 1660822"/>
                <a:gd name="connsiteX19" fmla="*/ 0 w 4211600"/>
                <a:gd name="connsiteY19" fmla="*/ 1660822 h 1660822"/>
                <a:gd name="connsiteX20" fmla="*/ 96701 w 4211600"/>
                <a:gd name="connsiteY20" fmla="*/ 1598934 h 1660822"/>
                <a:gd name="connsiteX21" fmla="*/ 474335 w 4211600"/>
                <a:gd name="connsiteY21" fmla="*/ 1433056 h 1660822"/>
                <a:gd name="connsiteX22" fmla="*/ 994299 w 4211600"/>
                <a:gd name="connsiteY22" fmla="*/ 1335806 h 1660822"/>
                <a:gd name="connsiteX23" fmla="*/ 1605231 w 4211600"/>
                <a:gd name="connsiteY23" fmla="*/ 1265702 h 1660822"/>
                <a:gd name="connsiteX24" fmla="*/ 1758819 w 4211600"/>
                <a:gd name="connsiteY24" fmla="*/ 1254558 h 1660822"/>
                <a:gd name="connsiteX25" fmla="*/ 2118106 w 4211600"/>
                <a:gd name="connsiteY25" fmla="*/ 1220077 h 1660822"/>
                <a:gd name="connsiteX26" fmla="*/ 2475557 w 4211600"/>
                <a:gd name="connsiteY26" fmla="*/ 1144353 h 1660822"/>
                <a:gd name="connsiteX27" fmla="*/ 2573878 w 4211600"/>
                <a:gd name="connsiteY27" fmla="*/ 1120827 h 1660822"/>
                <a:gd name="connsiteX28" fmla="*/ 2907437 w 4211600"/>
                <a:gd name="connsiteY28" fmla="*/ 1049675 h 1660822"/>
                <a:gd name="connsiteX29" fmla="*/ 3122589 w 4211600"/>
                <a:gd name="connsiteY29" fmla="*/ 1005098 h 1660822"/>
                <a:gd name="connsiteX30" fmla="*/ 3391169 w 4211600"/>
                <a:gd name="connsiteY30" fmla="*/ 935756 h 1660822"/>
                <a:gd name="connsiteX31" fmla="*/ 3642290 w 4211600"/>
                <a:gd name="connsiteY31" fmla="*/ 806216 h 1660822"/>
                <a:gd name="connsiteX32" fmla="*/ 3825937 w 4211600"/>
                <a:gd name="connsiteY32" fmla="*/ 594475 h 1660822"/>
                <a:gd name="connsiteX33" fmla="*/ 3861381 w 4211600"/>
                <a:gd name="connsiteY33" fmla="*/ 544755 h 1660822"/>
                <a:gd name="connsiteX34" fmla="*/ 3950381 w 4211600"/>
                <a:gd name="connsiteY34" fmla="*/ 427978 h 1660822"/>
                <a:gd name="connsiteX35" fmla="*/ 4112370 w 4211600"/>
                <a:gd name="connsiteY35" fmla="*/ 201378 h 1660822"/>
                <a:gd name="connsiteX36" fmla="*/ 4195989 w 4211600"/>
                <a:gd name="connsiteY36" fmla="*/ 33834 h 1660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4211600" h="1660822">
                  <a:moveTo>
                    <a:pt x="4211600" y="0"/>
                  </a:moveTo>
                  <a:lnTo>
                    <a:pt x="4211600" y="58430"/>
                  </a:lnTo>
                  <a:lnTo>
                    <a:pt x="4136524" y="208808"/>
                  </a:lnTo>
                  <a:cubicBezTo>
                    <a:pt x="4089791" y="287770"/>
                    <a:pt x="4030588" y="363780"/>
                    <a:pt x="3973354" y="437313"/>
                  </a:cubicBezTo>
                  <a:cubicBezTo>
                    <a:pt x="3943819" y="475222"/>
                    <a:pt x="3913231" y="514465"/>
                    <a:pt x="3884746" y="553613"/>
                  </a:cubicBezTo>
                  <a:cubicBezTo>
                    <a:pt x="3872801" y="569996"/>
                    <a:pt x="3861119" y="586569"/>
                    <a:pt x="3849435" y="603143"/>
                  </a:cubicBezTo>
                  <a:cubicBezTo>
                    <a:pt x="3796665" y="678009"/>
                    <a:pt x="3742187" y="755352"/>
                    <a:pt x="3661849" y="819075"/>
                  </a:cubicBezTo>
                  <a:cubicBezTo>
                    <a:pt x="3596214" y="871176"/>
                    <a:pt x="3509050" y="916230"/>
                    <a:pt x="3402589" y="952996"/>
                  </a:cubicBezTo>
                  <a:cubicBezTo>
                    <a:pt x="3312406" y="984048"/>
                    <a:pt x="3215660" y="1005003"/>
                    <a:pt x="3130202" y="1023386"/>
                  </a:cubicBezTo>
                  <a:cubicBezTo>
                    <a:pt x="3058529" y="1038816"/>
                    <a:pt x="2985412" y="1053675"/>
                    <a:pt x="2914657" y="1068058"/>
                  </a:cubicBezTo>
                  <a:cubicBezTo>
                    <a:pt x="2805176" y="1090251"/>
                    <a:pt x="2692021" y="1113207"/>
                    <a:pt x="2582149" y="1138924"/>
                  </a:cubicBezTo>
                  <a:cubicBezTo>
                    <a:pt x="2549330" y="1146639"/>
                    <a:pt x="2516644" y="1154450"/>
                    <a:pt x="2483958" y="1162356"/>
                  </a:cubicBezTo>
                  <a:cubicBezTo>
                    <a:pt x="2367257" y="1190550"/>
                    <a:pt x="2246621" y="1219601"/>
                    <a:pt x="2123750" y="1238651"/>
                  </a:cubicBezTo>
                  <a:cubicBezTo>
                    <a:pt x="2004294" y="1257129"/>
                    <a:pt x="1880769" y="1265416"/>
                    <a:pt x="1761444" y="1273417"/>
                  </a:cubicBezTo>
                  <a:cubicBezTo>
                    <a:pt x="1711167" y="1276751"/>
                    <a:pt x="1659184" y="1280275"/>
                    <a:pt x="1608382" y="1284466"/>
                  </a:cubicBezTo>
                  <a:cubicBezTo>
                    <a:pt x="1408589" y="1300944"/>
                    <a:pt x="1214570" y="1325805"/>
                    <a:pt x="999942" y="1354284"/>
                  </a:cubicBezTo>
                  <a:cubicBezTo>
                    <a:pt x="826403" y="1377240"/>
                    <a:pt x="647744" y="1400957"/>
                    <a:pt x="484705" y="1450487"/>
                  </a:cubicBezTo>
                  <a:cubicBezTo>
                    <a:pt x="355831" y="1489635"/>
                    <a:pt x="231387" y="1544374"/>
                    <a:pt x="113310" y="1613700"/>
                  </a:cubicBezTo>
                  <a:lnTo>
                    <a:pt x="39668" y="1660822"/>
                  </a:lnTo>
                  <a:lnTo>
                    <a:pt x="0" y="1660822"/>
                  </a:lnTo>
                  <a:lnTo>
                    <a:pt x="96701" y="1598934"/>
                  </a:lnTo>
                  <a:cubicBezTo>
                    <a:pt x="216635" y="1528533"/>
                    <a:pt x="343196" y="1472919"/>
                    <a:pt x="474335" y="1433056"/>
                  </a:cubicBezTo>
                  <a:cubicBezTo>
                    <a:pt x="639999" y="1382669"/>
                    <a:pt x="820102" y="1358856"/>
                    <a:pt x="994299" y="1335806"/>
                  </a:cubicBezTo>
                  <a:cubicBezTo>
                    <a:pt x="1210239" y="1307231"/>
                    <a:pt x="1404650" y="1282275"/>
                    <a:pt x="1605231" y="1265702"/>
                  </a:cubicBezTo>
                  <a:cubicBezTo>
                    <a:pt x="1656428" y="1261511"/>
                    <a:pt x="1708411" y="1257987"/>
                    <a:pt x="1758819" y="1254558"/>
                  </a:cubicBezTo>
                  <a:cubicBezTo>
                    <a:pt x="1877487" y="1246557"/>
                    <a:pt x="2000094" y="1238365"/>
                    <a:pt x="2118106" y="1220077"/>
                  </a:cubicBezTo>
                  <a:cubicBezTo>
                    <a:pt x="2239531" y="1201313"/>
                    <a:pt x="2359513" y="1172357"/>
                    <a:pt x="2475557" y="1144353"/>
                  </a:cubicBezTo>
                  <a:cubicBezTo>
                    <a:pt x="2508243" y="1136448"/>
                    <a:pt x="2541060" y="1128542"/>
                    <a:pt x="2573878" y="1120827"/>
                  </a:cubicBezTo>
                  <a:cubicBezTo>
                    <a:pt x="2684276" y="1094919"/>
                    <a:pt x="2797694" y="1071963"/>
                    <a:pt x="2907437" y="1049675"/>
                  </a:cubicBezTo>
                  <a:cubicBezTo>
                    <a:pt x="2978061" y="1035387"/>
                    <a:pt x="3051178" y="1020528"/>
                    <a:pt x="3122589" y="1005098"/>
                  </a:cubicBezTo>
                  <a:cubicBezTo>
                    <a:pt x="3206997" y="986810"/>
                    <a:pt x="3302823" y="966141"/>
                    <a:pt x="3391169" y="935756"/>
                  </a:cubicBezTo>
                  <a:cubicBezTo>
                    <a:pt x="3494479" y="900132"/>
                    <a:pt x="3578886" y="856508"/>
                    <a:pt x="3642290" y="806216"/>
                  </a:cubicBezTo>
                  <a:cubicBezTo>
                    <a:pt x="3720133" y="744303"/>
                    <a:pt x="3773953" y="668103"/>
                    <a:pt x="3825937" y="594475"/>
                  </a:cubicBezTo>
                  <a:cubicBezTo>
                    <a:pt x="3837621" y="577902"/>
                    <a:pt x="3849435" y="561233"/>
                    <a:pt x="3861381" y="544755"/>
                  </a:cubicBezTo>
                  <a:cubicBezTo>
                    <a:pt x="3889997" y="505416"/>
                    <a:pt x="3920715" y="465983"/>
                    <a:pt x="3950381" y="427978"/>
                  </a:cubicBezTo>
                  <a:cubicBezTo>
                    <a:pt x="4007353" y="354921"/>
                    <a:pt x="4066163" y="279388"/>
                    <a:pt x="4112370" y="201378"/>
                  </a:cubicBezTo>
                  <a:cubicBezTo>
                    <a:pt x="4144662" y="146800"/>
                    <a:pt x="4170785" y="89364"/>
                    <a:pt x="4195989" y="33834"/>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grpSp>
      <p:graphicFrame>
        <p:nvGraphicFramePr>
          <p:cNvPr id="62" name="Content Placeholder 2">
            <a:extLst>
              <a:ext uri="{FF2B5EF4-FFF2-40B4-BE49-F238E27FC236}">
                <a16:creationId xmlns:a16="http://schemas.microsoft.com/office/drawing/2014/main" id="{9FBF4D48-D9F7-981B-C499-B0A5DC878FBC}"/>
              </a:ext>
            </a:extLst>
          </p:cNvPr>
          <p:cNvGraphicFramePr>
            <a:graphicFrameLocks noGrp="1"/>
          </p:cNvGraphicFramePr>
          <p:nvPr>
            <p:ph idx="1"/>
            <p:extLst>
              <p:ext uri="{D42A27DB-BD31-4B8C-83A1-F6EECF244321}">
                <p14:modId xmlns:p14="http://schemas.microsoft.com/office/powerpoint/2010/main" val="1654824903"/>
              </p:ext>
            </p:extLst>
          </p:nvPr>
        </p:nvGraphicFramePr>
        <p:xfrm>
          <a:off x="515663" y="1732941"/>
          <a:ext cx="10860327" cy="45797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3953016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5" name="Rectangle 204">
            <a:extLst>
              <a:ext uri="{FF2B5EF4-FFF2-40B4-BE49-F238E27FC236}">
                <a16:creationId xmlns:a16="http://schemas.microsoft.com/office/drawing/2014/main" id="{8651CFA9-6065-4243-AC48-858E35978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65000"/>
                  <a:lumOff val="35000"/>
                </a:schemeClr>
              </a:solidFill>
              <a:latin typeface="AvenirNext LT Pro Medium" panose="020B0504020202020204" pitchFamily="34" charset="0"/>
            </a:endParaRPr>
          </a:p>
        </p:txBody>
      </p:sp>
      <p:sp>
        <p:nvSpPr>
          <p:cNvPr id="206" name="Rectangle 205">
            <a:extLst>
              <a:ext uri="{FF2B5EF4-FFF2-40B4-BE49-F238E27FC236}">
                <a16:creationId xmlns:a16="http://schemas.microsoft.com/office/drawing/2014/main" id="{37962AE0-6A1C-4B76-9D52-10E5E6D7D3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65000"/>
                  <a:lumOff val="35000"/>
                </a:schemeClr>
              </a:solidFill>
              <a:latin typeface="AvenirNext LT Pro Medium" panose="020B0504020202020204" pitchFamily="34" charset="0"/>
            </a:endParaRPr>
          </a:p>
        </p:txBody>
      </p:sp>
      <p:grpSp>
        <p:nvGrpSpPr>
          <p:cNvPr id="207" name="Top left">
            <a:extLst>
              <a:ext uri="{FF2B5EF4-FFF2-40B4-BE49-F238E27FC236}">
                <a16:creationId xmlns:a16="http://schemas.microsoft.com/office/drawing/2014/main" id="{32D15CB3-AC64-41F7-86F8-22A111F3DC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425" y="-1543"/>
            <a:ext cx="2198951" cy="3349518"/>
            <a:chOff x="10849" y="-3086"/>
            <a:chExt cx="2198951" cy="3349518"/>
          </a:xfrm>
        </p:grpSpPr>
        <p:sp>
          <p:nvSpPr>
            <p:cNvPr id="208" name="Freeform: Shape 207">
              <a:extLst>
                <a:ext uri="{FF2B5EF4-FFF2-40B4-BE49-F238E27FC236}">
                  <a16:creationId xmlns:a16="http://schemas.microsoft.com/office/drawing/2014/main" id="{9B8FAC53-55F6-4B51-8FAD-977E5E7D7E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692844" y="-3086"/>
              <a:ext cx="1326111" cy="59760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solidFill>
                  <a:schemeClr val="tx1">
                    <a:lumMod val="65000"/>
                    <a:lumOff val="35000"/>
                  </a:schemeClr>
                </a:solidFill>
                <a:latin typeface="AvenirNext LT Pro Medium" panose="020B0504020202020204" pitchFamily="34" charset="0"/>
              </a:endParaRPr>
            </a:p>
          </p:txBody>
        </p:sp>
        <p:sp>
          <p:nvSpPr>
            <p:cNvPr id="209" name="Freeform: Shape 208">
              <a:extLst>
                <a:ext uri="{FF2B5EF4-FFF2-40B4-BE49-F238E27FC236}">
                  <a16:creationId xmlns:a16="http://schemas.microsoft.com/office/drawing/2014/main" id="{BC29D267-CD4D-4FD7-8F45-1C8FB4235A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394" y="15241"/>
              <a:ext cx="2190406" cy="3331191"/>
            </a:xfrm>
            <a:custGeom>
              <a:avLst/>
              <a:gdLst>
                <a:gd name="connsiteX0" fmla="*/ 0 w 3296088"/>
                <a:gd name="connsiteY0" fmla="*/ 5012722 h 5012722"/>
                <a:gd name="connsiteX1" fmla="*/ 244031 w 3296088"/>
                <a:gd name="connsiteY1" fmla="*/ 4820222 h 5012722"/>
                <a:gd name="connsiteX2" fmla="*/ 729234 w 3296088"/>
                <a:gd name="connsiteY2" fmla="*/ 4360641 h 5012722"/>
                <a:gd name="connsiteX3" fmla="*/ 881444 w 3296088"/>
                <a:gd name="connsiteY3" fmla="*/ 4173950 h 5012722"/>
                <a:gd name="connsiteX4" fmla="*/ 1151287 w 3296088"/>
                <a:gd name="connsiteY4" fmla="*/ 3972877 h 5012722"/>
                <a:gd name="connsiteX5" fmla="*/ 1498664 w 3296088"/>
                <a:gd name="connsiteY5" fmla="*/ 3786188 h 5012722"/>
                <a:gd name="connsiteX6" fmla="*/ 1716881 w 3296088"/>
                <a:gd name="connsiteY6" fmla="*/ 3674174 h 5012722"/>
                <a:gd name="connsiteX7" fmla="*/ 1913573 w 3296088"/>
                <a:gd name="connsiteY7" fmla="*/ 3477387 h 5012722"/>
                <a:gd name="connsiteX8" fmla="*/ 2167700 w 3296088"/>
                <a:gd name="connsiteY8" fmla="*/ 3042190 h 5012722"/>
                <a:gd name="connsiteX9" fmla="*/ 2273903 w 3296088"/>
                <a:gd name="connsiteY9" fmla="*/ 2775014 h 5012722"/>
                <a:gd name="connsiteX10" fmla="*/ 2463356 w 3296088"/>
                <a:gd name="connsiteY10" fmla="*/ 2335530 h 5012722"/>
                <a:gd name="connsiteX11" fmla="*/ 2741866 w 3296088"/>
                <a:gd name="connsiteY11" fmla="*/ 1982248 h 5012722"/>
                <a:gd name="connsiteX12" fmla="*/ 2985897 w 3296088"/>
                <a:gd name="connsiteY12" fmla="*/ 1634681 h 5012722"/>
                <a:gd name="connsiteX13" fmla="*/ 3212687 w 3296088"/>
                <a:gd name="connsiteY13" fmla="*/ 1226820 h 5012722"/>
                <a:gd name="connsiteX14" fmla="*/ 3281553 w 3296088"/>
                <a:gd name="connsiteY14" fmla="*/ 959644 h 5012722"/>
                <a:gd name="connsiteX15" fmla="*/ 3295936 w 3296088"/>
                <a:gd name="connsiteY15" fmla="*/ 701135 h 5012722"/>
                <a:gd name="connsiteX16" fmla="*/ 3267266 w 3296088"/>
                <a:gd name="connsiteY16" fmla="*/ 436817 h 5012722"/>
                <a:gd name="connsiteX17" fmla="*/ 3105341 w 3296088"/>
                <a:gd name="connsiteY17" fmla="*/ 0 h 501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296088" h="5012722">
                  <a:moveTo>
                    <a:pt x="0" y="5012722"/>
                  </a:moveTo>
                  <a:cubicBezTo>
                    <a:pt x="81820" y="4949095"/>
                    <a:pt x="163544" y="4885468"/>
                    <a:pt x="244031" y="4820222"/>
                  </a:cubicBezTo>
                  <a:cubicBezTo>
                    <a:pt x="417671" y="4679633"/>
                    <a:pt x="589883" y="4535139"/>
                    <a:pt x="729234" y="4360641"/>
                  </a:cubicBezTo>
                  <a:cubicBezTo>
                    <a:pt x="779431" y="4297776"/>
                    <a:pt x="825818" y="4231958"/>
                    <a:pt x="881444" y="4173950"/>
                  </a:cubicBezTo>
                  <a:cubicBezTo>
                    <a:pt x="959358" y="4092607"/>
                    <a:pt x="1054799" y="4031075"/>
                    <a:pt x="1151287" y="3972877"/>
                  </a:cubicBezTo>
                  <a:cubicBezTo>
                    <a:pt x="1263968" y="3904964"/>
                    <a:pt x="1379315" y="3841337"/>
                    <a:pt x="1498664" y="3786188"/>
                  </a:cubicBezTo>
                  <a:cubicBezTo>
                    <a:pt x="1573149" y="3751802"/>
                    <a:pt x="1649159" y="3720179"/>
                    <a:pt x="1716881" y="3674174"/>
                  </a:cubicBezTo>
                  <a:cubicBezTo>
                    <a:pt x="1794034" y="3621691"/>
                    <a:pt x="1856708" y="3551492"/>
                    <a:pt x="1913573" y="3477387"/>
                  </a:cubicBezTo>
                  <a:cubicBezTo>
                    <a:pt x="2016157" y="3343751"/>
                    <a:pt x="2099024" y="3196114"/>
                    <a:pt x="2167700" y="3042190"/>
                  </a:cubicBezTo>
                  <a:cubicBezTo>
                    <a:pt x="2206752" y="2954655"/>
                    <a:pt x="2241233" y="2865215"/>
                    <a:pt x="2273903" y="2775014"/>
                  </a:cubicBezTo>
                  <a:cubicBezTo>
                    <a:pt x="2328482" y="2624423"/>
                    <a:pt x="2379440" y="2471642"/>
                    <a:pt x="2463356" y="2335530"/>
                  </a:cubicBezTo>
                  <a:cubicBezTo>
                    <a:pt x="2542127" y="2207705"/>
                    <a:pt x="2647855" y="2099501"/>
                    <a:pt x="2741866" y="1982248"/>
                  </a:cubicBezTo>
                  <a:cubicBezTo>
                    <a:pt x="2830449" y="1871758"/>
                    <a:pt x="2908554" y="1753362"/>
                    <a:pt x="2985897" y="1634681"/>
                  </a:cubicBezTo>
                  <a:cubicBezTo>
                    <a:pt x="3071146" y="1503902"/>
                    <a:pt x="3156395" y="1372172"/>
                    <a:pt x="3212687" y="1226820"/>
                  </a:cubicBezTo>
                  <a:cubicBezTo>
                    <a:pt x="3246025" y="1140809"/>
                    <a:pt x="3268790" y="1051084"/>
                    <a:pt x="3281553" y="959644"/>
                  </a:cubicBezTo>
                  <a:cubicBezTo>
                    <a:pt x="3293555" y="874014"/>
                    <a:pt x="3296888" y="787527"/>
                    <a:pt x="3295936" y="701135"/>
                  </a:cubicBezTo>
                  <a:cubicBezTo>
                    <a:pt x="3294888" y="612172"/>
                    <a:pt x="3289268" y="523018"/>
                    <a:pt x="3267266" y="436817"/>
                  </a:cubicBezTo>
                  <a:cubicBezTo>
                    <a:pt x="3227832" y="282416"/>
                    <a:pt x="3105341" y="0"/>
                    <a:pt x="3105341" y="0"/>
                  </a:cubicBezTo>
                </a:path>
              </a:pathLst>
            </a:custGeom>
            <a:noFill/>
            <a:ln w="9525" cap="rnd">
              <a:solidFill>
                <a:schemeClr val="accent2">
                  <a:alpha val="50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210" name="Freeform: Shape 209">
              <a:extLst>
                <a:ext uri="{FF2B5EF4-FFF2-40B4-BE49-F238E27FC236}">
                  <a16:creationId xmlns:a16="http://schemas.microsoft.com/office/drawing/2014/main" id="{0EFC9A2B-D1CA-4247-836D-EAB80EB5ED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978674" cy="3074959"/>
            </a:xfrm>
            <a:custGeom>
              <a:avLst/>
              <a:gdLst>
                <a:gd name="connsiteX0" fmla="*/ 0 w 2977477"/>
                <a:gd name="connsiteY0" fmla="*/ 4627150 h 4627149"/>
                <a:gd name="connsiteX1" fmla="*/ 275082 w 2977477"/>
                <a:gd name="connsiteY1" fmla="*/ 4341590 h 4627149"/>
                <a:gd name="connsiteX2" fmla="*/ 502825 w 2977477"/>
                <a:gd name="connsiteY2" fmla="*/ 4054126 h 4627149"/>
                <a:gd name="connsiteX3" fmla="*/ 666179 w 2977477"/>
                <a:gd name="connsiteY3" fmla="*/ 3890677 h 4627149"/>
                <a:gd name="connsiteX4" fmla="*/ 864203 w 2977477"/>
                <a:gd name="connsiteY4" fmla="*/ 3675983 h 4627149"/>
                <a:gd name="connsiteX5" fmla="*/ 982599 w 2977477"/>
                <a:gd name="connsiteY5" fmla="*/ 3557492 h 4627149"/>
                <a:gd name="connsiteX6" fmla="*/ 1188244 w 2977477"/>
                <a:gd name="connsiteY6" fmla="*/ 3329654 h 4627149"/>
                <a:gd name="connsiteX7" fmla="*/ 1344740 w 2977477"/>
                <a:gd name="connsiteY7" fmla="*/ 3146774 h 4627149"/>
                <a:gd name="connsiteX8" fmla="*/ 1470755 w 2977477"/>
                <a:gd name="connsiteY8" fmla="*/ 2984659 h 4627149"/>
                <a:gd name="connsiteX9" fmla="*/ 1657636 w 2977477"/>
                <a:gd name="connsiteY9" fmla="*/ 2670239 h 4627149"/>
                <a:gd name="connsiteX10" fmla="*/ 1762887 w 2977477"/>
                <a:gd name="connsiteY10" fmla="*/ 2473547 h 4627149"/>
                <a:gd name="connsiteX11" fmla="*/ 1866710 w 2977477"/>
                <a:gd name="connsiteY11" fmla="*/ 2290667 h 4627149"/>
                <a:gd name="connsiteX12" fmla="*/ 2106263 w 2977477"/>
                <a:gd name="connsiteY12" fmla="*/ 2030254 h 4627149"/>
                <a:gd name="connsiteX13" fmla="*/ 2277237 w 2977477"/>
                <a:gd name="connsiteY13" fmla="*/ 1859185 h 4627149"/>
                <a:gd name="connsiteX14" fmla="*/ 2499455 w 2977477"/>
                <a:gd name="connsiteY14" fmla="*/ 1656207 h 4627149"/>
                <a:gd name="connsiteX15" fmla="*/ 2707100 w 2977477"/>
                <a:gd name="connsiteY15" fmla="*/ 1390269 h 4627149"/>
                <a:gd name="connsiteX16" fmla="*/ 2812352 w 2977477"/>
                <a:gd name="connsiteY16" fmla="*/ 1230916 h 4627149"/>
                <a:gd name="connsiteX17" fmla="*/ 2898172 w 2977477"/>
                <a:gd name="connsiteY17" fmla="*/ 1036987 h 4627149"/>
                <a:gd name="connsiteX18" fmla="*/ 2963228 w 2977477"/>
                <a:gd name="connsiteY18" fmla="*/ 850011 h 4627149"/>
                <a:gd name="connsiteX19" fmla="*/ 2977325 w 2977477"/>
                <a:gd name="connsiteY19" fmla="*/ 745427 h 4627149"/>
                <a:gd name="connsiteX20" fmla="*/ 2929509 w 2977477"/>
                <a:gd name="connsiteY20" fmla="*/ 480155 h 4627149"/>
                <a:gd name="connsiteX21" fmla="*/ 2563082 w 2977477"/>
                <a:gd name="connsiteY21" fmla="*/ 0 h 4627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77477" h="4627149">
                  <a:moveTo>
                    <a:pt x="0" y="4627150"/>
                  </a:moveTo>
                  <a:cubicBezTo>
                    <a:pt x="79820" y="4552283"/>
                    <a:pt x="203835" y="4424648"/>
                    <a:pt x="275082" y="4341590"/>
                  </a:cubicBezTo>
                  <a:cubicBezTo>
                    <a:pt x="354711" y="4248722"/>
                    <a:pt x="421005" y="4145090"/>
                    <a:pt x="502825" y="4054126"/>
                  </a:cubicBezTo>
                  <a:cubicBezTo>
                    <a:pt x="554355" y="3996881"/>
                    <a:pt x="612362" y="3945827"/>
                    <a:pt x="666179" y="3890677"/>
                  </a:cubicBezTo>
                  <a:cubicBezTo>
                    <a:pt x="734187" y="3821049"/>
                    <a:pt x="796671" y="3746183"/>
                    <a:pt x="864203" y="3675983"/>
                  </a:cubicBezTo>
                  <a:cubicBezTo>
                    <a:pt x="902875" y="3635788"/>
                    <a:pt x="943642" y="3597593"/>
                    <a:pt x="982599" y="3557492"/>
                  </a:cubicBezTo>
                  <a:cubicBezTo>
                    <a:pt x="1053941" y="3484150"/>
                    <a:pt x="1121378" y="3407093"/>
                    <a:pt x="1188244" y="3329654"/>
                  </a:cubicBezTo>
                  <a:cubicBezTo>
                    <a:pt x="1240631" y="3268885"/>
                    <a:pt x="1293495" y="3208496"/>
                    <a:pt x="1344740" y="3146774"/>
                  </a:cubicBezTo>
                  <a:cubicBezTo>
                    <a:pt x="1388459" y="3094101"/>
                    <a:pt x="1431512" y="3040761"/>
                    <a:pt x="1470755" y="2984659"/>
                  </a:cubicBezTo>
                  <a:cubicBezTo>
                    <a:pt x="1540764" y="2884646"/>
                    <a:pt x="1598771" y="2777109"/>
                    <a:pt x="1657636" y="2670239"/>
                  </a:cubicBezTo>
                  <a:cubicBezTo>
                    <a:pt x="1693545" y="2605088"/>
                    <a:pt x="1728502" y="2539460"/>
                    <a:pt x="1762887" y="2473547"/>
                  </a:cubicBezTo>
                  <a:cubicBezTo>
                    <a:pt x="1795367" y="2411349"/>
                    <a:pt x="1826419" y="2348103"/>
                    <a:pt x="1866710" y="2290667"/>
                  </a:cubicBezTo>
                  <a:cubicBezTo>
                    <a:pt x="1934623" y="2193893"/>
                    <a:pt x="2022729" y="2114169"/>
                    <a:pt x="2106263" y="2030254"/>
                  </a:cubicBezTo>
                  <a:cubicBezTo>
                    <a:pt x="2163128" y="1973104"/>
                    <a:pt x="2218182" y="1914049"/>
                    <a:pt x="2277237" y="1859185"/>
                  </a:cubicBezTo>
                  <a:cubicBezTo>
                    <a:pt x="2350770" y="1790891"/>
                    <a:pt x="2430304" y="1728978"/>
                    <a:pt x="2499455" y="1656207"/>
                  </a:cubicBezTo>
                  <a:cubicBezTo>
                    <a:pt x="2576989" y="1574578"/>
                    <a:pt x="2641568" y="1481900"/>
                    <a:pt x="2707100" y="1390269"/>
                  </a:cubicBezTo>
                  <a:cubicBezTo>
                    <a:pt x="2744153" y="1338453"/>
                    <a:pt x="2781586" y="1286732"/>
                    <a:pt x="2812352" y="1230916"/>
                  </a:cubicBezTo>
                  <a:cubicBezTo>
                    <a:pt x="2846546" y="1168908"/>
                    <a:pt x="2872550" y="1102900"/>
                    <a:pt x="2898172" y="1036987"/>
                  </a:cubicBezTo>
                  <a:cubicBezTo>
                    <a:pt x="2922175" y="975455"/>
                    <a:pt x="2948273" y="914305"/>
                    <a:pt x="2963228" y="850011"/>
                  </a:cubicBezTo>
                  <a:cubicBezTo>
                    <a:pt x="2971229" y="815626"/>
                    <a:pt x="2976563" y="780764"/>
                    <a:pt x="2977325" y="745427"/>
                  </a:cubicBezTo>
                  <a:cubicBezTo>
                    <a:pt x="2979230" y="654844"/>
                    <a:pt x="2963323" y="564261"/>
                    <a:pt x="2929509" y="480155"/>
                  </a:cubicBezTo>
                  <a:cubicBezTo>
                    <a:pt x="2851309" y="285655"/>
                    <a:pt x="2563082" y="0"/>
                    <a:pt x="2563082" y="0"/>
                  </a:cubicBezTo>
                </a:path>
              </a:pathLst>
            </a:custGeom>
            <a:noFill/>
            <a:ln w="9525" cap="rnd">
              <a:solidFill>
                <a:schemeClr val="accent2">
                  <a:alpha val="50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211" name="Freeform: Shape 210">
              <a:extLst>
                <a:ext uri="{FF2B5EF4-FFF2-40B4-BE49-F238E27FC236}">
                  <a16:creationId xmlns:a16="http://schemas.microsoft.com/office/drawing/2014/main" id="{F4F9AB28-B3F0-425B-8E51-E16DDB85368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92" y="15178"/>
              <a:ext cx="1566146" cy="2737264"/>
            </a:xfrm>
            <a:custGeom>
              <a:avLst/>
              <a:gdLst>
                <a:gd name="connsiteX0" fmla="*/ 1707071 w 2356712"/>
                <a:gd name="connsiteY0" fmla="*/ 0 h 4118991"/>
                <a:gd name="connsiteX1" fmla="*/ 1824514 w 2356712"/>
                <a:gd name="connsiteY1" fmla="*/ 244697 h 4118991"/>
                <a:gd name="connsiteX2" fmla="*/ 1908715 w 2356712"/>
                <a:gd name="connsiteY2" fmla="*/ 328994 h 4118991"/>
                <a:gd name="connsiteX3" fmla="*/ 2226469 w 2356712"/>
                <a:gd name="connsiteY3" fmla="*/ 603695 h 4118991"/>
                <a:gd name="connsiteX4" fmla="*/ 2355628 w 2356712"/>
                <a:gd name="connsiteY4" fmla="*/ 900494 h 4118991"/>
                <a:gd name="connsiteX5" fmla="*/ 2281428 w 2356712"/>
                <a:gd name="connsiteY5" fmla="*/ 1206913 h 4118991"/>
                <a:gd name="connsiteX6" fmla="*/ 2092452 w 2356712"/>
                <a:gd name="connsiteY6" fmla="*/ 1460659 h 4118991"/>
                <a:gd name="connsiteX7" fmla="*/ 1834039 w 2356712"/>
                <a:gd name="connsiteY7" fmla="*/ 1625822 h 4118991"/>
                <a:gd name="connsiteX8" fmla="*/ 1558862 w 2356712"/>
                <a:gd name="connsiteY8" fmla="*/ 1743075 h 4118991"/>
                <a:gd name="connsiteX9" fmla="*/ 1386554 w 2356712"/>
                <a:gd name="connsiteY9" fmla="*/ 1869948 h 4118991"/>
                <a:gd name="connsiteX10" fmla="*/ 1271683 w 2356712"/>
                <a:gd name="connsiteY10" fmla="*/ 2073402 h 4118991"/>
                <a:gd name="connsiteX11" fmla="*/ 1178338 w 2356712"/>
                <a:gd name="connsiteY11" fmla="*/ 2355914 h 4118991"/>
                <a:gd name="connsiteX12" fmla="*/ 1113758 w 2356712"/>
                <a:gd name="connsiteY12" fmla="*/ 2578513 h 4118991"/>
                <a:gd name="connsiteX13" fmla="*/ 1034796 w 2356712"/>
                <a:gd name="connsiteY13" fmla="*/ 2834640 h 4118991"/>
                <a:gd name="connsiteX14" fmla="*/ 905637 w 2356712"/>
                <a:gd name="connsiteY14" fmla="*/ 3081242 h 4118991"/>
                <a:gd name="connsiteX15" fmla="*/ 793147 w 2356712"/>
                <a:gd name="connsiteY15" fmla="*/ 3258407 h 4118991"/>
                <a:gd name="connsiteX16" fmla="*/ 546735 w 2356712"/>
                <a:gd name="connsiteY16" fmla="*/ 3571970 h 4118991"/>
                <a:gd name="connsiteX17" fmla="*/ 346996 w 2356712"/>
                <a:gd name="connsiteY17" fmla="*/ 3771900 h 4118991"/>
                <a:gd name="connsiteX18" fmla="*/ 174689 w 2356712"/>
                <a:gd name="connsiteY18" fmla="*/ 3944207 h 4118991"/>
                <a:gd name="connsiteX19" fmla="*/ 0 w 2356712"/>
                <a:gd name="connsiteY19" fmla="*/ 4118991 h 4118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356712" h="4118991">
                  <a:moveTo>
                    <a:pt x="1707071" y="0"/>
                  </a:moveTo>
                  <a:cubicBezTo>
                    <a:pt x="1715357" y="22098"/>
                    <a:pt x="1812608" y="224409"/>
                    <a:pt x="1824514" y="244697"/>
                  </a:cubicBezTo>
                  <a:cubicBezTo>
                    <a:pt x="1844802" y="279273"/>
                    <a:pt x="1876996" y="304324"/>
                    <a:pt x="1908715" y="328994"/>
                  </a:cubicBezTo>
                  <a:cubicBezTo>
                    <a:pt x="2019967" y="415195"/>
                    <a:pt x="2137886" y="494633"/>
                    <a:pt x="2226469" y="603695"/>
                  </a:cubicBezTo>
                  <a:cubicBezTo>
                    <a:pt x="2296287" y="689610"/>
                    <a:pt x="2347817" y="790480"/>
                    <a:pt x="2355628" y="900494"/>
                  </a:cubicBezTo>
                  <a:cubicBezTo>
                    <a:pt x="2363248" y="1007078"/>
                    <a:pt x="2329910" y="1111187"/>
                    <a:pt x="2281428" y="1206913"/>
                  </a:cubicBezTo>
                  <a:cubicBezTo>
                    <a:pt x="2233422" y="1301877"/>
                    <a:pt x="2170938" y="1388936"/>
                    <a:pt x="2092452" y="1460659"/>
                  </a:cubicBezTo>
                  <a:cubicBezTo>
                    <a:pt x="2016538" y="1530001"/>
                    <a:pt x="1927765" y="1583436"/>
                    <a:pt x="1834039" y="1625822"/>
                  </a:cubicBezTo>
                  <a:cubicBezTo>
                    <a:pt x="1743075" y="1666970"/>
                    <a:pt x="1647730" y="1697736"/>
                    <a:pt x="1558862" y="1743075"/>
                  </a:cubicBezTo>
                  <a:cubicBezTo>
                    <a:pt x="1494758" y="1775841"/>
                    <a:pt x="1434275" y="1816132"/>
                    <a:pt x="1386554" y="1869948"/>
                  </a:cubicBezTo>
                  <a:cubicBezTo>
                    <a:pt x="1334548" y="1928622"/>
                    <a:pt x="1300544" y="2000345"/>
                    <a:pt x="1271683" y="2073402"/>
                  </a:cubicBezTo>
                  <a:cubicBezTo>
                    <a:pt x="1235202" y="2165699"/>
                    <a:pt x="1206722" y="2260759"/>
                    <a:pt x="1178338" y="2355914"/>
                  </a:cubicBezTo>
                  <a:cubicBezTo>
                    <a:pt x="1156240" y="2429923"/>
                    <a:pt x="1134237" y="2504028"/>
                    <a:pt x="1113758" y="2578513"/>
                  </a:cubicBezTo>
                  <a:cubicBezTo>
                    <a:pt x="1090041" y="2664714"/>
                    <a:pt x="1068134" y="2751678"/>
                    <a:pt x="1034796" y="2834640"/>
                  </a:cubicBezTo>
                  <a:cubicBezTo>
                    <a:pt x="1000125" y="2920841"/>
                    <a:pt x="953643" y="3001613"/>
                    <a:pt x="905637" y="3081242"/>
                  </a:cubicBezTo>
                  <a:cubicBezTo>
                    <a:pt x="869442" y="3141155"/>
                    <a:pt x="832295" y="3200400"/>
                    <a:pt x="793147" y="3258407"/>
                  </a:cubicBezTo>
                  <a:cubicBezTo>
                    <a:pt x="718661" y="3368802"/>
                    <a:pt x="637223" y="3474434"/>
                    <a:pt x="546735" y="3571970"/>
                  </a:cubicBezTo>
                  <a:cubicBezTo>
                    <a:pt x="482632" y="3641027"/>
                    <a:pt x="414147" y="3705797"/>
                    <a:pt x="346996" y="3771900"/>
                  </a:cubicBezTo>
                  <a:cubicBezTo>
                    <a:pt x="288989" y="3828764"/>
                    <a:pt x="232029" y="3886676"/>
                    <a:pt x="174689" y="3944207"/>
                  </a:cubicBezTo>
                  <a:cubicBezTo>
                    <a:pt x="116586" y="4002596"/>
                    <a:pt x="58293" y="4060698"/>
                    <a:pt x="0" y="4118991"/>
                  </a:cubicBezTo>
                </a:path>
              </a:pathLst>
            </a:custGeom>
            <a:noFill/>
            <a:ln w="9525" cap="rnd">
              <a:solidFill>
                <a:schemeClr val="accent2">
                  <a:alpha val="50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212" name="Freeform: Shape 211">
              <a:extLst>
                <a:ext uri="{FF2B5EF4-FFF2-40B4-BE49-F238E27FC236}">
                  <a16:creationId xmlns:a16="http://schemas.microsoft.com/office/drawing/2014/main" id="{891B00CE-2CF5-4DF1-A345-4516E2E83D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368431" cy="2644975"/>
            </a:xfrm>
            <a:custGeom>
              <a:avLst/>
              <a:gdLst>
                <a:gd name="connsiteX0" fmla="*/ 0 w 2059193"/>
                <a:gd name="connsiteY0" fmla="*/ 3980116 h 3980116"/>
                <a:gd name="connsiteX1" fmla="*/ 471583 w 2059193"/>
                <a:gd name="connsiteY1" fmla="*/ 3515678 h 3980116"/>
                <a:gd name="connsiteX2" fmla="*/ 758666 w 2059193"/>
                <a:gd name="connsiteY2" fmla="*/ 3163824 h 3980116"/>
                <a:gd name="connsiteX3" fmla="*/ 940499 w 2059193"/>
                <a:gd name="connsiteY3" fmla="*/ 2780824 h 3980116"/>
                <a:gd name="connsiteX4" fmla="*/ 1055370 w 2059193"/>
                <a:gd name="connsiteY4" fmla="*/ 2242185 h 3980116"/>
                <a:gd name="connsiteX5" fmla="*/ 1136714 w 2059193"/>
                <a:gd name="connsiteY5" fmla="*/ 1878330 h 3980116"/>
                <a:gd name="connsiteX6" fmla="*/ 1246727 w 2059193"/>
                <a:gd name="connsiteY6" fmla="*/ 1562386 h 3980116"/>
                <a:gd name="connsiteX7" fmla="*/ 1378363 w 2059193"/>
                <a:gd name="connsiteY7" fmla="*/ 1430750 h 3980116"/>
                <a:gd name="connsiteX8" fmla="*/ 1691831 w 2059193"/>
                <a:gd name="connsiteY8" fmla="*/ 1394841 h 3980116"/>
                <a:gd name="connsiteX9" fmla="*/ 1914335 w 2059193"/>
                <a:gd name="connsiteY9" fmla="*/ 1323023 h 3980116"/>
                <a:gd name="connsiteX10" fmla="*/ 2055495 w 2059193"/>
                <a:gd name="connsiteY10" fmla="*/ 1098042 h 3980116"/>
                <a:gd name="connsiteX11" fmla="*/ 2033969 w 2059193"/>
                <a:gd name="connsiteY11" fmla="*/ 930497 h 3980116"/>
                <a:gd name="connsiteX12" fmla="*/ 1885664 w 2059193"/>
                <a:gd name="connsiteY12" fmla="*/ 760571 h 3980116"/>
                <a:gd name="connsiteX13" fmla="*/ 1636871 w 2059193"/>
                <a:gd name="connsiteY13" fmla="*/ 612172 h 3980116"/>
                <a:gd name="connsiteX14" fmla="*/ 1335405 w 2059193"/>
                <a:gd name="connsiteY14" fmla="*/ 459010 h 3980116"/>
                <a:gd name="connsiteX15" fmla="*/ 1234916 w 2059193"/>
                <a:gd name="connsiteY15" fmla="*/ 269939 h 3980116"/>
                <a:gd name="connsiteX16" fmla="*/ 1386935 w 2059193"/>
                <a:gd name="connsiteY16" fmla="*/ 0 h 39801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9193" h="3980116">
                  <a:moveTo>
                    <a:pt x="0" y="3980116"/>
                  </a:moveTo>
                  <a:cubicBezTo>
                    <a:pt x="91345" y="3889534"/>
                    <a:pt x="382715" y="3608737"/>
                    <a:pt x="471583" y="3515678"/>
                  </a:cubicBezTo>
                  <a:cubicBezTo>
                    <a:pt x="576358" y="3405949"/>
                    <a:pt x="675989" y="3290983"/>
                    <a:pt x="758666" y="3163824"/>
                  </a:cubicBezTo>
                  <a:cubicBezTo>
                    <a:pt x="836105" y="3044857"/>
                    <a:pt x="897445" y="2916079"/>
                    <a:pt x="940499" y="2780824"/>
                  </a:cubicBezTo>
                  <a:cubicBezTo>
                    <a:pt x="996315" y="2605754"/>
                    <a:pt x="1020985" y="2422874"/>
                    <a:pt x="1055370" y="2242185"/>
                  </a:cubicBezTo>
                  <a:cubicBezTo>
                    <a:pt x="1078611" y="2120075"/>
                    <a:pt x="1107472" y="1999107"/>
                    <a:pt x="1136714" y="1878330"/>
                  </a:cubicBezTo>
                  <a:cubicBezTo>
                    <a:pt x="1163098" y="1769174"/>
                    <a:pt x="1189482" y="1658588"/>
                    <a:pt x="1246727" y="1562386"/>
                  </a:cubicBezTo>
                  <a:cubicBezTo>
                    <a:pt x="1279208" y="1507808"/>
                    <a:pt x="1321689" y="1459039"/>
                    <a:pt x="1378363" y="1430750"/>
                  </a:cubicBezTo>
                  <a:cubicBezTo>
                    <a:pt x="1473327" y="1383221"/>
                    <a:pt x="1584865" y="1402652"/>
                    <a:pt x="1691831" y="1394841"/>
                  </a:cubicBezTo>
                  <a:cubicBezTo>
                    <a:pt x="1771079" y="1389031"/>
                    <a:pt x="1849279" y="1368266"/>
                    <a:pt x="1914335" y="1323023"/>
                  </a:cubicBezTo>
                  <a:cubicBezTo>
                    <a:pt x="1989963" y="1270445"/>
                    <a:pt x="2041493" y="1189101"/>
                    <a:pt x="2055495" y="1098042"/>
                  </a:cubicBezTo>
                  <a:cubicBezTo>
                    <a:pt x="2064258" y="1041178"/>
                    <a:pt x="2057591" y="982980"/>
                    <a:pt x="2033969" y="930497"/>
                  </a:cubicBezTo>
                  <a:cubicBezTo>
                    <a:pt x="2002727" y="861060"/>
                    <a:pt x="1945958" y="807625"/>
                    <a:pt x="1885664" y="760571"/>
                  </a:cubicBezTo>
                  <a:cubicBezTo>
                    <a:pt x="1809179" y="700945"/>
                    <a:pt x="1725549" y="651415"/>
                    <a:pt x="1636871" y="612172"/>
                  </a:cubicBezTo>
                  <a:cubicBezTo>
                    <a:pt x="1532763" y="566071"/>
                    <a:pt x="1421606" y="532543"/>
                    <a:pt x="1335405" y="459010"/>
                  </a:cubicBezTo>
                  <a:cubicBezTo>
                    <a:pt x="1277969" y="409956"/>
                    <a:pt x="1232059" y="344615"/>
                    <a:pt x="1234916" y="269939"/>
                  </a:cubicBezTo>
                  <a:cubicBezTo>
                    <a:pt x="1237012" y="211741"/>
                    <a:pt x="1386935" y="0"/>
                    <a:pt x="1386935" y="0"/>
                  </a:cubicBezTo>
                </a:path>
              </a:pathLst>
            </a:custGeom>
            <a:noFill/>
            <a:ln w="9525" cap="rnd">
              <a:solidFill>
                <a:schemeClr val="accent2">
                  <a:alpha val="50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213" name="Freeform: Shape 212">
              <a:extLst>
                <a:ext uri="{FF2B5EF4-FFF2-40B4-BE49-F238E27FC236}">
                  <a16:creationId xmlns:a16="http://schemas.microsoft.com/office/drawing/2014/main" id="{8B332657-F1E9-428F-BA70-8DD848E553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8825" y="543780"/>
              <a:ext cx="494287" cy="1905590"/>
            </a:xfrm>
            <a:custGeom>
              <a:avLst/>
              <a:gdLst>
                <a:gd name="connsiteX0" fmla="*/ 11144 w 743796"/>
                <a:gd name="connsiteY0" fmla="*/ 0 h 2867501"/>
                <a:gd name="connsiteX1" fmla="*/ 353663 w 743796"/>
                <a:gd name="connsiteY1" fmla="*/ 55245 h 2867501"/>
                <a:gd name="connsiteX2" fmla="*/ 571405 w 743796"/>
                <a:gd name="connsiteY2" fmla="*/ 179737 h 2867501"/>
                <a:gd name="connsiteX3" fmla="*/ 688658 w 743796"/>
                <a:gd name="connsiteY3" fmla="*/ 368808 h 2867501"/>
                <a:gd name="connsiteX4" fmla="*/ 731711 w 743796"/>
                <a:gd name="connsiteY4" fmla="*/ 612934 h 2867501"/>
                <a:gd name="connsiteX5" fmla="*/ 725233 w 743796"/>
                <a:gd name="connsiteY5" fmla="*/ 995648 h 2867501"/>
                <a:gd name="connsiteX6" fmla="*/ 742855 w 743796"/>
                <a:gd name="connsiteY6" fmla="*/ 1499330 h 2867501"/>
                <a:gd name="connsiteX7" fmla="*/ 707898 w 743796"/>
                <a:gd name="connsiteY7" fmla="*/ 1793081 h 2867501"/>
                <a:gd name="connsiteX8" fmla="*/ 633222 w 743796"/>
                <a:gd name="connsiteY8" fmla="*/ 2073592 h 2867501"/>
                <a:gd name="connsiteX9" fmla="*/ 404527 w 743796"/>
                <a:gd name="connsiteY9" fmla="*/ 2472404 h 2867501"/>
                <a:gd name="connsiteX10" fmla="*/ 0 w 743796"/>
                <a:gd name="connsiteY10" fmla="*/ 2867501 h 2867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3796" h="2867501">
                  <a:moveTo>
                    <a:pt x="11144" y="0"/>
                  </a:moveTo>
                  <a:cubicBezTo>
                    <a:pt x="101060" y="2953"/>
                    <a:pt x="268796" y="25146"/>
                    <a:pt x="353663" y="55245"/>
                  </a:cubicBezTo>
                  <a:cubicBezTo>
                    <a:pt x="433483" y="83534"/>
                    <a:pt x="510635" y="120967"/>
                    <a:pt x="571405" y="179737"/>
                  </a:cubicBezTo>
                  <a:cubicBezTo>
                    <a:pt x="625412" y="231934"/>
                    <a:pt x="663607" y="297942"/>
                    <a:pt x="688658" y="368808"/>
                  </a:cubicBezTo>
                  <a:cubicBezTo>
                    <a:pt x="716375" y="447103"/>
                    <a:pt x="727996" y="529876"/>
                    <a:pt x="731711" y="612934"/>
                  </a:cubicBezTo>
                  <a:cubicBezTo>
                    <a:pt x="737426" y="740474"/>
                    <a:pt x="724948" y="867918"/>
                    <a:pt x="725233" y="995648"/>
                  </a:cubicBezTo>
                  <a:cubicBezTo>
                    <a:pt x="725710" y="1163765"/>
                    <a:pt x="748665" y="1331309"/>
                    <a:pt x="742855" y="1499330"/>
                  </a:cubicBezTo>
                  <a:cubicBezTo>
                    <a:pt x="739426" y="1598009"/>
                    <a:pt x="725996" y="1696022"/>
                    <a:pt x="707898" y="1793081"/>
                  </a:cubicBezTo>
                  <a:cubicBezTo>
                    <a:pt x="690086" y="1888426"/>
                    <a:pt x="666845" y="1982724"/>
                    <a:pt x="633222" y="2073592"/>
                  </a:cubicBezTo>
                  <a:cubicBezTo>
                    <a:pt x="579692" y="2218182"/>
                    <a:pt x="499682" y="2351056"/>
                    <a:pt x="404527" y="2472404"/>
                  </a:cubicBezTo>
                  <a:cubicBezTo>
                    <a:pt x="266033" y="2648902"/>
                    <a:pt x="179642" y="2732818"/>
                    <a:pt x="0" y="2867501"/>
                  </a:cubicBezTo>
                </a:path>
              </a:pathLst>
            </a:custGeom>
            <a:noFill/>
            <a:ln w="9525" cap="rnd">
              <a:solidFill>
                <a:schemeClr val="accent2">
                  <a:alpha val="50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214" name="Freeform: Shape 213">
              <a:extLst>
                <a:ext uri="{FF2B5EF4-FFF2-40B4-BE49-F238E27FC236}">
                  <a16:creationId xmlns:a16="http://schemas.microsoft.com/office/drawing/2014/main" id="{766A6EF8-94C7-4127-9EF9-584AD6885B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672286"/>
              <a:ext cx="396930" cy="1690303"/>
            </a:xfrm>
            <a:custGeom>
              <a:avLst/>
              <a:gdLst>
                <a:gd name="connsiteX0" fmla="*/ 16478 w 597294"/>
                <a:gd name="connsiteY0" fmla="*/ 2079 h 2543540"/>
                <a:gd name="connsiteX1" fmla="*/ 299847 w 597294"/>
                <a:gd name="connsiteY1" fmla="*/ 53991 h 2543540"/>
                <a:gd name="connsiteX2" fmla="*/ 503206 w 597294"/>
                <a:gd name="connsiteY2" fmla="*/ 291354 h 2543540"/>
                <a:gd name="connsiteX3" fmla="*/ 525113 w 597294"/>
                <a:gd name="connsiteY3" fmla="*/ 724265 h 2543540"/>
                <a:gd name="connsiteX4" fmla="*/ 578930 w 597294"/>
                <a:gd name="connsiteY4" fmla="*/ 1117267 h 2543540"/>
                <a:gd name="connsiteX5" fmla="*/ 592931 w 597294"/>
                <a:gd name="connsiteY5" fmla="*/ 1476359 h 2543540"/>
                <a:gd name="connsiteX6" fmla="*/ 503206 w 597294"/>
                <a:gd name="connsiteY6" fmla="*/ 1859359 h 2543540"/>
                <a:gd name="connsiteX7" fmla="*/ 291846 w 597294"/>
                <a:gd name="connsiteY7" fmla="*/ 2250361 h 2543540"/>
                <a:gd name="connsiteX8" fmla="*/ 0 w 597294"/>
                <a:gd name="connsiteY8" fmla="*/ 2543540 h 25435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7294" h="2543540">
                  <a:moveTo>
                    <a:pt x="16478" y="2079"/>
                  </a:moveTo>
                  <a:cubicBezTo>
                    <a:pt x="101441" y="-6684"/>
                    <a:pt x="224885" y="12557"/>
                    <a:pt x="299847" y="53991"/>
                  </a:cubicBezTo>
                  <a:cubicBezTo>
                    <a:pt x="394240" y="106092"/>
                    <a:pt x="468440" y="189341"/>
                    <a:pt x="503206" y="291354"/>
                  </a:cubicBezTo>
                  <a:cubicBezTo>
                    <a:pt x="550069" y="429085"/>
                    <a:pt x="520827" y="577770"/>
                    <a:pt x="525113" y="724265"/>
                  </a:cubicBezTo>
                  <a:cubicBezTo>
                    <a:pt x="529019" y="856472"/>
                    <a:pt x="561118" y="986012"/>
                    <a:pt x="578930" y="1117267"/>
                  </a:cubicBezTo>
                  <a:cubicBezTo>
                    <a:pt x="595122" y="1236234"/>
                    <a:pt x="602742" y="1356630"/>
                    <a:pt x="592931" y="1476359"/>
                  </a:cubicBezTo>
                  <a:cubicBezTo>
                    <a:pt x="582073" y="1607709"/>
                    <a:pt x="549783" y="1736011"/>
                    <a:pt x="503206" y="1859359"/>
                  </a:cubicBezTo>
                  <a:cubicBezTo>
                    <a:pt x="450628" y="1998710"/>
                    <a:pt x="383857" y="2133298"/>
                    <a:pt x="291846" y="2250361"/>
                  </a:cubicBezTo>
                  <a:cubicBezTo>
                    <a:pt x="231553" y="2327132"/>
                    <a:pt x="73819" y="2479532"/>
                    <a:pt x="0" y="2543540"/>
                  </a:cubicBezTo>
                </a:path>
              </a:pathLst>
            </a:custGeom>
            <a:noFill/>
            <a:ln w="9525" cap="rnd">
              <a:solidFill>
                <a:schemeClr val="accent2">
                  <a:alpha val="50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215" name="Freeform: Shape 214">
              <a:extLst>
                <a:ext uri="{FF2B5EF4-FFF2-40B4-BE49-F238E27FC236}">
                  <a16:creationId xmlns:a16="http://schemas.microsoft.com/office/drawing/2014/main" id="{3B1C2001-8549-4C7B-86AB-049B0C99EF4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3002" y="881264"/>
              <a:ext cx="258791" cy="1336561"/>
            </a:xfrm>
            <a:custGeom>
              <a:avLst/>
              <a:gdLst>
                <a:gd name="connsiteX0" fmla="*/ 0 w 389425"/>
                <a:gd name="connsiteY0" fmla="*/ 33 h 2011236"/>
                <a:gd name="connsiteX1" fmla="*/ 171260 w 389425"/>
                <a:gd name="connsiteY1" fmla="*/ 60326 h 2011236"/>
                <a:gd name="connsiteX2" fmla="*/ 211455 w 389425"/>
                <a:gd name="connsiteY2" fmla="*/ 221204 h 2011236"/>
                <a:gd name="connsiteX3" fmla="*/ 243078 w 389425"/>
                <a:gd name="connsiteY3" fmla="*/ 448089 h 2011236"/>
                <a:gd name="connsiteX4" fmla="*/ 346424 w 389425"/>
                <a:gd name="connsiteY4" fmla="*/ 789941 h 2011236"/>
                <a:gd name="connsiteX5" fmla="*/ 372237 w 389425"/>
                <a:gd name="connsiteY5" fmla="*/ 942151 h 2011236"/>
                <a:gd name="connsiteX6" fmla="*/ 386620 w 389425"/>
                <a:gd name="connsiteY6" fmla="*/ 1272478 h 2011236"/>
                <a:gd name="connsiteX7" fmla="*/ 280416 w 389425"/>
                <a:gd name="connsiteY7" fmla="*/ 1660241 h 2011236"/>
                <a:gd name="connsiteX8" fmla="*/ 151257 w 389425"/>
                <a:gd name="connsiteY8" fmla="*/ 1844073 h 2011236"/>
                <a:gd name="connsiteX9" fmla="*/ 1905 w 389425"/>
                <a:gd name="connsiteY9" fmla="*/ 2011237 h 2011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9425" h="2011236">
                  <a:moveTo>
                    <a:pt x="0" y="33"/>
                  </a:moveTo>
                  <a:cubicBezTo>
                    <a:pt x="57912" y="-824"/>
                    <a:pt x="136112" y="14892"/>
                    <a:pt x="171260" y="60326"/>
                  </a:cubicBezTo>
                  <a:cubicBezTo>
                    <a:pt x="205645" y="104903"/>
                    <a:pt x="207740" y="164244"/>
                    <a:pt x="211455" y="221204"/>
                  </a:cubicBezTo>
                  <a:cubicBezTo>
                    <a:pt x="216408" y="297594"/>
                    <a:pt x="225838" y="373604"/>
                    <a:pt x="243078" y="448089"/>
                  </a:cubicBezTo>
                  <a:cubicBezTo>
                    <a:pt x="269939" y="564199"/>
                    <a:pt x="319183" y="673927"/>
                    <a:pt x="346424" y="789941"/>
                  </a:cubicBezTo>
                  <a:cubicBezTo>
                    <a:pt x="358235" y="840043"/>
                    <a:pt x="365951" y="891097"/>
                    <a:pt x="372237" y="942151"/>
                  </a:cubicBezTo>
                  <a:cubicBezTo>
                    <a:pt x="385858" y="1051784"/>
                    <a:pt x="394049" y="1162274"/>
                    <a:pt x="386620" y="1272478"/>
                  </a:cubicBezTo>
                  <a:cubicBezTo>
                    <a:pt x="377476" y="1407828"/>
                    <a:pt x="344996" y="1541178"/>
                    <a:pt x="280416" y="1660241"/>
                  </a:cubicBezTo>
                  <a:cubicBezTo>
                    <a:pt x="244602" y="1726249"/>
                    <a:pt x="199358" y="1786352"/>
                    <a:pt x="151257" y="1844073"/>
                  </a:cubicBezTo>
                  <a:cubicBezTo>
                    <a:pt x="79534" y="1930084"/>
                    <a:pt x="89345" y="1941419"/>
                    <a:pt x="1905" y="2011237"/>
                  </a:cubicBezTo>
                </a:path>
              </a:pathLst>
            </a:custGeom>
            <a:noFill/>
            <a:ln w="9525" cap="rnd">
              <a:solidFill>
                <a:schemeClr val="accent2">
                  <a:alpha val="50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grpSp>
      <p:sp>
        <p:nvSpPr>
          <p:cNvPr id="2" name="Title 1">
            <a:extLst>
              <a:ext uri="{FF2B5EF4-FFF2-40B4-BE49-F238E27FC236}">
                <a16:creationId xmlns:a16="http://schemas.microsoft.com/office/drawing/2014/main" id="{F672339B-0CD3-8031-B31E-4DC001FCF61C}"/>
              </a:ext>
            </a:extLst>
          </p:cNvPr>
          <p:cNvSpPr>
            <a:spLocks noGrp="1"/>
          </p:cNvSpPr>
          <p:nvPr>
            <p:ph type="title"/>
          </p:nvPr>
        </p:nvSpPr>
        <p:spPr>
          <a:xfrm>
            <a:off x="1002661" y="376878"/>
            <a:ext cx="9988166" cy="1499401"/>
          </a:xfrm>
        </p:spPr>
        <p:txBody>
          <a:bodyPr>
            <a:normAutofit/>
          </a:bodyPr>
          <a:lstStyle/>
          <a:p>
            <a:pPr algn="ctr"/>
            <a:r>
              <a:rPr lang="en-US"/>
              <a:t>Methodology</a:t>
            </a:r>
          </a:p>
        </p:txBody>
      </p:sp>
      <p:grpSp>
        <p:nvGrpSpPr>
          <p:cNvPr id="216" name="Bottom Right">
            <a:extLst>
              <a:ext uri="{FF2B5EF4-FFF2-40B4-BE49-F238E27FC236}">
                <a16:creationId xmlns:a16="http://schemas.microsoft.com/office/drawing/2014/main" id="{921D9B61-CDA2-49D1-82AA-534691496FE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974976" y="3278144"/>
            <a:ext cx="4211600" cy="3581399"/>
            <a:chOff x="7980400" y="3276601"/>
            <a:chExt cx="4211600" cy="3581399"/>
          </a:xfrm>
        </p:grpSpPr>
        <p:grpSp>
          <p:nvGrpSpPr>
            <p:cNvPr id="169" name="Graphic 157">
              <a:extLst>
                <a:ext uri="{FF2B5EF4-FFF2-40B4-BE49-F238E27FC236}">
                  <a16:creationId xmlns:a16="http://schemas.microsoft.com/office/drawing/2014/main" id="{A202591B-301C-460E-801A-4C116AC08CD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8662740" y="3276601"/>
              <a:ext cx="3529260" cy="3581396"/>
              <a:chOff x="4114800" y="1423987"/>
              <a:chExt cx="3961542" cy="4007547"/>
            </a:xfrm>
            <a:noFill/>
          </p:grpSpPr>
          <p:sp>
            <p:nvSpPr>
              <p:cNvPr id="217" name="Freeform: Shape 216">
                <a:extLst>
                  <a:ext uri="{FF2B5EF4-FFF2-40B4-BE49-F238E27FC236}">
                    <a16:creationId xmlns:a16="http://schemas.microsoft.com/office/drawing/2014/main" id="{257EC7EC-4934-4A65-B3AA-6AE3BD0739C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14800" y="1423987"/>
                <a:ext cx="3946874" cy="3989641"/>
              </a:xfrm>
              <a:custGeom>
                <a:avLst/>
                <a:gdLst>
                  <a:gd name="connsiteX0" fmla="*/ 0 w 3946874"/>
                  <a:gd name="connsiteY0" fmla="*/ 3989641 h 3989641"/>
                  <a:gd name="connsiteX1" fmla="*/ 79439 w 3946874"/>
                  <a:gd name="connsiteY1" fmla="*/ 3891153 h 3989641"/>
                  <a:gd name="connsiteX2" fmla="*/ 297371 w 3946874"/>
                  <a:gd name="connsiteY2" fmla="*/ 3626930 h 3989641"/>
                  <a:gd name="connsiteX3" fmla="*/ 454343 w 3946874"/>
                  <a:gd name="connsiteY3" fmla="*/ 3440335 h 3989641"/>
                  <a:gd name="connsiteX4" fmla="*/ 622363 w 3946874"/>
                  <a:gd name="connsiteY4" fmla="*/ 3290697 h 3989641"/>
                  <a:gd name="connsiteX5" fmla="*/ 927068 w 3946874"/>
                  <a:gd name="connsiteY5" fmla="*/ 3087434 h 3989641"/>
                  <a:gd name="connsiteX6" fmla="*/ 1176338 w 3946874"/>
                  <a:gd name="connsiteY6" fmla="*/ 2915603 h 3989641"/>
                  <a:gd name="connsiteX7" fmla="*/ 1394270 w 3946874"/>
                  <a:gd name="connsiteY7" fmla="*/ 2780729 h 3989641"/>
                  <a:gd name="connsiteX8" fmla="*/ 1601057 w 3946874"/>
                  <a:gd name="connsiteY8" fmla="*/ 2723483 h 3989641"/>
                  <a:gd name="connsiteX9" fmla="*/ 1756220 w 3946874"/>
                  <a:gd name="connsiteY9" fmla="*/ 2743772 h 3989641"/>
                  <a:gd name="connsiteX10" fmla="*/ 1889189 w 3946874"/>
                  <a:gd name="connsiteY10" fmla="*/ 2765965 h 3989641"/>
                  <a:gd name="connsiteX11" fmla="*/ 2007394 w 3946874"/>
                  <a:gd name="connsiteY11" fmla="*/ 2765965 h 3989641"/>
                  <a:gd name="connsiteX12" fmla="*/ 2184654 w 3946874"/>
                  <a:gd name="connsiteY12" fmla="*/ 2671763 h 3989641"/>
                  <a:gd name="connsiteX13" fmla="*/ 2372773 w 3946874"/>
                  <a:gd name="connsiteY13" fmla="*/ 2538984 h 3989641"/>
                  <a:gd name="connsiteX14" fmla="*/ 2439543 w 3946874"/>
                  <a:gd name="connsiteY14" fmla="*/ 2510504 h 3989641"/>
                  <a:gd name="connsiteX15" fmla="*/ 2650617 w 3946874"/>
                  <a:gd name="connsiteY15" fmla="*/ 2434781 h 3989641"/>
                  <a:gd name="connsiteX16" fmla="*/ 2785110 w 3946874"/>
                  <a:gd name="connsiteY16" fmla="*/ 2383060 h 3989641"/>
                  <a:gd name="connsiteX17" fmla="*/ 2897315 w 3946874"/>
                  <a:gd name="connsiteY17" fmla="*/ 2318861 h 3989641"/>
                  <a:gd name="connsiteX18" fmla="*/ 2997994 w 3946874"/>
                  <a:gd name="connsiteY18" fmla="*/ 2226183 h 3989641"/>
                  <a:gd name="connsiteX19" fmla="*/ 3061240 w 3946874"/>
                  <a:gd name="connsiteY19" fmla="*/ 2141506 h 3989641"/>
                  <a:gd name="connsiteX20" fmla="*/ 3152108 w 3946874"/>
                  <a:gd name="connsiteY20" fmla="*/ 2005203 h 3989641"/>
                  <a:gd name="connsiteX21" fmla="*/ 3274124 w 3946874"/>
                  <a:gd name="connsiteY21" fmla="*/ 1871567 h 3989641"/>
                  <a:gd name="connsiteX22" fmla="*/ 3388138 w 3946874"/>
                  <a:gd name="connsiteY22" fmla="*/ 1770888 h 3989641"/>
                  <a:gd name="connsiteX23" fmla="*/ 3466529 w 3946874"/>
                  <a:gd name="connsiteY23" fmla="*/ 1679162 h 3989641"/>
                  <a:gd name="connsiteX24" fmla="*/ 3538633 w 3946874"/>
                  <a:gd name="connsiteY24" fmla="*/ 1551718 h 3989641"/>
                  <a:gd name="connsiteX25" fmla="*/ 3588544 w 3946874"/>
                  <a:gd name="connsiteY25" fmla="*/ 1376172 h 3989641"/>
                  <a:gd name="connsiteX26" fmla="*/ 3597402 w 3946874"/>
                  <a:gd name="connsiteY26" fmla="*/ 1293305 h 3989641"/>
                  <a:gd name="connsiteX27" fmla="*/ 3721227 w 3946874"/>
                  <a:gd name="connsiteY27" fmla="*/ 880491 h 3989641"/>
                  <a:gd name="connsiteX28" fmla="*/ 3761137 w 3946874"/>
                  <a:gd name="connsiteY28" fmla="*/ 463677 h 3989641"/>
                  <a:gd name="connsiteX29" fmla="*/ 3946874 w 3946874"/>
                  <a:gd name="connsiteY29" fmla="*/ 0 h 3989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3946874" h="3989641">
                    <a:moveTo>
                      <a:pt x="0" y="3989641"/>
                    </a:moveTo>
                    <a:cubicBezTo>
                      <a:pt x="19050" y="3957257"/>
                      <a:pt x="50959" y="3916013"/>
                      <a:pt x="79439" y="3891153"/>
                    </a:cubicBezTo>
                    <a:cubicBezTo>
                      <a:pt x="165544" y="3815906"/>
                      <a:pt x="227933" y="3717989"/>
                      <a:pt x="297371" y="3626930"/>
                    </a:cubicBezTo>
                    <a:cubicBezTo>
                      <a:pt x="346615" y="3562255"/>
                      <a:pt x="398050" y="3499009"/>
                      <a:pt x="454343" y="3440335"/>
                    </a:cubicBezTo>
                    <a:cubicBezTo>
                      <a:pt x="506349" y="3386042"/>
                      <a:pt x="562642" y="3336227"/>
                      <a:pt x="622363" y="3290697"/>
                    </a:cubicBezTo>
                    <a:cubicBezTo>
                      <a:pt x="719519" y="3216688"/>
                      <a:pt x="824960" y="3154585"/>
                      <a:pt x="927068" y="3087434"/>
                    </a:cubicBezTo>
                    <a:cubicBezTo>
                      <a:pt x="1011365" y="3031998"/>
                      <a:pt x="1093565" y="2973324"/>
                      <a:pt x="1176338" y="2915603"/>
                    </a:cubicBezTo>
                    <a:cubicBezTo>
                      <a:pt x="1246537" y="2866644"/>
                      <a:pt x="1317308" y="2818066"/>
                      <a:pt x="1394270" y="2780729"/>
                    </a:cubicBezTo>
                    <a:cubicBezTo>
                      <a:pt x="1459421" y="2749106"/>
                      <a:pt x="1528763" y="2724436"/>
                      <a:pt x="1601057" y="2723483"/>
                    </a:cubicBezTo>
                    <a:cubicBezTo>
                      <a:pt x="1653350" y="2722721"/>
                      <a:pt x="1704785" y="2733485"/>
                      <a:pt x="1756220" y="2743772"/>
                    </a:cubicBezTo>
                    <a:cubicBezTo>
                      <a:pt x="1800320" y="2752630"/>
                      <a:pt x="1844612" y="2760250"/>
                      <a:pt x="1889189" y="2765965"/>
                    </a:cubicBezTo>
                    <a:cubicBezTo>
                      <a:pt x="1928622" y="2771013"/>
                      <a:pt x="1968437" y="2773299"/>
                      <a:pt x="2007394" y="2765965"/>
                    </a:cubicBezTo>
                    <a:cubicBezTo>
                      <a:pt x="2073878" y="2753487"/>
                      <a:pt x="2130647" y="2712911"/>
                      <a:pt x="2184654" y="2671763"/>
                    </a:cubicBezTo>
                    <a:cubicBezTo>
                      <a:pt x="2245900" y="2625090"/>
                      <a:pt x="2304002" y="2573465"/>
                      <a:pt x="2372773" y="2538984"/>
                    </a:cubicBezTo>
                    <a:cubicBezTo>
                      <a:pt x="2394395" y="2528126"/>
                      <a:pt x="2416874" y="2518982"/>
                      <a:pt x="2439543" y="2510504"/>
                    </a:cubicBezTo>
                    <a:cubicBezTo>
                      <a:pt x="2509552" y="2484215"/>
                      <a:pt x="2580037" y="2459450"/>
                      <a:pt x="2650617" y="2434781"/>
                    </a:cubicBezTo>
                    <a:cubicBezTo>
                      <a:pt x="2695956" y="2418874"/>
                      <a:pt x="2741295" y="2402872"/>
                      <a:pt x="2785110" y="2383060"/>
                    </a:cubicBezTo>
                    <a:cubicBezTo>
                      <a:pt x="2824448" y="2365248"/>
                      <a:pt x="2862358" y="2344198"/>
                      <a:pt x="2897315" y="2318861"/>
                    </a:cubicBezTo>
                    <a:cubicBezTo>
                      <a:pt x="2934367" y="2292096"/>
                      <a:pt x="2968085" y="2260854"/>
                      <a:pt x="2997994" y="2226183"/>
                    </a:cubicBezTo>
                    <a:cubicBezTo>
                      <a:pt x="3020949" y="2199513"/>
                      <a:pt x="3041714" y="2170938"/>
                      <a:pt x="3061240" y="2141506"/>
                    </a:cubicBezTo>
                    <a:cubicBezTo>
                      <a:pt x="3091529" y="2095976"/>
                      <a:pt x="3119533" y="2049018"/>
                      <a:pt x="3152108" y="2005203"/>
                    </a:cubicBezTo>
                    <a:cubicBezTo>
                      <a:pt x="3188113" y="1956626"/>
                      <a:pt x="3229261" y="1912144"/>
                      <a:pt x="3274124" y="1871567"/>
                    </a:cubicBezTo>
                    <a:cubicBezTo>
                      <a:pt x="3311747" y="1837563"/>
                      <a:pt x="3351848" y="1806321"/>
                      <a:pt x="3388138" y="1770888"/>
                    </a:cubicBezTo>
                    <a:cubicBezTo>
                      <a:pt x="3416999" y="1742694"/>
                      <a:pt x="3443002" y="1711833"/>
                      <a:pt x="3466529" y="1679162"/>
                    </a:cubicBezTo>
                    <a:cubicBezTo>
                      <a:pt x="3495008" y="1639348"/>
                      <a:pt x="3519392" y="1596771"/>
                      <a:pt x="3538633" y="1551718"/>
                    </a:cubicBezTo>
                    <a:cubicBezTo>
                      <a:pt x="3562731" y="1495616"/>
                      <a:pt x="3578924" y="1436465"/>
                      <a:pt x="3588544" y="1376172"/>
                    </a:cubicBezTo>
                    <a:cubicBezTo>
                      <a:pt x="3592925" y="1348740"/>
                      <a:pt x="3595688" y="1321022"/>
                      <a:pt x="3597402" y="1293305"/>
                    </a:cubicBezTo>
                    <a:cubicBezTo>
                      <a:pt x="3605974" y="1155859"/>
                      <a:pt x="3717703" y="1018127"/>
                      <a:pt x="3721227" y="880491"/>
                    </a:cubicBezTo>
                    <a:cubicBezTo>
                      <a:pt x="3724751" y="740855"/>
                      <a:pt x="3743135" y="602171"/>
                      <a:pt x="3761137" y="463677"/>
                    </a:cubicBezTo>
                    <a:cubicBezTo>
                      <a:pt x="3776186" y="347758"/>
                      <a:pt x="3934968" y="116205"/>
                      <a:pt x="3946874" y="0"/>
                    </a:cubicBezTo>
                  </a:path>
                </a:pathLst>
              </a:custGeom>
              <a:noFill/>
              <a:ln w="9525" cap="rnd">
                <a:solidFill>
                  <a:schemeClr val="accent2">
                    <a:alpha val="35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218" name="Freeform: Shape 217">
                <a:extLst>
                  <a:ext uri="{FF2B5EF4-FFF2-40B4-BE49-F238E27FC236}">
                    <a16:creationId xmlns:a16="http://schemas.microsoft.com/office/drawing/2014/main" id="{201FEC27-F3E2-41E5-8C3B-FF66A13D84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95978" y="2441733"/>
                <a:ext cx="3665410" cy="2985611"/>
              </a:xfrm>
              <a:custGeom>
                <a:avLst/>
                <a:gdLst>
                  <a:gd name="connsiteX0" fmla="*/ 0 w 3665410"/>
                  <a:gd name="connsiteY0" fmla="*/ 2985611 h 2985611"/>
                  <a:gd name="connsiteX1" fmla="*/ 166211 w 3665410"/>
                  <a:gd name="connsiteY1" fmla="*/ 2699766 h 2985611"/>
                  <a:gd name="connsiteX2" fmla="*/ 397002 w 3665410"/>
                  <a:gd name="connsiteY2" fmla="*/ 2414969 h 2985611"/>
                  <a:gd name="connsiteX3" fmla="*/ 620173 w 3665410"/>
                  <a:gd name="connsiteY3" fmla="*/ 2237899 h 2985611"/>
                  <a:gd name="connsiteX4" fmla="*/ 823341 w 3665410"/>
                  <a:gd name="connsiteY4" fmla="*/ 2085499 h 2985611"/>
                  <a:gd name="connsiteX5" fmla="*/ 1089565 w 3665410"/>
                  <a:gd name="connsiteY5" fmla="*/ 1911477 h 2985611"/>
                  <a:gd name="connsiteX6" fmla="*/ 1145000 w 3665410"/>
                  <a:gd name="connsiteY6" fmla="*/ 1886807 h 2985611"/>
                  <a:gd name="connsiteX7" fmla="*/ 1375791 w 3665410"/>
                  <a:gd name="connsiteY7" fmla="*/ 1842135 h 2985611"/>
                  <a:gd name="connsiteX8" fmla="*/ 1486567 w 3665410"/>
                  <a:gd name="connsiteY8" fmla="*/ 1857566 h 2985611"/>
                  <a:gd name="connsiteX9" fmla="*/ 1568101 w 3665410"/>
                  <a:gd name="connsiteY9" fmla="*/ 1871377 h 2985611"/>
                  <a:gd name="connsiteX10" fmla="*/ 1810607 w 3665410"/>
                  <a:gd name="connsiteY10" fmla="*/ 1871377 h 2985611"/>
                  <a:gd name="connsiteX11" fmla="*/ 1997964 w 3665410"/>
                  <a:gd name="connsiteY11" fmla="*/ 1790605 h 2985611"/>
                  <a:gd name="connsiteX12" fmla="*/ 2109883 w 3665410"/>
                  <a:gd name="connsiteY12" fmla="*/ 1702784 h 2985611"/>
                  <a:gd name="connsiteX13" fmla="*/ 2321433 w 3665410"/>
                  <a:gd name="connsiteY13" fmla="*/ 1552384 h 2985611"/>
                  <a:gd name="connsiteX14" fmla="*/ 2558891 w 3665410"/>
                  <a:gd name="connsiteY14" fmla="*/ 1453420 h 2985611"/>
                  <a:gd name="connsiteX15" fmla="*/ 2709767 w 3665410"/>
                  <a:gd name="connsiteY15" fmla="*/ 1377887 h 2985611"/>
                  <a:gd name="connsiteX16" fmla="*/ 2885408 w 3665410"/>
                  <a:gd name="connsiteY16" fmla="*/ 1237393 h 2985611"/>
                  <a:gd name="connsiteX17" fmla="*/ 3017711 w 3665410"/>
                  <a:gd name="connsiteY17" fmla="*/ 1072229 h 2985611"/>
                  <a:gd name="connsiteX18" fmla="*/ 3150680 w 3665410"/>
                  <a:gd name="connsiteY18" fmla="*/ 921830 h 2985611"/>
                  <a:gd name="connsiteX19" fmla="*/ 3255169 w 3665410"/>
                  <a:gd name="connsiteY19" fmla="*/ 801815 h 2985611"/>
                  <a:gd name="connsiteX20" fmla="*/ 3339275 w 3665410"/>
                  <a:gd name="connsiteY20" fmla="*/ 694182 h 2985611"/>
                  <a:gd name="connsiteX21" fmla="*/ 3409188 w 3665410"/>
                  <a:gd name="connsiteY21" fmla="*/ 546926 h 2985611"/>
                  <a:gd name="connsiteX22" fmla="*/ 3464243 w 3665410"/>
                  <a:gd name="connsiteY22" fmla="*/ 347663 h 2985611"/>
                  <a:gd name="connsiteX23" fmla="*/ 3665411 w 3665410"/>
                  <a:gd name="connsiteY23" fmla="*/ 0 h 2985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665410" h="2985611">
                    <a:moveTo>
                      <a:pt x="0" y="2985611"/>
                    </a:moveTo>
                    <a:cubicBezTo>
                      <a:pt x="0" y="2985611"/>
                      <a:pt x="86773" y="2802827"/>
                      <a:pt x="166211" y="2699766"/>
                    </a:cubicBezTo>
                    <a:cubicBezTo>
                      <a:pt x="240983" y="2602706"/>
                      <a:pt x="309182" y="2500122"/>
                      <a:pt x="397002" y="2414969"/>
                    </a:cubicBezTo>
                    <a:cubicBezTo>
                      <a:pt x="465296" y="2348865"/>
                      <a:pt x="543592" y="2294477"/>
                      <a:pt x="620173" y="2237899"/>
                    </a:cubicBezTo>
                    <a:cubicBezTo>
                      <a:pt x="688277" y="2187607"/>
                      <a:pt x="755333" y="2135886"/>
                      <a:pt x="823341" y="2085499"/>
                    </a:cubicBezTo>
                    <a:cubicBezTo>
                      <a:pt x="908685" y="2022253"/>
                      <a:pt x="994791" y="1959197"/>
                      <a:pt x="1089565" y="1911477"/>
                    </a:cubicBezTo>
                    <a:cubicBezTo>
                      <a:pt x="1107662" y="1902428"/>
                      <a:pt x="1126141" y="1894141"/>
                      <a:pt x="1145000" y="1886807"/>
                    </a:cubicBezTo>
                    <a:cubicBezTo>
                      <a:pt x="1218819" y="1858232"/>
                      <a:pt x="1296924" y="1838611"/>
                      <a:pt x="1375791" y="1842135"/>
                    </a:cubicBezTo>
                    <a:cubicBezTo>
                      <a:pt x="1413129" y="1843754"/>
                      <a:pt x="1449896" y="1850422"/>
                      <a:pt x="1486567" y="1857566"/>
                    </a:cubicBezTo>
                    <a:cubicBezTo>
                      <a:pt x="1513618" y="1862804"/>
                      <a:pt x="1540859" y="1867376"/>
                      <a:pt x="1568101" y="1871377"/>
                    </a:cubicBezTo>
                    <a:cubicBezTo>
                      <a:pt x="1648778" y="1883188"/>
                      <a:pt x="1730978" y="1887665"/>
                      <a:pt x="1810607" y="1871377"/>
                    </a:cubicBezTo>
                    <a:cubicBezTo>
                      <a:pt x="1877854" y="1857661"/>
                      <a:pt x="1941100" y="1829086"/>
                      <a:pt x="1997964" y="1790605"/>
                    </a:cubicBezTo>
                    <a:cubicBezTo>
                      <a:pt x="2037302" y="1764030"/>
                      <a:pt x="2073497" y="1733264"/>
                      <a:pt x="2109883" y="1702784"/>
                    </a:cubicBezTo>
                    <a:cubicBezTo>
                      <a:pt x="2176367" y="1647063"/>
                      <a:pt x="2244852" y="1593151"/>
                      <a:pt x="2321433" y="1552384"/>
                    </a:cubicBezTo>
                    <a:cubicBezTo>
                      <a:pt x="2397157" y="1512094"/>
                      <a:pt x="2479548" y="1486281"/>
                      <a:pt x="2558891" y="1453420"/>
                    </a:cubicBezTo>
                    <a:cubicBezTo>
                      <a:pt x="2610898" y="1431798"/>
                      <a:pt x="2661571" y="1407033"/>
                      <a:pt x="2709767" y="1377887"/>
                    </a:cubicBezTo>
                    <a:cubicBezTo>
                      <a:pt x="2774252" y="1338929"/>
                      <a:pt x="2834069" y="1292447"/>
                      <a:pt x="2885408" y="1237393"/>
                    </a:cubicBezTo>
                    <a:cubicBezTo>
                      <a:pt x="2933605" y="1185767"/>
                      <a:pt x="2973324" y="1127093"/>
                      <a:pt x="3017711" y="1072229"/>
                    </a:cubicBezTo>
                    <a:cubicBezTo>
                      <a:pt x="3059811" y="1020223"/>
                      <a:pt x="3105912" y="971645"/>
                      <a:pt x="3150680" y="921830"/>
                    </a:cubicBezTo>
                    <a:cubicBezTo>
                      <a:pt x="3186113" y="882396"/>
                      <a:pt x="3220593" y="842010"/>
                      <a:pt x="3255169" y="801815"/>
                    </a:cubicBezTo>
                    <a:cubicBezTo>
                      <a:pt x="3284887" y="767239"/>
                      <a:pt x="3314605" y="732473"/>
                      <a:pt x="3339275" y="694182"/>
                    </a:cubicBezTo>
                    <a:cubicBezTo>
                      <a:pt x="3368707" y="648367"/>
                      <a:pt x="3390138" y="597980"/>
                      <a:pt x="3409188" y="546926"/>
                    </a:cubicBezTo>
                    <a:cubicBezTo>
                      <a:pt x="3433382" y="482156"/>
                      <a:pt x="3453384" y="415861"/>
                      <a:pt x="3464243" y="347663"/>
                    </a:cubicBezTo>
                    <a:cubicBezTo>
                      <a:pt x="3476244" y="272224"/>
                      <a:pt x="3661696" y="76295"/>
                      <a:pt x="3665411" y="0"/>
                    </a:cubicBezTo>
                  </a:path>
                </a:pathLst>
              </a:custGeom>
              <a:noFill/>
              <a:ln w="9525" cap="rnd">
                <a:solidFill>
                  <a:schemeClr val="accent2">
                    <a:alpha val="35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219" name="Freeform: Shape 218">
                <a:extLst>
                  <a:ext uri="{FF2B5EF4-FFF2-40B4-BE49-F238E27FC236}">
                    <a16:creationId xmlns:a16="http://schemas.microsoft.com/office/drawing/2014/main" id="{CBFE67A7-A995-43D6-8414-EBB2A758A0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90402" y="5229700"/>
                <a:ext cx="285940" cy="199072"/>
              </a:xfrm>
              <a:custGeom>
                <a:avLst/>
                <a:gdLst>
                  <a:gd name="connsiteX0" fmla="*/ 0 w 285940"/>
                  <a:gd name="connsiteY0" fmla="*/ 199073 h 199072"/>
                  <a:gd name="connsiteX1" fmla="*/ 285940 w 285940"/>
                  <a:gd name="connsiteY1" fmla="*/ 0 h 199072"/>
                </a:gdLst>
                <a:ahLst/>
                <a:cxnLst>
                  <a:cxn ang="0">
                    <a:pos x="connsiteX0" y="connsiteY0"/>
                  </a:cxn>
                  <a:cxn ang="0">
                    <a:pos x="connsiteX1" y="connsiteY1"/>
                  </a:cxn>
                </a:cxnLst>
                <a:rect l="l" t="t" r="r" b="b"/>
                <a:pathLst>
                  <a:path w="285940" h="199072">
                    <a:moveTo>
                      <a:pt x="0" y="199073"/>
                    </a:moveTo>
                    <a:cubicBezTo>
                      <a:pt x="0" y="199073"/>
                      <a:pt x="242125" y="39243"/>
                      <a:pt x="285940" y="0"/>
                    </a:cubicBezTo>
                  </a:path>
                </a:pathLst>
              </a:custGeom>
              <a:noFill/>
              <a:ln w="9525" cap="rnd">
                <a:solidFill>
                  <a:schemeClr val="accent2">
                    <a:alpha val="35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220" name="Freeform: Shape 219">
                <a:extLst>
                  <a:ext uri="{FF2B5EF4-FFF2-40B4-BE49-F238E27FC236}">
                    <a16:creationId xmlns:a16="http://schemas.microsoft.com/office/drawing/2014/main" id="{6DB28E40-FF5E-459D-B516-A16554BBBF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393114" y="5049773"/>
                <a:ext cx="655796" cy="381190"/>
              </a:xfrm>
              <a:custGeom>
                <a:avLst/>
                <a:gdLst>
                  <a:gd name="connsiteX0" fmla="*/ 0 w 655796"/>
                  <a:gd name="connsiteY0" fmla="*/ 381190 h 381190"/>
                  <a:gd name="connsiteX1" fmla="*/ 655796 w 655796"/>
                  <a:gd name="connsiteY1" fmla="*/ 0 h 381190"/>
                </a:gdLst>
                <a:ahLst/>
                <a:cxnLst>
                  <a:cxn ang="0">
                    <a:pos x="connsiteX0" y="connsiteY0"/>
                  </a:cxn>
                  <a:cxn ang="0">
                    <a:pos x="connsiteX1" y="connsiteY1"/>
                  </a:cxn>
                </a:cxnLst>
                <a:rect l="l" t="t" r="r" b="b"/>
                <a:pathLst>
                  <a:path w="655796" h="381190">
                    <a:moveTo>
                      <a:pt x="0" y="381190"/>
                    </a:moveTo>
                    <a:cubicBezTo>
                      <a:pt x="0" y="381190"/>
                      <a:pt x="461105" y="172117"/>
                      <a:pt x="655796" y="0"/>
                    </a:cubicBezTo>
                  </a:path>
                </a:pathLst>
              </a:custGeom>
              <a:noFill/>
              <a:ln w="9525" cap="rnd">
                <a:solidFill>
                  <a:schemeClr val="accent2">
                    <a:alpha val="35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221" name="Freeform: Shape 220">
                <a:extLst>
                  <a:ext uri="{FF2B5EF4-FFF2-40B4-BE49-F238E27FC236}">
                    <a16:creationId xmlns:a16="http://schemas.microsoft.com/office/drawing/2014/main" id="{9724247A-6615-4D27-80F0-33927628267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154072" y="3867816"/>
                <a:ext cx="2907315" cy="1544764"/>
              </a:xfrm>
              <a:custGeom>
                <a:avLst/>
                <a:gdLst>
                  <a:gd name="connsiteX0" fmla="*/ 0 w 2907315"/>
                  <a:gd name="connsiteY0" fmla="*/ 1544764 h 1544764"/>
                  <a:gd name="connsiteX1" fmla="*/ 201644 w 2907315"/>
                  <a:gd name="connsiteY1" fmla="*/ 1352550 h 1544764"/>
                  <a:gd name="connsiteX2" fmla="*/ 423196 w 2907315"/>
                  <a:gd name="connsiteY2" fmla="*/ 1196054 h 1544764"/>
                  <a:gd name="connsiteX3" fmla="*/ 782193 w 2907315"/>
                  <a:gd name="connsiteY3" fmla="*/ 1099947 h 1544764"/>
                  <a:gd name="connsiteX4" fmla="*/ 1052513 w 2907315"/>
                  <a:gd name="connsiteY4" fmla="*/ 1042321 h 1544764"/>
                  <a:gd name="connsiteX5" fmla="*/ 1311783 w 2907315"/>
                  <a:gd name="connsiteY5" fmla="*/ 1056037 h 1544764"/>
                  <a:gd name="connsiteX6" fmla="*/ 1484662 w 2907315"/>
                  <a:gd name="connsiteY6" fmla="*/ 1083469 h 1544764"/>
                  <a:gd name="connsiteX7" fmla="*/ 1788224 w 2907315"/>
                  <a:gd name="connsiteY7" fmla="*/ 1023080 h 1544764"/>
                  <a:gd name="connsiteX8" fmla="*/ 2269045 w 2907315"/>
                  <a:gd name="connsiteY8" fmla="*/ 734758 h 1544764"/>
                  <a:gd name="connsiteX9" fmla="*/ 2534984 w 2907315"/>
                  <a:gd name="connsiteY9" fmla="*/ 572738 h 1544764"/>
                  <a:gd name="connsiteX10" fmla="*/ 2907316 w 2907315"/>
                  <a:gd name="connsiteY10" fmla="*/ 0 h 1544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907315" h="1544764">
                    <a:moveTo>
                      <a:pt x="0" y="1544764"/>
                    </a:moveTo>
                    <a:cubicBezTo>
                      <a:pt x="0" y="1544764"/>
                      <a:pt x="98012" y="1443990"/>
                      <a:pt x="201644" y="1352550"/>
                    </a:cubicBezTo>
                    <a:cubicBezTo>
                      <a:pt x="271272" y="1291209"/>
                      <a:pt x="343662" y="1234249"/>
                      <a:pt x="423196" y="1196054"/>
                    </a:cubicBezTo>
                    <a:cubicBezTo>
                      <a:pt x="537591" y="1141095"/>
                      <a:pt x="661226" y="1127189"/>
                      <a:pt x="782193" y="1099947"/>
                    </a:cubicBezTo>
                    <a:cubicBezTo>
                      <a:pt x="872300" y="1079659"/>
                      <a:pt x="961358" y="1051370"/>
                      <a:pt x="1052513" y="1042321"/>
                    </a:cubicBezTo>
                    <a:cubicBezTo>
                      <a:pt x="1139000" y="1033653"/>
                      <a:pt x="1225868" y="1040321"/>
                      <a:pt x="1311783" y="1056037"/>
                    </a:cubicBezTo>
                    <a:cubicBezTo>
                      <a:pt x="1369314" y="1066609"/>
                      <a:pt x="1426559" y="1079373"/>
                      <a:pt x="1484662" y="1083469"/>
                    </a:cubicBezTo>
                    <a:cubicBezTo>
                      <a:pt x="1587913" y="1090803"/>
                      <a:pt x="1690402" y="1064800"/>
                      <a:pt x="1788224" y="1023080"/>
                    </a:cubicBezTo>
                    <a:cubicBezTo>
                      <a:pt x="1956721" y="951262"/>
                      <a:pt x="2106549" y="825722"/>
                      <a:pt x="2269045" y="734758"/>
                    </a:cubicBezTo>
                    <a:cubicBezTo>
                      <a:pt x="2359438" y="684181"/>
                      <a:pt x="2452497" y="640556"/>
                      <a:pt x="2534984" y="572738"/>
                    </a:cubicBezTo>
                    <a:cubicBezTo>
                      <a:pt x="2673001" y="459391"/>
                      <a:pt x="2847023" y="191453"/>
                      <a:pt x="2907316" y="0"/>
                    </a:cubicBezTo>
                  </a:path>
                </a:pathLst>
              </a:custGeom>
              <a:noFill/>
              <a:ln w="9525" cap="rnd">
                <a:solidFill>
                  <a:schemeClr val="accent2">
                    <a:alpha val="35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222" name="Freeform: Shape 221">
                <a:extLst>
                  <a:ext uri="{FF2B5EF4-FFF2-40B4-BE49-F238E27FC236}">
                    <a16:creationId xmlns:a16="http://schemas.microsoft.com/office/drawing/2014/main" id="{495168B2-CEF6-486B-AD0C-D063CDD988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07946" y="3479100"/>
                <a:ext cx="3168300" cy="1952434"/>
              </a:xfrm>
              <a:custGeom>
                <a:avLst/>
                <a:gdLst>
                  <a:gd name="connsiteX0" fmla="*/ 0 w 3168300"/>
                  <a:gd name="connsiteY0" fmla="*/ 1952435 h 1952434"/>
                  <a:gd name="connsiteX1" fmla="*/ 202121 w 3168300"/>
                  <a:gd name="connsiteY1" fmla="*/ 1687068 h 1952434"/>
                  <a:gd name="connsiteX2" fmla="*/ 545116 w 3168300"/>
                  <a:gd name="connsiteY2" fmla="*/ 1450277 h 1952434"/>
                  <a:gd name="connsiteX3" fmla="*/ 906780 w 3168300"/>
                  <a:gd name="connsiteY3" fmla="*/ 1354455 h 1952434"/>
                  <a:gd name="connsiteX4" fmla="*/ 1332262 w 3168300"/>
                  <a:gd name="connsiteY4" fmla="*/ 1285304 h 1952434"/>
                  <a:gd name="connsiteX5" fmla="*/ 1691259 w 3168300"/>
                  <a:gd name="connsiteY5" fmla="*/ 1240060 h 1952434"/>
                  <a:gd name="connsiteX6" fmla="*/ 2010346 w 3168300"/>
                  <a:gd name="connsiteY6" fmla="*/ 1141667 h 1952434"/>
                  <a:gd name="connsiteX7" fmla="*/ 2393252 w 3168300"/>
                  <a:gd name="connsiteY7" fmla="*/ 1027271 h 1952434"/>
                  <a:gd name="connsiteX8" fmla="*/ 2582037 w 3168300"/>
                  <a:gd name="connsiteY8" fmla="*/ 958120 h 1952434"/>
                  <a:gd name="connsiteX9" fmla="*/ 2760155 w 3168300"/>
                  <a:gd name="connsiteY9" fmla="*/ 827723 h 1952434"/>
                  <a:gd name="connsiteX10" fmla="*/ 2914364 w 3168300"/>
                  <a:gd name="connsiteY10" fmla="*/ 567023 h 1952434"/>
                  <a:gd name="connsiteX11" fmla="*/ 3168301 w 3168300"/>
                  <a:gd name="connsiteY11" fmla="*/ 0 h 1952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68300" h="1952434">
                    <a:moveTo>
                      <a:pt x="0" y="1952435"/>
                    </a:moveTo>
                    <a:cubicBezTo>
                      <a:pt x="0" y="1952435"/>
                      <a:pt x="91059" y="1796415"/>
                      <a:pt x="202121" y="1687068"/>
                    </a:cubicBezTo>
                    <a:cubicBezTo>
                      <a:pt x="301943" y="1588675"/>
                      <a:pt x="416528" y="1505617"/>
                      <a:pt x="545116" y="1450277"/>
                    </a:cubicBezTo>
                    <a:cubicBezTo>
                      <a:pt x="659987" y="1400747"/>
                      <a:pt x="783622" y="1377601"/>
                      <a:pt x="906780" y="1354455"/>
                    </a:cubicBezTo>
                    <a:cubicBezTo>
                      <a:pt x="1048036" y="1327976"/>
                      <a:pt x="1189482" y="1301972"/>
                      <a:pt x="1332262" y="1285304"/>
                    </a:cubicBezTo>
                    <a:cubicBezTo>
                      <a:pt x="1452182" y="1271302"/>
                      <a:pt x="1573340" y="1265873"/>
                      <a:pt x="1691259" y="1240060"/>
                    </a:cubicBezTo>
                    <a:cubicBezTo>
                      <a:pt x="1800035" y="1216247"/>
                      <a:pt x="1904619" y="1176718"/>
                      <a:pt x="2010346" y="1141667"/>
                    </a:cubicBezTo>
                    <a:cubicBezTo>
                      <a:pt x="2136743" y="1099661"/>
                      <a:pt x="2265902" y="1066229"/>
                      <a:pt x="2393252" y="1027271"/>
                    </a:cubicBezTo>
                    <a:cubicBezTo>
                      <a:pt x="2457450" y="1007650"/>
                      <a:pt x="2521744" y="987552"/>
                      <a:pt x="2582037" y="958120"/>
                    </a:cubicBezTo>
                    <a:cubicBezTo>
                      <a:pt x="2648807" y="925449"/>
                      <a:pt x="2710815" y="883349"/>
                      <a:pt x="2760155" y="827723"/>
                    </a:cubicBezTo>
                    <a:cubicBezTo>
                      <a:pt x="2827496" y="751904"/>
                      <a:pt x="2867978" y="657511"/>
                      <a:pt x="2914364" y="567023"/>
                    </a:cubicBezTo>
                    <a:cubicBezTo>
                      <a:pt x="2972753" y="453200"/>
                      <a:pt x="3119152" y="118015"/>
                      <a:pt x="3168301" y="0"/>
                    </a:cubicBezTo>
                  </a:path>
                </a:pathLst>
              </a:custGeom>
              <a:noFill/>
              <a:ln w="9525" cap="rnd">
                <a:solidFill>
                  <a:schemeClr val="accent2">
                    <a:alpha val="35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223" name="Freeform: Shape 222">
                <a:extLst>
                  <a:ext uri="{FF2B5EF4-FFF2-40B4-BE49-F238E27FC236}">
                    <a16:creationId xmlns:a16="http://schemas.microsoft.com/office/drawing/2014/main" id="{E27C133D-9749-4B34-9018-29F3FF86C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04778" y="2976752"/>
                <a:ext cx="3356800" cy="2452020"/>
              </a:xfrm>
              <a:custGeom>
                <a:avLst/>
                <a:gdLst>
                  <a:gd name="connsiteX0" fmla="*/ 0 w 3356800"/>
                  <a:gd name="connsiteY0" fmla="*/ 2452021 h 2452020"/>
                  <a:gd name="connsiteX1" fmla="*/ 130874 w 3356800"/>
                  <a:gd name="connsiteY1" fmla="*/ 2247710 h 2452020"/>
                  <a:gd name="connsiteX2" fmla="*/ 437197 w 3356800"/>
                  <a:gd name="connsiteY2" fmla="*/ 1941195 h 2452020"/>
                  <a:gd name="connsiteX3" fmla="*/ 737140 w 3356800"/>
                  <a:gd name="connsiteY3" fmla="*/ 1736884 h 2452020"/>
                  <a:gd name="connsiteX4" fmla="*/ 1031843 w 3356800"/>
                  <a:gd name="connsiteY4" fmla="*/ 1685068 h 2452020"/>
                  <a:gd name="connsiteX5" fmla="*/ 1287304 w 3356800"/>
                  <a:gd name="connsiteY5" fmla="*/ 1655826 h 2452020"/>
                  <a:gd name="connsiteX6" fmla="*/ 1471994 w 3356800"/>
                  <a:gd name="connsiteY6" fmla="*/ 1634300 h 2452020"/>
                  <a:gd name="connsiteX7" fmla="*/ 1898237 w 3356800"/>
                  <a:gd name="connsiteY7" fmla="*/ 1512665 h 2452020"/>
                  <a:gd name="connsiteX8" fmla="*/ 2229136 w 3356800"/>
                  <a:gd name="connsiteY8" fmla="*/ 1355598 h 2452020"/>
                  <a:gd name="connsiteX9" fmla="*/ 2512314 w 3356800"/>
                  <a:gd name="connsiteY9" fmla="*/ 1238631 h 2452020"/>
                  <a:gd name="connsiteX10" fmla="*/ 2758535 w 3356800"/>
                  <a:gd name="connsiteY10" fmla="*/ 1096994 h 2452020"/>
                  <a:gd name="connsiteX11" fmla="*/ 2935510 w 3356800"/>
                  <a:gd name="connsiteY11" fmla="*/ 919925 h 2452020"/>
                  <a:gd name="connsiteX12" fmla="*/ 3081719 w 3356800"/>
                  <a:gd name="connsiteY12" fmla="*/ 687419 h 2452020"/>
                  <a:gd name="connsiteX13" fmla="*/ 3356800 w 3356800"/>
                  <a:gd name="connsiteY13" fmla="*/ 0 h 245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56800" h="2452020">
                    <a:moveTo>
                      <a:pt x="0" y="2452021"/>
                    </a:moveTo>
                    <a:cubicBezTo>
                      <a:pt x="0" y="2452021"/>
                      <a:pt x="57150" y="2344198"/>
                      <a:pt x="130874" y="2247710"/>
                    </a:cubicBezTo>
                    <a:cubicBezTo>
                      <a:pt x="218694" y="2132648"/>
                      <a:pt x="328136" y="2036635"/>
                      <a:pt x="437197" y="1941195"/>
                    </a:cubicBezTo>
                    <a:cubicBezTo>
                      <a:pt x="529304" y="1860709"/>
                      <a:pt x="623030" y="1779556"/>
                      <a:pt x="737140" y="1736884"/>
                    </a:cubicBezTo>
                    <a:cubicBezTo>
                      <a:pt x="830866" y="1701736"/>
                      <a:pt x="932021" y="1695450"/>
                      <a:pt x="1031843" y="1685068"/>
                    </a:cubicBezTo>
                    <a:cubicBezTo>
                      <a:pt x="1117092" y="1676210"/>
                      <a:pt x="1202055" y="1665160"/>
                      <a:pt x="1287304" y="1655826"/>
                    </a:cubicBezTo>
                    <a:cubicBezTo>
                      <a:pt x="1348931" y="1649063"/>
                      <a:pt x="1410653" y="1643539"/>
                      <a:pt x="1471994" y="1634300"/>
                    </a:cubicBezTo>
                    <a:cubicBezTo>
                      <a:pt x="1618679" y="1612011"/>
                      <a:pt x="1761935" y="1571149"/>
                      <a:pt x="1898237" y="1512665"/>
                    </a:cubicBezTo>
                    <a:cubicBezTo>
                      <a:pt x="2010442" y="1464564"/>
                      <a:pt x="2117503" y="1405128"/>
                      <a:pt x="2229136" y="1355598"/>
                    </a:cubicBezTo>
                    <a:cubicBezTo>
                      <a:pt x="2322481" y="1314164"/>
                      <a:pt x="2418969" y="1280160"/>
                      <a:pt x="2512314" y="1238631"/>
                    </a:cubicBezTo>
                    <a:cubicBezTo>
                      <a:pt x="2599087" y="1199960"/>
                      <a:pt x="2683193" y="1154811"/>
                      <a:pt x="2758535" y="1096994"/>
                    </a:cubicBezTo>
                    <a:cubicBezTo>
                      <a:pt x="2825020" y="1046035"/>
                      <a:pt x="2883789" y="985837"/>
                      <a:pt x="2935510" y="919925"/>
                    </a:cubicBezTo>
                    <a:cubicBezTo>
                      <a:pt x="2992184" y="847725"/>
                      <a:pt x="3039904" y="769144"/>
                      <a:pt x="3081719" y="687419"/>
                    </a:cubicBezTo>
                    <a:cubicBezTo>
                      <a:pt x="3138297" y="576739"/>
                      <a:pt x="3314129" y="116776"/>
                      <a:pt x="3356800" y="0"/>
                    </a:cubicBezTo>
                  </a:path>
                </a:pathLst>
              </a:custGeom>
              <a:noFill/>
              <a:ln w="9525" cap="rnd">
                <a:solidFill>
                  <a:schemeClr val="accent2">
                    <a:alpha val="35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grpSp>
        <p:sp>
          <p:nvSpPr>
            <p:cNvPr id="224" name="Freeform: Shape 223">
              <a:extLst>
                <a:ext uri="{FF2B5EF4-FFF2-40B4-BE49-F238E27FC236}">
                  <a16:creationId xmlns:a16="http://schemas.microsoft.com/office/drawing/2014/main" id="{10388060-18B7-4BD6-A3C5-F6B8E1467E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980400" y="5197178"/>
              <a:ext cx="4211600" cy="1660822"/>
            </a:xfrm>
            <a:custGeom>
              <a:avLst/>
              <a:gdLst>
                <a:gd name="connsiteX0" fmla="*/ 4211600 w 4211600"/>
                <a:gd name="connsiteY0" fmla="*/ 0 h 1660822"/>
                <a:gd name="connsiteX1" fmla="*/ 4211600 w 4211600"/>
                <a:gd name="connsiteY1" fmla="*/ 58430 h 1660822"/>
                <a:gd name="connsiteX2" fmla="*/ 4136524 w 4211600"/>
                <a:gd name="connsiteY2" fmla="*/ 208808 h 1660822"/>
                <a:gd name="connsiteX3" fmla="*/ 3973354 w 4211600"/>
                <a:gd name="connsiteY3" fmla="*/ 437313 h 1660822"/>
                <a:gd name="connsiteX4" fmla="*/ 3884746 w 4211600"/>
                <a:gd name="connsiteY4" fmla="*/ 553613 h 1660822"/>
                <a:gd name="connsiteX5" fmla="*/ 3849435 w 4211600"/>
                <a:gd name="connsiteY5" fmla="*/ 603143 h 1660822"/>
                <a:gd name="connsiteX6" fmla="*/ 3661849 w 4211600"/>
                <a:gd name="connsiteY6" fmla="*/ 819075 h 1660822"/>
                <a:gd name="connsiteX7" fmla="*/ 3402589 w 4211600"/>
                <a:gd name="connsiteY7" fmla="*/ 952996 h 1660822"/>
                <a:gd name="connsiteX8" fmla="*/ 3130202 w 4211600"/>
                <a:gd name="connsiteY8" fmla="*/ 1023386 h 1660822"/>
                <a:gd name="connsiteX9" fmla="*/ 2914657 w 4211600"/>
                <a:gd name="connsiteY9" fmla="*/ 1068058 h 1660822"/>
                <a:gd name="connsiteX10" fmla="*/ 2582149 w 4211600"/>
                <a:gd name="connsiteY10" fmla="*/ 1138924 h 1660822"/>
                <a:gd name="connsiteX11" fmla="*/ 2483958 w 4211600"/>
                <a:gd name="connsiteY11" fmla="*/ 1162356 h 1660822"/>
                <a:gd name="connsiteX12" fmla="*/ 2123750 w 4211600"/>
                <a:gd name="connsiteY12" fmla="*/ 1238651 h 1660822"/>
                <a:gd name="connsiteX13" fmla="*/ 1761444 w 4211600"/>
                <a:gd name="connsiteY13" fmla="*/ 1273417 h 1660822"/>
                <a:gd name="connsiteX14" fmla="*/ 1608382 w 4211600"/>
                <a:gd name="connsiteY14" fmla="*/ 1284466 h 1660822"/>
                <a:gd name="connsiteX15" fmla="*/ 999942 w 4211600"/>
                <a:gd name="connsiteY15" fmla="*/ 1354284 h 1660822"/>
                <a:gd name="connsiteX16" fmla="*/ 484705 w 4211600"/>
                <a:gd name="connsiteY16" fmla="*/ 1450487 h 1660822"/>
                <a:gd name="connsiteX17" fmla="*/ 113310 w 4211600"/>
                <a:gd name="connsiteY17" fmla="*/ 1613700 h 1660822"/>
                <a:gd name="connsiteX18" fmla="*/ 39668 w 4211600"/>
                <a:gd name="connsiteY18" fmla="*/ 1660822 h 1660822"/>
                <a:gd name="connsiteX19" fmla="*/ 0 w 4211600"/>
                <a:gd name="connsiteY19" fmla="*/ 1660822 h 1660822"/>
                <a:gd name="connsiteX20" fmla="*/ 96701 w 4211600"/>
                <a:gd name="connsiteY20" fmla="*/ 1598934 h 1660822"/>
                <a:gd name="connsiteX21" fmla="*/ 474335 w 4211600"/>
                <a:gd name="connsiteY21" fmla="*/ 1433056 h 1660822"/>
                <a:gd name="connsiteX22" fmla="*/ 994299 w 4211600"/>
                <a:gd name="connsiteY22" fmla="*/ 1335806 h 1660822"/>
                <a:gd name="connsiteX23" fmla="*/ 1605231 w 4211600"/>
                <a:gd name="connsiteY23" fmla="*/ 1265702 h 1660822"/>
                <a:gd name="connsiteX24" fmla="*/ 1758819 w 4211600"/>
                <a:gd name="connsiteY24" fmla="*/ 1254558 h 1660822"/>
                <a:gd name="connsiteX25" fmla="*/ 2118106 w 4211600"/>
                <a:gd name="connsiteY25" fmla="*/ 1220077 h 1660822"/>
                <a:gd name="connsiteX26" fmla="*/ 2475557 w 4211600"/>
                <a:gd name="connsiteY26" fmla="*/ 1144353 h 1660822"/>
                <a:gd name="connsiteX27" fmla="*/ 2573878 w 4211600"/>
                <a:gd name="connsiteY27" fmla="*/ 1120827 h 1660822"/>
                <a:gd name="connsiteX28" fmla="*/ 2907437 w 4211600"/>
                <a:gd name="connsiteY28" fmla="*/ 1049675 h 1660822"/>
                <a:gd name="connsiteX29" fmla="*/ 3122589 w 4211600"/>
                <a:gd name="connsiteY29" fmla="*/ 1005098 h 1660822"/>
                <a:gd name="connsiteX30" fmla="*/ 3391169 w 4211600"/>
                <a:gd name="connsiteY30" fmla="*/ 935756 h 1660822"/>
                <a:gd name="connsiteX31" fmla="*/ 3642290 w 4211600"/>
                <a:gd name="connsiteY31" fmla="*/ 806216 h 1660822"/>
                <a:gd name="connsiteX32" fmla="*/ 3825937 w 4211600"/>
                <a:gd name="connsiteY32" fmla="*/ 594475 h 1660822"/>
                <a:gd name="connsiteX33" fmla="*/ 3861381 w 4211600"/>
                <a:gd name="connsiteY33" fmla="*/ 544755 h 1660822"/>
                <a:gd name="connsiteX34" fmla="*/ 3950381 w 4211600"/>
                <a:gd name="connsiteY34" fmla="*/ 427978 h 1660822"/>
                <a:gd name="connsiteX35" fmla="*/ 4112370 w 4211600"/>
                <a:gd name="connsiteY35" fmla="*/ 201378 h 1660822"/>
                <a:gd name="connsiteX36" fmla="*/ 4195989 w 4211600"/>
                <a:gd name="connsiteY36" fmla="*/ 33834 h 1660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4211600" h="1660822">
                  <a:moveTo>
                    <a:pt x="4211600" y="0"/>
                  </a:moveTo>
                  <a:lnTo>
                    <a:pt x="4211600" y="58430"/>
                  </a:lnTo>
                  <a:lnTo>
                    <a:pt x="4136524" y="208808"/>
                  </a:lnTo>
                  <a:cubicBezTo>
                    <a:pt x="4089791" y="287770"/>
                    <a:pt x="4030588" y="363780"/>
                    <a:pt x="3973354" y="437313"/>
                  </a:cubicBezTo>
                  <a:cubicBezTo>
                    <a:pt x="3943819" y="475222"/>
                    <a:pt x="3913231" y="514465"/>
                    <a:pt x="3884746" y="553613"/>
                  </a:cubicBezTo>
                  <a:cubicBezTo>
                    <a:pt x="3872801" y="569996"/>
                    <a:pt x="3861119" y="586569"/>
                    <a:pt x="3849435" y="603143"/>
                  </a:cubicBezTo>
                  <a:cubicBezTo>
                    <a:pt x="3796665" y="678009"/>
                    <a:pt x="3742187" y="755352"/>
                    <a:pt x="3661849" y="819075"/>
                  </a:cubicBezTo>
                  <a:cubicBezTo>
                    <a:pt x="3596214" y="871176"/>
                    <a:pt x="3509050" y="916230"/>
                    <a:pt x="3402589" y="952996"/>
                  </a:cubicBezTo>
                  <a:cubicBezTo>
                    <a:pt x="3312406" y="984048"/>
                    <a:pt x="3215660" y="1005003"/>
                    <a:pt x="3130202" y="1023386"/>
                  </a:cubicBezTo>
                  <a:cubicBezTo>
                    <a:pt x="3058529" y="1038816"/>
                    <a:pt x="2985412" y="1053675"/>
                    <a:pt x="2914657" y="1068058"/>
                  </a:cubicBezTo>
                  <a:cubicBezTo>
                    <a:pt x="2805176" y="1090251"/>
                    <a:pt x="2692021" y="1113207"/>
                    <a:pt x="2582149" y="1138924"/>
                  </a:cubicBezTo>
                  <a:cubicBezTo>
                    <a:pt x="2549330" y="1146639"/>
                    <a:pt x="2516644" y="1154450"/>
                    <a:pt x="2483958" y="1162356"/>
                  </a:cubicBezTo>
                  <a:cubicBezTo>
                    <a:pt x="2367257" y="1190550"/>
                    <a:pt x="2246621" y="1219601"/>
                    <a:pt x="2123750" y="1238651"/>
                  </a:cubicBezTo>
                  <a:cubicBezTo>
                    <a:pt x="2004294" y="1257129"/>
                    <a:pt x="1880769" y="1265416"/>
                    <a:pt x="1761444" y="1273417"/>
                  </a:cubicBezTo>
                  <a:cubicBezTo>
                    <a:pt x="1711167" y="1276751"/>
                    <a:pt x="1659184" y="1280275"/>
                    <a:pt x="1608382" y="1284466"/>
                  </a:cubicBezTo>
                  <a:cubicBezTo>
                    <a:pt x="1408589" y="1300944"/>
                    <a:pt x="1214570" y="1325805"/>
                    <a:pt x="999942" y="1354284"/>
                  </a:cubicBezTo>
                  <a:cubicBezTo>
                    <a:pt x="826403" y="1377240"/>
                    <a:pt x="647744" y="1400957"/>
                    <a:pt x="484705" y="1450487"/>
                  </a:cubicBezTo>
                  <a:cubicBezTo>
                    <a:pt x="355831" y="1489635"/>
                    <a:pt x="231387" y="1544374"/>
                    <a:pt x="113310" y="1613700"/>
                  </a:cubicBezTo>
                  <a:lnTo>
                    <a:pt x="39668" y="1660822"/>
                  </a:lnTo>
                  <a:lnTo>
                    <a:pt x="0" y="1660822"/>
                  </a:lnTo>
                  <a:lnTo>
                    <a:pt x="96701" y="1598934"/>
                  </a:lnTo>
                  <a:cubicBezTo>
                    <a:pt x="216635" y="1528533"/>
                    <a:pt x="343196" y="1472919"/>
                    <a:pt x="474335" y="1433056"/>
                  </a:cubicBezTo>
                  <a:cubicBezTo>
                    <a:pt x="639999" y="1382669"/>
                    <a:pt x="820102" y="1358856"/>
                    <a:pt x="994299" y="1335806"/>
                  </a:cubicBezTo>
                  <a:cubicBezTo>
                    <a:pt x="1210239" y="1307231"/>
                    <a:pt x="1404650" y="1282275"/>
                    <a:pt x="1605231" y="1265702"/>
                  </a:cubicBezTo>
                  <a:cubicBezTo>
                    <a:pt x="1656428" y="1261511"/>
                    <a:pt x="1708411" y="1257987"/>
                    <a:pt x="1758819" y="1254558"/>
                  </a:cubicBezTo>
                  <a:cubicBezTo>
                    <a:pt x="1877487" y="1246557"/>
                    <a:pt x="2000094" y="1238365"/>
                    <a:pt x="2118106" y="1220077"/>
                  </a:cubicBezTo>
                  <a:cubicBezTo>
                    <a:pt x="2239531" y="1201313"/>
                    <a:pt x="2359513" y="1172357"/>
                    <a:pt x="2475557" y="1144353"/>
                  </a:cubicBezTo>
                  <a:cubicBezTo>
                    <a:pt x="2508243" y="1136448"/>
                    <a:pt x="2541060" y="1128542"/>
                    <a:pt x="2573878" y="1120827"/>
                  </a:cubicBezTo>
                  <a:cubicBezTo>
                    <a:pt x="2684276" y="1094919"/>
                    <a:pt x="2797694" y="1071963"/>
                    <a:pt x="2907437" y="1049675"/>
                  </a:cubicBezTo>
                  <a:cubicBezTo>
                    <a:pt x="2978061" y="1035387"/>
                    <a:pt x="3051178" y="1020528"/>
                    <a:pt x="3122589" y="1005098"/>
                  </a:cubicBezTo>
                  <a:cubicBezTo>
                    <a:pt x="3206997" y="986810"/>
                    <a:pt x="3302823" y="966141"/>
                    <a:pt x="3391169" y="935756"/>
                  </a:cubicBezTo>
                  <a:cubicBezTo>
                    <a:pt x="3494479" y="900132"/>
                    <a:pt x="3578886" y="856508"/>
                    <a:pt x="3642290" y="806216"/>
                  </a:cubicBezTo>
                  <a:cubicBezTo>
                    <a:pt x="3720133" y="744303"/>
                    <a:pt x="3773953" y="668103"/>
                    <a:pt x="3825937" y="594475"/>
                  </a:cubicBezTo>
                  <a:cubicBezTo>
                    <a:pt x="3837621" y="577902"/>
                    <a:pt x="3849435" y="561233"/>
                    <a:pt x="3861381" y="544755"/>
                  </a:cubicBezTo>
                  <a:cubicBezTo>
                    <a:pt x="3889997" y="505416"/>
                    <a:pt x="3920715" y="465983"/>
                    <a:pt x="3950381" y="427978"/>
                  </a:cubicBezTo>
                  <a:cubicBezTo>
                    <a:pt x="4007353" y="354921"/>
                    <a:pt x="4066163" y="279388"/>
                    <a:pt x="4112370" y="201378"/>
                  </a:cubicBezTo>
                  <a:cubicBezTo>
                    <a:pt x="4144662" y="146800"/>
                    <a:pt x="4170785" y="89364"/>
                    <a:pt x="4195989" y="33834"/>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grpSp>
      <p:graphicFrame>
        <p:nvGraphicFramePr>
          <p:cNvPr id="100" name="Content Placeholder 2">
            <a:extLst>
              <a:ext uri="{FF2B5EF4-FFF2-40B4-BE49-F238E27FC236}">
                <a16:creationId xmlns:a16="http://schemas.microsoft.com/office/drawing/2014/main" id="{362553BD-D055-09F9-A07C-F81F28ECEB16}"/>
              </a:ext>
            </a:extLst>
          </p:cNvPr>
          <p:cNvGraphicFramePr>
            <a:graphicFrameLocks noGrp="1"/>
          </p:cNvGraphicFramePr>
          <p:nvPr>
            <p:ph idx="1"/>
            <p:extLst>
              <p:ext uri="{D42A27DB-BD31-4B8C-83A1-F6EECF244321}">
                <p14:modId xmlns:p14="http://schemas.microsoft.com/office/powerpoint/2010/main" val="3290620966"/>
              </p:ext>
            </p:extLst>
          </p:nvPr>
        </p:nvGraphicFramePr>
        <p:xfrm>
          <a:off x="600306" y="1847031"/>
          <a:ext cx="10982090" cy="427605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49927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142" name="Rectangle 3141">
            <a:extLst>
              <a:ext uri="{FF2B5EF4-FFF2-40B4-BE49-F238E27FC236}">
                <a16:creationId xmlns:a16="http://schemas.microsoft.com/office/drawing/2014/main" id="{247A131F-D5DE-41A5-B4CF-4F345319B4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2"/>
          </a:solid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65000"/>
                  <a:lumOff val="35000"/>
                </a:schemeClr>
              </a:solidFill>
              <a:latin typeface="AvenirNext LT Pro Medium" panose="020B0504020202020204" pitchFamily="34" charset="0"/>
            </a:endParaRPr>
          </a:p>
        </p:txBody>
      </p:sp>
      <p:sp>
        <p:nvSpPr>
          <p:cNvPr id="3144" name="Freeform: Shape 3143">
            <a:extLst>
              <a:ext uri="{FF2B5EF4-FFF2-40B4-BE49-F238E27FC236}">
                <a16:creationId xmlns:a16="http://schemas.microsoft.com/office/drawing/2014/main" id="{3AF4666D-BD98-40A5-A75F-478B982010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692844" y="-3086"/>
            <a:ext cx="1326111" cy="59760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spcAft>
                <a:spcPts val="600"/>
              </a:spcAft>
            </a:pPr>
            <a:r>
              <a:rPr lang="en-US">
                <a:solidFill>
                  <a:schemeClr val="tx1">
                    <a:lumMod val="65000"/>
                    <a:lumOff val="35000"/>
                  </a:schemeClr>
                </a:solidFill>
                <a:latin typeface="AvenirNext LT Pro Medium" panose="020B0504020202020204" pitchFamily="34" charset="0"/>
              </a:rPr>
              <a:t> </a:t>
            </a:r>
          </a:p>
        </p:txBody>
      </p:sp>
      <p:sp>
        <p:nvSpPr>
          <p:cNvPr id="3146" name="Freeform: Shape 3145">
            <a:extLst>
              <a:ext uri="{FF2B5EF4-FFF2-40B4-BE49-F238E27FC236}">
                <a16:creationId xmlns:a16="http://schemas.microsoft.com/office/drawing/2014/main" id="{68680585-71F9-4721-A998-4974171D2E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9256" y="6172200"/>
            <a:ext cx="1482102" cy="67936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spcAft>
                <a:spcPts val="600"/>
              </a:spcAft>
            </a:pPr>
            <a:r>
              <a:rPr lang="en-US">
                <a:solidFill>
                  <a:schemeClr val="tx1">
                    <a:lumMod val="65000"/>
                    <a:lumOff val="35000"/>
                  </a:schemeClr>
                </a:solidFill>
                <a:latin typeface="AvenirNext LT Pro Medium" panose="020B0504020202020204" pitchFamily="34" charset="0"/>
              </a:rPr>
              <a:t> </a:t>
            </a:r>
          </a:p>
        </p:txBody>
      </p:sp>
      <p:sp>
        <p:nvSpPr>
          <p:cNvPr id="3148" name="Freeform: Shape 3147">
            <a:extLst>
              <a:ext uri="{FF2B5EF4-FFF2-40B4-BE49-F238E27FC236}">
                <a16:creationId xmlns:a16="http://schemas.microsoft.com/office/drawing/2014/main" id="{12BC95C2-2EEC-4F59-ABA8-660B0D059C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977352" y="5197178"/>
            <a:ext cx="4211600" cy="1660822"/>
          </a:xfrm>
          <a:custGeom>
            <a:avLst/>
            <a:gdLst>
              <a:gd name="connsiteX0" fmla="*/ 4211600 w 4211600"/>
              <a:gd name="connsiteY0" fmla="*/ 0 h 1660822"/>
              <a:gd name="connsiteX1" fmla="*/ 4211600 w 4211600"/>
              <a:gd name="connsiteY1" fmla="*/ 58430 h 1660822"/>
              <a:gd name="connsiteX2" fmla="*/ 4136524 w 4211600"/>
              <a:gd name="connsiteY2" fmla="*/ 208808 h 1660822"/>
              <a:gd name="connsiteX3" fmla="*/ 3973354 w 4211600"/>
              <a:gd name="connsiteY3" fmla="*/ 437313 h 1660822"/>
              <a:gd name="connsiteX4" fmla="*/ 3884746 w 4211600"/>
              <a:gd name="connsiteY4" fmla="*/ 553613 h 1660822"/>
              <a:gd name="connsiteX5" fmla="*/ 3849435 w 4211600"/>
              <a:gd name="connsiteY5" fmla="*/ 603143 h 1660822"/>
              <a:gd name="connsiteX6" fmla="*/ 3661849 w 4211600"/>
              <a:gd name="connsiteY6" fmla="*/ 819075 h 1660822"/>
              <a:gd name="connsiteX7" fmla="*/ 3402589 w 4211600"/>
              <a:gd name="connsiteY7" fmla="*/ 952996 h 1660822"/>
              <a:gd name="connsiteX8" fmla="*/ 3130202 w 4211600"/>
              <a:gd name="connsiteY8" fmla="*/ 1023386 h 1660822"/>
              <a:gd name="connsiteX9" fmla="*/ 2914657 w 4211600"/>
              <a:gd name="connsiteY9" fmla="*/ 1068058 h 1660822"/>
              <a:gd name="connsiteX10" fmla="*/ 2582149 w 4211600"/>
              <a:gd name="connsiteY10" fmla="*/ 1138924 h 1660822"/>
              <a:gd name="connsiteX11" fmla="*/ 2483958 w 4211600"/>
              <a:gd name="connsiteY11" fmla="*/ 1162356 h 1660822"/>
              <a:gd name="connsiteX12" fmla="*/ 2123750 w 4211600"/>
              <a:gd name="connsiteY12" fmla="*/ 1238651 h 1660822"/>
              <a:gd name="connsiteX13" fmla="*/ 1761444 w 4211600"/>
              <a:gd name="connsiteY13" fmla="*/ 1273417 h 1660822"/>
              <a:gd name="connsiteX14" fmla="*/ 1608382 w 4211600"/>
              <a:gd name="connsiteY14" fmla="*/ 1284466 h 1660822"/>
              <a:gd name="connsiteX15" fmla="*/ 999942 w 4211600"/>
              <a:gd name="connsiteY15" fmla="*/ 1354284 h 1660822"/>
              <a:gd name="connsiteX16" fmla="*/ 484705 w 4211600"/>
              <a:gd name="connsiteY16" fmla="*/ 1450487 h 1660822"/>
              <a:gd name="connsiteX17" fmla="*/ 113310 w 4211600"/>
              <a:gd name="connsiteY17" fmla="*/ 1613700 h 1660822"/>
              <a:gd name="connsiteX18" fmla="*/ 39668 w 4211600"/>
              <a:gd name="connsiteY18" fmla="*/ 1660822 h 1660822"/>
              <a:gd name="connsiteX19" fmla="*/ 0 w 4211600"/>
              <a:gd name="connsiteY19" fmla="*/ 1660822 h 1660822"/>
              <a:gd name="connsiteX20" fmla="*/ 96701 w 4211600"/>
              <a:gd name="connsiteY20" fmla="*/ 1598934 h 1660822"/>
              <a:gd name="connsiteX21" fmla="*/ 474335 w 4211600"/>
              <a:gd name="connsiteY21" fmla="*/ 1433056 h 1660822"/>
              <a:gd name="connsiteX22" fmla="*/ 994299 w 4211600"/>
              <a:gd name="connsiteY22" fmla="*/ 1335806 h 1660822"/>
              <a:gd name="connsiteX23" fmla="*/ 1605231 w 4211600"/>
              <a:gd name="connsiteY23" fmla="*/ 1265702 h 1660822"/>
              <a:gd name="connsiteX24" fmla="*/ 1758819 w 4211600"/>
              <a:gd name="connsiteY24" fmla="*/ 1254558 h 1660822"/>
              <a:gd name="connsiteX25" fmla="*/ 2118106 w 4211600"/>
              <a:gd name="connsiteY25" fmla="*/ 1220077 h 1660822"/>
              <a:gd name="connsiteX26" fmla="*/ 2475557 w 4211600"/>
              <a:gd name="connsiteY26" fmla="*/ 1144353 h 1660822"/>
              <a:gd name="connsiteX27" fmla="*/ 2573878 w 4211600"/>
              <a:gd name="connsiteY27" fmla="*/ 1120827 h 1660822"/>
              <a:gd name="connsiteX28" fmla="*/ 2907437 w 4211600"/>
              <a:gd name="connsiteY28" fmla="*/ 1049675 h 1660822"/>
              <a:gd name="connsiteX29" fmla="*/ 3122589 w 4211600"/>
              <a:gd name="connsiteY29" fmla="*/ 1005098 h 1660822"/>
              <a:gd name="connsiteX30" fmla="*/ 3391169 w 4211600"/>
              <a:gd name="connsiteY30" fmla="*/ 935756 h 1660822"/>
              <a:gd name="connsiteX31" fmla="*/ 3642290 w 4211600"/>
              <a:gd name="connsiteY31" fmla="*/ 806216 h 1660822"/>
              <a:gd name="connsiteX32" fmla="*/ 3825937 w 4211600"/>
              <a:gd name="connsiteY32" fmla="*/ 594475 h 1660822"/>
              <a:gd name="connsiteX33" fmla="*/ 3861381 w 4211600"/>
              <a:gd name="connsiteY33" fmla="*/ 544755 h 1660822"/>
              <a:gd name="connsiteX34" fmla="*/ 3950381 w 4211600"/>
              <a:gd name="connsiteY34" fmla="*/ 427978 h 1660822"/>
              <a:gd name="connsiteX35" fmla="*/ 4112370 w 4211600"/>
              <a:gd name="connsiteY35" fmla="*/ 201378 h 1660822"/>
              <a:gd name="connsiteX36" fmla="*/ 4195989 w 4211600"/>
              <a:gd name="connsiteY36" fmla="*/ 33834 h 1660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4211600" h="1660822">
                <a:moveTo>
                  <a:pt x="4211600" y="0"/>
                </a:moveTo>
                <a:lnTo>
                  <a:pt x="4211600" y="58430"/>
                </a:lnTo>
                <a:lnTo>
                  <a:pt x="4136524" y="208808"/>
                </a:lnTo>
                <a:cubicBezTo>
                  <a:pt x="4089791" y="287770"/>
                  <a:pt x="4030588" y="363780"/>
                  <a:pt x="3973354" y="437313"/>
                </a:cubicBezTo>
                <a:cubicBezTo>
                  <a:pt x="3943819" y="475222"/>
                  <a:pt x="3913231" y="514465"/>
                  <a:pt x="3884746" y="553613"/>
                </a:cubicBezTo>
                <a:cubicBezTo>
                  <a:pt x="3872801" y="569996"/>
                  <a:pt x="3861119" y="586569"/>
                  <a:pt x="3849435" y="603143"/>
                </a:cubicBezTo>
                <a:cubicBezTo>
                  <a:pt x="3796665" y="678009"/>
                  <a:pt x="3742187" y="755352"/>
                  <a:pt x="3661849" y="819075"/>
                </a:cubicBezTo>
                <a:cubicBezTo>
                  <a:pt x="3596214" y="871176"/>
                  <a:pt x="3509050" y="916230"/>
                  <a:pt x="3402589" y="952996"/>
                </a:cubicBezTo>
                <a:cubicBezTo>
                  <a:pt x="3312406" y="984048"/>
                  <a:pt x="3215660" y="1005003"/>
                  <a:pt x="3130202" y="1023386"/>
                </a:cubicBezTo>
                <a:cubicBezTo>
                  <a:pt x="3058529" y="1038816"/>
                  <a:pt x="2985412" y="1053675"/>
                  <a:pt x="2914657" y="1068058"/>
                </a:cubicBezTo>
                <a:cubicBezTo>
                  <a:pt x="2805176" y="1090251"/>
                  <a:pt x="2692021" y="1113207"/>
                  <a:pt x="2582149" y="1138924"/>
                </a:cubicBezTo>
                <a:cubicBezTo>
                  <a:pt x="2549330" y="1146639"/>
                  <a:pt x="2516644" y="1154450"/>
                  <a:pt x="2483958" y="1162356"/>
                </a:cubicBezTo>
                <a:cubicBezTo>
                  <a:pt x="2367257" y="1190550"/>
                  <a:pt x="2246621" y="1219601"/>
                  <a:pt x="2123750" y="1238651"/>
                </a:cubicBezTo>
                <a:cubicBezTo>
                  <a:pt x="2004294" y="1257129"/>
                  <a:pt x="1880769" y="1265416"/>
                  <a:pt x="1761444" y="1273417"/>
                </a:cubicBezTo>
                <a:cubicBezTo>
                  <a:pt x="1711167" y="1276751"/>
                  <a:pt x="1659184" y="1280275"/>
                  <a:pt x="1608382" y="1284466"/>
                </a:cubicBezTo>
                <a:cubicBezTo>
                  <a:pt x="1408589" y="1300944"/>
                  <a:pt x="1214570" y="1325805"/>
                  <a:pt x="999942" y="1354284"/>
                </a:cubicBezTo>
                <a:cubicBezTo>
                  <a:pt x="826403" y="1377240"/>
                  <a:pt x="647744" y="1400957"/>
                  <a:pt x="484705" y="1450487"/>
                </a:cubicBezTo>
                <a:cubicBezTo>
                  <a:pt x="355831" y="1489635"/>
                  <a:pt x="231387" y="1544374"/>
                  <a:pt x="113310" y="1613700"/>
                </a:cubicBezTo>
                <a:lnTo>
                  <a:pt x="39668" y="1660822"/>
                </a:lnTo>
                <a:lnTo>
                  <a:pt x="0" y="1660822"/>
                </a:lnTo>
                <a:lnTo>
                  <a:pt x="96701" y="1598934"/>
                </a:lnTo>
                <a:cubicBezTo>
                  <a:pt x="216635" y="1528533"/>
                  <a:pt x="343196" y="1472919"/>
                  <a:pt x="474335" y="1433056"/>
                </a:cubicBezTo>
                <a:cubicBezTo>
                  <a:pt x="639999" y="1382669"/>
                  <a:pt x="820102" y="1358856"/>
                  <a:pt x="994299" y="1335806"/>
                </a:cubicBezTo>
                <a:cubicBezTo>
                  <a:pt x="1210239" y="1307231"/>
                  <a:pt x="1404650" y="1282275"/>
                  <a:pt x="1605231" y="1265702"/>
                </a:cubicBezTo>
                <a:cubicBezTo>
                  <a:pt x="1656428" y="1261511"/>
                  <a:pt x="1708411" y="1257987"/>
                  <a:pt x="1758819" y="1254558"/>
                </a:cubicBezTo>
                <a:cubicBezTo>
                  <a:pt x="1877487" y="1246557"/>
                  <a:pt x="2000094" y="1238365"/>
                  <a:pt x="2118106" y="1220077"/>
                </a:cubicBezTo>
                <a:cubicBezTo>
                  <a:pt x="2239531" y="1201313"/>
                  <a:pt x="2359513" y="1172357"/>
                  <a:pt x="2475557" y="1144353"/>
                </a:cubicBezTo>
                <a:cubicBezTo>
                  <a:pt x="2508243" y="1136448"/>
                  <a:pt x="2541060" y="1128542"/>
                  <a:pt x="2573878" y="1120827"/>
                </a:cubicBezTo>
                <a:cubicBezTo>
                  <a:pt x="2684276" y="1094919"/>
                  <a:pt x="2797694" y="1071963"/>
                  <a:pt x="2907437" y="1049675"/>
                </a:cubicBezTo>
                <a:cubicBezTo>
                  <a:pt x="2978061" y="1035387"/>
                  <a:pt x="3051178" y="1020528"/>
                  <a:pt x="3122589" y="1005098"/>
                </a:cubicBezTo>
                <a:cubicBezTo>
                  <a:pt x="3206997" y="986810"/>
                  <a:pt x="3302823" y="966141"/>
                  <a:pt x="3391169" y="935756"/>
                </a:cubicBezTo>
                <a:cubicBezTo>
                  <a:pt x="3494479" y="900132"/>
                  <a:pt x="3578886" y="856508"/>
                  <a:pt x="3642290" y="806216"/>
                </a:cubicBezTo>
                <a:cubicBezTo>
                  <a:pt x="3720133" y="744303"/>
                  <a:pt x="3773953" y="668103"/>
                  <a:pt x="3825937" y="594475"/>
                </a:cubicBezTo>
                <a:cubicBezTo>
                  <a:pt x="3837621" y="577902"/>
                  <a:pt x="3849435" y="561233"/>
                  <a:pt x="3861381" y="544755"/>
                </a:cubicBezTo>
                <a:cubicBezTo>
                  <a:pt x="3889997" y="505416"/>
                  <a:pt x="3920715" y="465983"/>
                  <a:pt x="3950381" y="427978"/>
                </a:cubicBezTo>
                <a:cubicBezTo>
                  <a:pt x="4007353" y="354921"/>
                  <a:pt x="4066163" y="279388"/>
                  <a:pt x="4112370" y="201378"/>
                </a:cubicBezTo>
                <a:cubicBezTo>
                  <a:pt x="4144662" y="146800"/>
                  <a:pt x="4170785" y="89364"/>
                  <a:pt x="4195989" y="33834"/>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3150" name="Graphic 141">
            <a:extLst>
              <a:ext uri="{FF2B5EF4-FFF2-40B4-BE49-F238E27FC236}">
                <a16:creationId xmlns:a16="http://schemas.microsoft.com/office/drawing/2014/main" id="{03E9870D-4BBA-43AF-8D44-BBADF020CFF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849" y="15178"/>
            <a:ext cx="2198951" cy="3331254"/>
            <a:chOff x="4473129" y="923925"/>
            <a:chExt cx="3308947" cy="5012817"/>
          </a:xfrm>
          <a:noFill/>
        </p:grpSpPr>
        <p:sp>
          <p:nvSpPr>
            <p:cNvPr id="3151" name="Freeform: Shape 3150">
              <a:extLst>
                <a:ext uri="{FF2B5EF4-FFF2-40B4-BE49-F238E27FC236}">
                  <a16:creationId xmlns:a16="http://schemas.microsoft.com/office/drawing/2014/main" id="{34BC5055-C77D-43CD-BB1D-A77B6779CD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85988" y="924020"/>
              <a:ext cx="3296088" cy="5012722"/>
            </a:xfrm>
            <a:custGeom>
              <a:avLst/>
              <a:gdLst>
                <a:gd name="connsiteX0" fmla="*/ 0 w 3296088"/>
                <a:gd name="connsiteY0" fmla="*/ 5012722 h 5012722"/>
                <a:gd name="connsiteX1" fmla="*/ 244031 w 3296088"/>
                <a:gd name="connsiteY1" fmla="*/ 4820222 h 5012722"/>
                <a:gd name="connsiteX2" fmla="*/ 729234 w 3296088"/>
                <a:gd name="connsiteY2" fmla="*/ 4360641 h 5012722"/>
                <a:gd name="connsiteX3" fmla="*/ 881444 w 3296088"/>
                <a:gd name="connsiteY3" fmla="*/ 4173950 h 5012722"/>
                <a:gd name="connsiteX4" fmla="*/ 1151287 w 3296088"/>
                <a:gd name="connsiteY4" fmla="*/ 3972877 h 5012722"/>
                <a:gd name="connsiteX5" fmla="*/ 1498664 w 3296088"/>
                <a:gd name="connsiteY5" fmla="*/ 3786188 h 5012722"/>
                <a:gd name="connsiteX6" fmla="*/ 1716881 w 3296088"/>
                <a:gd name="connsiteY6" fmla="*/ 3674174 h 5012722"/>
                <a:gd name="connsiteX7" fmla="*/ 1913573 w 3296088"/>
                <a:gd name="connsiteY7" fmla="*/ 3477387 h 5012722"/>
                <a:gd name="connsiteX8" fmla="*/ 2167700 w 3296088"/>
                <a:gd name="connsiteY8" fmla="*/ 3042190 h 5012722"/>
                <a:gd name="connsiteX9" fmla="*/ 2273903 w 3296088"/>
                <a:gd name="connsiteY9" fmla="*/ 2775014 h 5012722"/>
                <a:gd name="connsiteX10" fmla="*/ 2463356 w 3296088"/>
                <a:gd name="connsiteY10" fmla="*/ 2335530 h 5012722"/>
                <a:gd name="connsiteX11" fmla="*/ 2741866 w 3296088"/>
                <a:gd name="connsiteY11" fmla="*/ 1982248 h 5012722"/>
                <a:gd name="connsiteX12" fmla="*/ 2985897 w 3296088"/>
                <a:gd name="connsiteY12" fmla="*/ 1634681 h 5012722"/>
                <a:gd name="connsiteX13" fmla="*/ 3212687 w 3296088"/>
                <a:gd name="connsiteY13" fmla="*/ 1226820 h 5012722"/>
                <a:gd name="connsiteX14" fmla="*/ 3281553 w 3296088"/>
                <a:gd name="connsiteY14" fmla="*/ 959644 h 5012722"/>
                <a:gd name="connsiteX15" fmla="*/ 3295936 w 3296088"/>
                <a:gd name="connsiteY15" fmla="*/ 701135 h 5012722"/>
                <a:gd name="connsiteX16" fmla="*/ 3267266 w 3296088"/>
                <a:gd name="connsiteY16" fmla="*/ 436817 h 5012722"/>
                <a:gd name="connsiteX17" fmla="*/ 3105341 w 3296088"/>
                <a:gd name="connsiteY17" fmla="*/ 0 h 501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296088" h="5012722">
                  <a:moveTo>
                    <a:pt x="0" y="5012722"/>
                  </a:moveTo>
                  <a:cubicBezTo>
                    <a:pt x="81820" y="4949095"/>
                    <a:pt x="163544" y="4885468"/>
                    <a:pt x="244031" y="4820222"/>
                  </a:cubicBezTo>
                  <a:cubicBezTo>
                    <a:pt x="417671" y="4679633"/>
                    <a:pt x="589883" y="4535139"/>
                    <a:pt x="729234" y="4360641"/>
                  </a:cubicBezTo>
                  <a:cubicBezTo>
                    <a:pt x="779431" y="4297776"/>
                    <a:pt x="825818" y="4231958"/>
                    <a:pt x="881444" y="4173950"/>
                  </a:cubicBezTo>
                  <a:cubicBezTo>
                    <a:pt x="959358" y="4092607"/>
                    <a:pt x="1054799" y="4031075"/>
                    <a:pt x="1151287" y="3972877"/>
                  </a:cubicBezTo>
                  <a:cubicBezTo>
                    <a:pt x="1263968" y="3904964"/>
                    <a:pt x="1379315" y="3841337"/>
                    <a:pt x="1498664" y="3786188"/>
                  </a:cubicBezTo>
                  <a:cubicBezTo>
                    <a:pt x="1573149" y="3751802"/>
                    <a:pt x="1649159" y="3720179"/>
                    <a:pt x="1716881" y="3674174"/>
                  </a:cubicBezTo>
                  <a:cubicBezTo>
                    <a:pt x="1794034" y="3621691"/>
                    <a:pt x="1856708" y="3551492"/>
                    <a:pt x="1913573" y="3477387"/>
                  </a:cubicBezTo>
                  <a:cubicBezTo>
                    <a:pt x="2016157" y="3343751"/>
                    <a:pt x="2099024" y="3196114"/>
                    <a:pt x="2167700" y="3042190"/>
                  </a:cubicBezTo>
                  <a:cubicBezTo>
                    <a:pt x="2206752" y="2954655"/>
                    <a:pt x="2241233" y="2865215"/>
                    <a:pt x="2273903" y="2775014"/>
                  </a:cubicBezTo>
                  <a:cubicBezTo>
                    <a:pt x="2328482" y="2624423"/>
                    <a:pt x="2379440" y="2471642"/>
                    <a:pt x="2463356" y="2335530"/>
                  </a:cubicBezTo>
                  <a:cubicBezTo>
                    <a:pt x="2542127" y="2207705"/>
                    <a:pt x="2647855" y="2099501"/>
                    <a:pt x="2741866" y="1982248"/>
                  </a:cubicBezTo>
                  <a:cubicBezTo>
                    <a:pt x="2830449" y="1871758"/>
                    <a:pt x="2908554" y="1753362"/>
                    <a:pt x="2985897" y="1634681"/>
                  </a:cubicBezTo>
                  <a:cubicBezTo>
                    <a:pt x="3071146" y="1503902"/>
                    <a:pt x="3156395" y="1372172"/>
                    <a:pt x="3212687" y="1226820"/>
                  </a:cubicBezTo>
                  <a:cubicBezTo>
                    <a:pt x="3246025" y="1140809"/>
                    <a:pt x="3268790" y="1051084"/>
                    <a:pt x="3281553" y="959644"/>
                  </a:cubicBezTo>
                  <a:cubicBezTo>
                    <a:pt x="3293555" y="874014"/>
                    <a:pt x="3296888" y="787527"/>
                    <a:pt x="3295936" y="701135"/>
                  </a:cubicBezTo>
                  <a:cubicBezTo>
                    <a:pt x="3294888" y="612172"/>
                    <a:pt x="3289268" y="523018"/>
                    <a:pt x="3267266" y="436817"/>
                  </a:cubicBezTo>
                  <a:cubicBezTo>
                    <a:pt x="3227832" y="282416"/>
                    <a:pt x="3105341" y="0"/>
                    <a:pt x="3105341" y="0"/>
                  </a:cubicBezTo>
                </a:path>
              </a:pathLst>
            </a:custGeom>
            <a:noFill/>
            <a:ln w="9525" cap="rnd">
              <a:solidFill>
                <a:schemeClr val="accent2">
                  <a:alpha val="75000"/>
                </a:schemeClr>
              </a:solidFill>
              <a:prstDash val="lgDash"/>
              <a:round/>
            </a:ln>
          </p:spPr>
          <p:txBody>
            <a:bodyPr rtlCol="0" anchor="ctr"/>
            <a:lstStyle/>
            <a:p>
              <a:endParaRPr lang="en-US"/>
            </a:p>
          </p:txBody>
        </p:sp>
        <p:sp>
          <p:nvSpPr>
            <p:cNvPr id="3152" name="Freeform: Shape 3151">
              <a:extLst>
                <a:ext uri="{FF2B5EF4-FFF2-40B4-BE49-F238E27FC236}">
                  <a16:creationId xmlns:a16="http://schemas.microsoft.com/office/drawing/2014/main" id="{DB12D0B8-9385-489A-85AE-3D14AD0BA2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73129" y="923925"/>
              <a:ext cx="2977477" cy="4627149"/>
            </a:xfrm>
            <a:custGeom>
              <a:avLst/>
              <a:gdLst>
                <a:gd name="connsiteX0" fmla="*/ 0 w 2977477"/>
                <a:gd name="connsiteY0" fmla="*/ 4627150 h 4627149"/>
                <a:gd name="connsiteX1" fmla="*/ 275082 w 2977477"/>
                <a:gd name="connsiteY1" fmla="*/ 4341590 h 4627149"/>
                <a:gd name="connsiteX2" fmla="*/ 502825 w 2977477"/>
                <a:gd name="connsiteY2" fmla="*/ 4054126 h 4627149"/>
                <a:gd name="connsiteX3" fmla="*/ 666179 w 2977477"/>
                <a:gd name="connsiteY3" fmla="*/ 3890677 h 4627149"/>
                <a:gd name="connsiteX4" fmla="*/ 864203 w 2977477"/>
                <a:gd name="connsiteY4" fmla="*/ 3675983 h 4627149"/>
                <a:gd name="connsiteX5" fmla="*/ 982599 w 2977477"/>
                <a:gd name="connsiteY5" fmla="*/ 3557492 h 4627149"/>
                <a:gd name="connsiteX6" fmla="*/ 1188244 w 2977477"/>
                <a:gd name="connsiteY6" fmla="*/ 3329654 h 4627149"/>
                <a:gd name="connsiteX7" fmla="*/ 1344740 w 2977477"/>
                <a:gd name="connsiteY7" fmla="*/ 3146774 h 4627149"/>
                <a:gd name="connsiteX8" fmla="*/ 1470755 w 2977477"/>
                <a:gd name="connsiteY8" fmla="*/ 2984659 h 4627149"/>
                <a:gd name="connsiteX9" fmla="*/ 1657636 w 2977477"/>
                <a:gd name="connsiteY9" fmla="*/ 2670239 h 4627149"/>
                <a:gd name="connsiteX10" fmla="*/ 1762887 w 2977477"/>
                <a:gd name="connsiteY10" fmla="*/ 2473547 h 4627149"/>
                <a:gd name="connsiteX11" fmla="*/ 1866710 w 2977477"/>
                <a:gd name="connsiteY11" fmla="*/ 2290667 h 4627149"/>
                <a:gd name="connsiteX12" fmla="*/ 2106263 w 2977477"/>
                <a:gd name="connsiteY12" fmla="*/ 2030254 h 4627149"/>
                <a:gd name="connsiteX13" fmla="*/ 2277237 w 2977477"/>
                <a:gd name="connsiteY13" fmla="*/ 1859185 h 4627149"/>
                <a:gd name="connsiteX14" fmla="*/ 2499455 w 2977477"/>
                <a:gd name="connsiteY14" fmla="*/ 1656207 h 4627149"/>
                <a:gd name="connsiteX15" fmla="*/ 2707100 w 2977477"/>
                <a:gd name="connsiteY15" fmla="*/ 1390269 h 4627149"/>
                <a:gd name="connsiteX16" fmla="*/ 2812352 w 2977477"/>
                <a:gd name="connsiteY16" fmla="*/ 1230916 h 4627149"/>
                <a:gd name="connsiteX17" fmla="*/ 2898172 w 2977477"/>
                <a:gd name="connsiteY17" fmla="*/ 1036987 h 4627149"/>
                <a:gd name="connsiteX18" fmla="*/ 2963228 w 2977477"/>
                <a:gd name="connsiteY18" fmla="*/ 850011 h 4627149"/>
                <a:gd name="connsiteX19" fmla="*/ 2977325 w 2977477"/>
                <a:gd name="connsiteY19" fmla="*/ 745427 h 4627149"/>
                <a:gd name="connsiteX20" fmla="*/ 2929509 w 2977477"/>
                <a:gd name="connsiteY20" fmla="*/ 480155 h 4627149"/>
                <a:gd name="connsiteX21" fmla="*/ 2563082 w 2977477"/>
                <a:gd name="connsiteY21" fmla="*/ 0 h 4627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77477" h="4627149">
                  <a:moveTo>
                    <a:pt x="0" y="4627150"/>
                  </a:moveTo>
                  <a:cubicBezTo>
                    <a:pt x="79820" y="4552283"/>
                    <a:pt x="203835" y="4424648"/>
                    <a:pt x="275082" y="4341590"/>
                  </a:cubicBezTo>
                  <a:cubicBezTo>
                    <a:pt x="354711" y="4248722"/>
                    <a:pt x="421005" y="4145090"/>
                    <a:pt x="502825" y="4054126"/>
                  </a:cubicBezTo>
                  <a:cubicBezTo>
                    <a:pt x="554355" y="3996881"/>
                    <a:pt x="612362" y="3945827"/>
                    <a:pt x="666179" y="3890677"/>
                  </a:cubicBezTo>
                  <a:cubicBezTo>
                    <a:pt x="734187" y="3821049"/>
                    <a:pt x="796671" y="3746183"/>
                    <a:pt x="864203" y="3675983"/>
                  </a:cubicBezTo>
                  <a:cubicBezTo>
                    <a:pt x="902875" y="3635788"/>
                    <a:pt x="943642" y="3597593"/>
                    <a:pt x="982599" y="3557492"/>
                  </a:cubicBezTo>
                  <a:cubicBezTo>
                    <a:pt x="1053941" y="3484150"/>
                    <a:pt x="1121378" y="3407093"/>
                    <a:pt x="1188244" y="3329654"/>
                  </a:cubicBezTo>
                  <a:cubicBezTo>
                    <a:pt x="1240631" y="3268885"/>
                    <a:pt x="1293495" y="3208496"/>
                    <a:pt x="1344740" y="3146774"/>
                  </a:cubicBezTo>
                  <a:cubicBezTo>
                    <a:pt x="1388459" y="3094101"/>
                    <a:pt x="1431512" y="3040761"/>
                    <a:pt x="1470755" y="2984659"/>
                  </a:cubicBezTo>
                  <a:cubicBezTo>
                    <a:pt x="1540764" y="2884646"/>
                    <a:pt x="1598771" y="2777109"/>
                    <a:pt x="1657636" y="2670239"/>
                  </a:cubicBezTo>
                  <a:cubicBezTo>
                    <a:pt x="1693545" y="2605088"/>
                    <a:pt x="1728502" y="2539460"/>
                    <a:pt x="1762887" y="2473547"/>
                  </a:cubicBezTo>
                  <a:cubicBezTo>
                    <a:pt x="1795367" y="2411349"/>
                    <a:pt x="1826419" y="2348103"/>
                    <a:pt x="1866710" y="2290667"/>
                  </a:cubicBezTo>
                  <a:cubicBezTo>
                    <a:pt x="1934623" y="2193893"/>
                    <a:pt x="2022729" y="2114169"/>
                    <a:pt x="2106263" y="2030254"/>
                  </a:cubicBezTo>
                  <a:cubicBezTo>
                    <a:pt x="2163128" y="1973104"/>
                    <a:pt x="2218182" y="1914049"/>
                    <a:pt x="2277237" y="1859185"/>
                  </a:cubicBezTo>
                  <a:cubicBezTo>
                    <a:pt x="2350770" y="1790891"/>
                    <a:pt x="2430304" y="1728978"/>
                    <a:pt x="2499455" y="1656207"/>
                  </a:cubicBezTo>
                  <a:cubicBezTo>
                    <a:pt x="2576989" y="1574578"/>
                    <a:pt x="2641568" y="1481900"/>
                    <a:pt x="2707100" y="1390269"/>
                  </a:cubicBezTo>
                  <a:cubicBezTo>
                    <a:pt x="2744153" y="1338453"/>
                    <a:pt x="2781586" y="1286732"/>
                    <a:pt x="2812352" y="1230916"/>
                  </a:cubicBezTo>
                  <a:cubicBezTo>
                    <a:pt x="2846546" y="1168908"/>
                    <a:pt x="2872550" y="1102900"/>
                    <a:pt x="2898172" y="1036987"/>
                  </a:cubicBezTo>
                  <a:cubicBezTo>
                    <a:pt x="2922175" y="975455"/>
                    <a:pt x="2948273" y="914305"/>
                    <a:pt x="2963228" y="850011"/>
                  </a:cubicBezTo>
                  <a:cubicBezTo>
                    <a:pt x="2971229" y="815626"/>
                    <a:pt x="2976563" y="780764"/>
                    <a:pt x="2977325" y="745427"/>
                  </a:cubicBezTo>
                  <a:cubicBezTo>
                    <a:pt x="2979230" y="654844"/>
                    <a:pt x="2963323" y="564261"/>
                    <a:pt x="2929509" y="480155"/>
                  </a:cubicBezTo>
                  <a:cubicBezTo>
                    <a:pt x="2851309" y="285655"/>
                    <a:pt x="2563082" y="0"/>
                    <a:pt x="2563082" y="0"/>
                  </a:cubicBezTo>
                </a:path>
              </a:pathLst>
            </a:custGeom>
            <a:noFill/>
            <a:ln w="9525" cap="rnd">
              <a:solidFill>
                <a:schemeClr val="accent2">
                  <a:alpha val="75000"/>
                </a:schemeClr>
              </a:solidFill>
              <a:prstDash val="lgDash"/>
              <a:round/>
            </a:ln>
          </p:spPr>
          <p:txBody>
            <a:bodyPr rtlCol="0" anchor="ctr"/>
            <a:lstStyle/>
            <a:p>
              <a:endParaRPr lang="en-US"/>
            </a:p>
          </p:txBody>
        </p:sp>
        <p:sp>
          <p:nvSpPr>
            <p:cNvPr id="3153" name="Freeform: Shape 3152">
              <a:extLst>
                <a:ext uri="{FF2B5EF4-FFF2-40B4-BE49-F238E27FC236}">
                  <a16:creationId xmlns:a16="http://schemas.microsoft.com/office/drawing/2014/main" id="{D158A14A-147E-4130-A5E2-38FD84B181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94561" y="923925"/>
              <a:ext cx="2356712" cy="4118991"/>
            </a:xfrm>
            <a:custGeom>
              <a:avLst/>
              <a:gdLst>
                <a:gd name="connsiteX0" fmla="*/ 1707071 w 2356712"/>
                <a:gd name="connsiteY0" fmla="*/ 0 h 4118991"/>
                <a:gd name="connsiteX1" fmla="*/ 1824514 w 2356712"/>
                <a:gd name="connsiteY1" fmla="*/ 244697 h 4118991"/>
                <a:gd name="connsiteX2" fmla="*/ 1908715 w 2356712"/>
                <a:gd name="connsiteY2" fmla="*/ 328994 h 4118991"/>
                <a:gd name="connsiteX3" fmla="*/ 2226469 w 2356712"/>
                <a:gd name="connsiteY3" fmla="*/ 603695 h 4118991"/>
                <a:gd name="connsiteX4" fmla="*/ 2355628 w 2356712"/>
                <a:gd name="connsiteY4" fmla="*/ 900494 h 4118991"/>
                <a:gd name="connsiteX5" fmla="*/ 2281428 w 2356712"/>
                <a:gd name="connsiteY5" fmla="*/ 1206913 h 4118991"/>
                <a:gd name="connsiteX6" fmla="*/ 2092452 w 2356712"/>
                <a:gd name="connsiteY6" fmla="*/ 1460659 h 4118991"/>
                <a:gd name="connsiteX7" fmla="*/ 1834039 w 2356712"/>
                <a:gd name="connsiteY7" fmla="*/ 1625822 h 4118991"/>
                <a:gd name="connsiteX8" fmla="*/ 1558862 w 2356712"/>
                <a:gd name="connsiteY8" fmla="*/ 1743075 h 4118991"/>
                <a:gd name="connsiteX9" fmla="*/ 1386554 w 2356712"/>
                <a:gd name="connsiteY9" fmla="*/ 1869948 h 4118991"/>
                <a:gd name="connsiteX10" fmla="*/ 1271683 w 2356712"/>
                <a:gd name="connsiteY10" fmla="*/ 2073402 h 4118991"/>
                <a:gd name="connsiteX11" fmla="*/ 1178338 w 2356712"/>
                <a:gd name="connsiteY11" fmla="*/ 2355914 h 4118991"/>
                <a:gd name="connsiteX12" fmla="*/ 1113758 w 2356712"/>
                <a:gd name="connsiteY12" fmla="*/ 2578513 h 4118991"/>
                <a:gd name="connsiteX13" fmla="*/ 1034796 w 2356712"/>
                <a:gd name="connsiteY13" fmla="*/ 2834640 h 4118991"/>
                <a:gd name="connsiteX14" fmla="*/ 905637 w 2356712"/>
                <a:gd name="connsiteY14" fmla="*/ 3081242 h 4118991"/>
                <a:gd name="connsiteX15" fmla="*/ 793147 w 2356712"/>
                <a:gd name="connsiteY15" fmla="*/ 3258407 h 4118991"/>
                <a:gd name="connsiteX16" fmla="*/ 546735 w 2356712"/>
                <a:gd name="connsiteY16" fmla="*/ 3571970 h 4118991"/>
                <a:gd name="connsiteX17" fmla="*/ 346996 w 2356712"/>
                <a:gd name="connsiteY17" fmla="*/ 3771900 h 4118991"/>
                <a:gd name="connsiteX18" fmla="*/ 174689 w 2356712"/>
                <a:gd name="connsiteY18" fmla="*/ 3944207 h 4118991"/>
                <a:gd name="connsiteX19" fmla="*/ 0 w 2356712"/>
                <a:gd name="connsiteY19" fmla="*/ 4118991 h 4118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356712" h="4118991">
                  <a:moveTo>
                    <a:pt x="1707071" y="0"/>
                  </a:moveTo>
                  <a:cubicBezTo>
                    <a:pt x="1715357" y="22098"/>
                    <a:pt x="1812608" y="224409"/>
                    <a:pt x="1824514" y="244697"/>
                  </a:cubicBezTo>
                  <a:cubicBezTo>
                    <a:pt x="1844802" y="279273"/>
                    <a:pt x="1876996" y="304324"/>
                    <a:pt x="1908715" y="328994"/>
                  </a:cubicBezTo>
                  <a:cubicBezTo>
                    <a:pt x="2019967" y="415195"/>
                    <a:pt x="2137886" y="494633"/>
                    <a:pt x="2226469" y="603695"/>
                  </a:cubicBezTo>
                  <a:cubicBezTo>
                    <a:pt x="2296287" y="689610"/>
                    <a:pt x="2347817" y="790480"/>
                    <a:pt x="2355628" y="900494"/>
                  </a:cubicBezTo>
                  <a:cubicBezTo>
                    <a:pt x="2363248" y="1007078"/>
                    <a:pt x="2329910" y="1111187"/>
                    <a:pt x="2281428" y="1206913"/>
                  </a:cubicBezTo>
                  <a:cubicBezTo>
                    <a:pt x="2233422" y="1301877"/>
                    <a:pt x="2170938" y="1388936"/>
                    <a:pt x="2092452" y="1460659"/>
                  </a:cubicBezTo>
                  <a:cubicBezTo>
                    <a:pt x="2016538" y="1530001"/>
                    <a:pt x="1927765" y="1583436"/>
                    <a:pt x="1834039" y="1625822"/>
                  </a:cubicBezTo>
                  <a:cubicBezTo>
                    <a:pt x="1743075" y="1666970"/>
                    <a:pt x="1647730" y="1697736"/>
                    <a:pt x="1558862" y="1743075"/>
                  </a:cubicBezTo>
                  <a:cubicBezTo>
                    <a:pt x="1494758" y="1775841"/>
                    <a:pt x="1434275" y="1816132"/>
                    <a:pt x="1386554" y="1869948"/>
                  </a:cubicBezTo>
                  <a:cubicBezTo>
                    <a:pt x="1334548" y="1928622"/>
                    <a:pt x="1300544" y="2000345"/>
                    <a:pt x="1271683" y="2073402"/>
                  </a:cubicBezTo>
                  <a:cubicBezTo>
                    <a:pt x="1235202" y="2165699"/>
                    <a:pt x="1206722" y="2260759"/>
                    <a:pt x="1178338" y="2355914"/>
                  </a:cubicBezTo>
                  <a:cubicBezTo>
                    <a:pt x="1156240" y="2429923"/>
                    <a:pt x="1134237" y="2504028"/>
                    <a:pt x="1113758" y="2578513"/>
                  </a:cubicBezTo>
                  <a:cubicBezTo>
                    <a:pt x="1090041" y="2664714"/>
                    <a:pt x="1068134" y="2751678"/>
                    <a:pt x="1034796" y="2834640"/>
                  </a:cubicBezTo>
                  <a:cubicBezTo>
                    <a:pt x="1000125" y="2920841"/>
                    <a:pt x="953643" y="3001613"/>
                    <a:pt x="905637" y="3081242"/>
                  </a:cubicBezTo>
                  <a:cubicBezTo>
                    <a:pt x="869442" y="3141155"/>
                    <a:pt x="832295" y="3200400"/>
                    <a:pt x="793147" y="3258407"/>
                  </a:cubicBezTo>
                  <a:cubicBezTo>
                    <a:pt x="718661" y="3368802"/>
                    <a:pt x="637223" y="3474434"/>
                    <a:pt x="546735" y="3571970"/>
                  </a:cubicBezTo>
                  <a:cubicBezTo>
                    <a:pt x="482632" y="3641027"/>
                    <a:pt x="414147" y="3705797"/>
                    <a:pt x="346996" y="3771900"/>
                  </a:cubicBezTo>
                  <a:cubicBezTo>
                    <a:pt x="288989" y="3828764"/>
                    <a:pt x="232029" y="3886676"/>
                    <a:pt x="174689" y="3944207"/>
                  </a:cubicBezTo>
                  <a:cubicBezTo>
                    <a:pt x="116586" y="4002596"/>
                    <a:pt x="58293" y="4060698"/>
                    <a:pt x="0" y="4118991"/>
                  </a:cubicBezTo>
                </a:path>
              </a:pathLst>
            </a:custGeom>
            <a:noFill/>
            <a:ln w="9525" cap="rnd">
              <a:solidFill>
                <a:schemeClr val="accent2">
                  <a:alpha val="75000"/>
                </a:schemeClr>
              </a:solidFill>
              <a:prstDash val="lgDash"/>
              <a:round/>
            </a:ln>
          </p:spPr>
          <p:txBody>
            <a:bodyPr rtlCol="0" anchor="ctr"/>
            <a:lstStyle/>
            <a:p>
              <a:endParaRPr lang="en-US"/>
            </a:p>
          </p:txBody>
        </p:sp>
        <p:sp>
          <p:nvSpPr>
            <p:cNvPr id="3154" name="Freeform: Shape 3153">
              <a:extLst>
                <a:ext uri="{FF2B5EF4-FFF2-40B4-BE49-F238E27FC236}">
                  <a16:creationId xmlns:a16="http://schemas.microsoft.com/office/drawing/2014/main" id="{75B8B1EB-5E2B-472C-AE60-2EC5961F16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73129" y="923925"/>
              <a:ext cx="2059193" cy="3980116"/>
            </a:xfrm>
            <a:custGeom>
              <a:avLst/>
              <a:gdLst>
                <a:gd name="connsiteX0" fmla="*/ 0 w 2059193"/>
                <a:gd name="connsiteY0" fmla="*/ 3980116 h 3980116"/>
                <a:gd name="connsiteX1" fmla="*/ 471583 w 2059193"/>
                <a:gd name="connsiteY1" fmla="*/ 3515678 h 3980116"/>
                <a:gd name="connsiteX2" fmla="*/ 758666 w 2059193"/>
                <a:gd name="connsiteY2" fmla="*/ 3163824 h 3980116"/>
                <a:gd name="connsiteX3" fmla="*/ 940499 w 2059193"/>
                <a:gd name="connsiteY3" fmla="*/ 2780824 h 3980116"/>
                <a:gd name="connsiteX4" fmla="*/ 1055370 w 2059193"/>
                <a:gd name="connsiteY4" fmla="*/ 2242185 h 3980116"/>
                <a:gd name="connsiteX5" fmla="*/ 1136714 w 2059193"/>
                <a:gd name="connsiteY5" fmla="*/ 1878330 h 3980116"/>
                <a:gd name="connsiteX6" fmla="*/ 1246727 w 2059193"/>
                <a:gd name="connsiteY6" fmla="*/ 1562386 h 3980116"/>
                <a:gd name="connsiteX7" fmla="*/ 1378363 w 2059193"/>
                <a:gd name="connsiteY7" fmla="*/ 1430750 h 3980116"/>
                <a:gd name="connsiteX8" fmla="*/ 1691831 w 2059193"/>
                <a:gd name="connsiteY8" fmla="*/ 1394841 h 3980116"/>
                <a:gd name="connsiteX9" fmla="*/ 1914335 w 2059193"/>
                <a:gd name="connsiteY9" fmla="*/ 1323023 h 3980116"/>
                <a:gd name="connsiteX10" fmla="*/ 2055495 w 2059193"/>
                <a:gd name="connsiteY10" fmla="*/ 1098042 h 3980116"/>
                <a:gd name="connsiteX11" fmla="*/ 2033969 w 2059193"/>
                <a:gd name="connsiteY11" fmla="*/ 930497 h 3980116"/>
                <a:gd name="connsiteX12" fmla="*/ 1885664 w 2059193"/>
                <a:gd name="connsiteY12" fmla="*/ 760571 h 3980116"/>
                <a:gd name="connsiteX13" fmla="*/ 1636871 w 2059193"/>
                <a:gd name="connsiteY13" fmla="*/ 612172 h 3980116"/>
                <a:gd name="connsiteX14" fmla="*/ 1335405 w 2059193"/>
                <a:gd name="connsiteY14" fmla="*/ 459010 h 3980116"/>
                <a:gd name="connsiteX15" fmla="*/ 1234916 w 2059193"/>
                <a:gd name="connsiteY15" fmla="*/ 269939 h 3980116"/>
                <a:gd name="connsiteX16" fmla="*/ 1386935 w 2059193"/>
                <a:gd name="connsiteY16" fmla="*/ 0 h 39801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9193" h="3980116">
                  <a:moveTo>
                    <a:pt x="0" y="3980116"/>
                  </a:moveTo>
                  <a:cubicBezTo>
                    <a:pt x="91345" y="3889534"/>
                    <a:pt x="382715" y="3608737"/>
                    <a:pt x="471583" y="3515678"/>
                  </a:cubicBezTo>
                  <a:cubicBezTo>
                    <a:pt x="576358" y="3405949"/>
                    <a:pt x="675989" y="3290983"/>
                    <a:pt x="758666" y="3163824"/>
                  </a:cubicBezTo>
                  <a:cubicBezTo>
                    <a:pt x="836105" y="3044857"/>
                    <a:pt x="897445" y="2916079"/>
                    <a:pt x="940499" y="2780824"/>
                  </a:cubicBezTo>
                  <a:cubicBezTo>
                    <a:pt x="996315" y="2605754"/>
                    <a:pt x="1020985" y="2422874"/>
                    <a:pt x="1055370" y="2242185"/>
                  </a:cubicBezTo>
                  <a:cubicBezTo>
                    <a:pt x="1078611" y="2120075"/>
                    <a:pt x="1107472" y="1999107"/>
                    <a:pt x="1136714" y="1878330"/>
                  </a:cubicBezTo>
                  <a:cubicBezTo>
                    <a:pt x="1163098" y="1769174"/>
                    <a:pt x="1189482" y="1658588"/>
                    <a:pt x="1246727" y="1562386"/>
                  </a:cubicBezTo>
                  <a:cubicBezTo>
                    <a:pt x="1279208" y="1507808"/>
                    <a:pt x="1321689" y="1459039"/>
                    <a:pt x="1378363" y="1430750"/>
                  </a:cubicBezTo>
                  <a:cubicBezTo>
                    <a:pt x="1473327" y="1383221"/>
                    <a:pt x="1584865" y="1402652"/>
                    <a:pt x="1691831" y="1394841"/>
                  </a:cubicBezTo>
                  <a:cubicBezTo>
                    <a:pt x="1771079" y="1389031"/>
                    <a:pt x="1849279" y="1368266"/>
                    <a:pt x="1914335" y="1323023"/>
                  </a:cubicBezTo>
                  <a:cubicBezTo>
                    <a:pt x="1989963" y="1270445"/>
                    <a:pt x="2041493" y="1189101"/>
                    <a:pt x="2055495" y="1098042"/>
                  </a:cubicBezTo>
                  <a:cubicBezTo>
                    <a:pt x="2064258" y="1041178"/>
                    <a:pt x="2057591" y="982980"/>
                    <a:pt x="2033969" y="930497"/>
                  </a:cubicBezTo>
                  <a:cubicBezTo>
                    <a:pt x="2002727" y="861060"/>
                    <a:pt x="1945958" y="807625"/>
                    <a:pt x="1885664" y="760571"/>
                  </a:cubicBezTo>
                  <a:cubicBezTo>
                    <a:pt x="1809179" y="700945"/>
                    <a:pt x="1725549" y="651415"/>
                    <a:pt x="1636871" y="612172"/>
                  </a:cubicBezTo>
                  <a:cubicBezTo>
                    <a:pt x="1532763" y="566071"/>
                    <a:pt x="1421606" y="532543"/>
                    <a:pt x="1335405" y="459010"/>
                  </a:cubicBezTo>
                  <a:cubicBezTo>
                    <a:pt x="1277969" y="409956"/>
                    <a:pt x="1232059" y="344615"/>
                    <a:pt x="1234916" y="269939"/>
                  </a:cubicBezTo>
                  <a:cubicBezTo>
                    <a:pt x="1237012" y="211741"/>
                    <a:pt x="1386935" y="0"/>
                    <a:pt x="1386935" y="0"/>
                  </a:cubicBezTo>
                </a:path>
              </a:pathLst>
            </a:custGeom>
            <a:noFill/>
            <a:ln w="9525" cap="rnd">
              <a:solidFill>
                <a:schemeClr val="accent2">
                  <a:alpha val="75000"/>
                </a:schemeClr>
              </a:solidFill>
              <a:prstDash val="lgDash"/>
              <a:round/>
            </a:ln>
          </p:spPr>
          <p:txBody>
            <a:bodyPr rtlCol="0" anchor="ctr"/>
            <a:lstStyle/>
            <a:p>
              <a:endParaRPr lang="en-US"/>
            </a:p>
          </p:txBody>
        </p:sp>
        <p:sp>
          <p:nvSpPr>
            <p:cNvPr id="3155" name="Freeform: Shape 3154">
              <a:extLst>
                <a:ext uri="{FF2B5EF4-FFF2-40B4-BE49-F238E27FC236}">
                  <a16:creationId xmlns:a16="http://schemas.microsoft.com/office/drawing/2014/main" id="{B4F5BD77-58D7-4B61-A666-1B4139A63A2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85131" y="1719357"/>
              <a:ext cx="743796" cy="2867501"/>
            </a:xfrm>
            <a:custGeom>
              <a:avLst/>
              <a:gdLst>
                <a:gd name="connsiteX0" fmla="*/ 11144 w 743796"/>
                <a:gd name="connsiteY0" fmla="*/ 0 h 2867501"/>
                <a:gd name="connsiteX1" fmla="*/ 353663 w 743796"/>
                <a:gd name="connsiteY1" fmla="*/ 55245 h 2867501"/>
                <a:gd name="connsiteX2" fmla="*/ 571405 w 743796"/>
                <a:gd name="connsiteY2" fmla="*/ 179737 h 2867501"/>
                <a:gd name="connsiteX3" fmla="*/ 688658 w 743796"/>
                <a:gd name="connsiteY3" fmla="*/ 368808 h 2867501"/>
                <a:gd name="connsiteX4" fmla="*/ 731711 w 743796"/>
                <a:gd name="connsiteY4" fmla="*/ 612934 h 2867501"/>
                <a:gd name="connsiteX5" fmla="*/ 725233 w 743796"/>
                <a:gd name="connsiteY5" fmla="*/ 995648 h 2867501"/>
                <a:gd name="connsiteX6" fmla="*/ 742855 w 743796"/>
                <a:gd name="connsiteY6" fmla="*/ 1499330 h 2867501"/>
                <a:gd name="connsiteX7" fmla="*/ 707898 w 743796"/>
                <a:gd name="connsiteY7" fmla="*/ 1793081 h 2867501"/>
                <a:gd name="connsiteX8" fmla="*/ 633222 w 743796"/>
                <a:gd name="connsiteY8" fmla="*/ 2073592 h 2867501"/>
                <a:gd name="connsiteX9" fmla="*/ 404527 w 743796"/>
                <a:gd name="connsiteY9" fmla="*/ 2472404 h 2867501"/>
                <a:gd name="connsiteX10" fmla="*/ 0 w 743796"/>
                <a:gd name="connsiteY10" fmla="*/ 2867501 h 2867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3796" h="2867501">
                  <a:moveTo>
                    <a:pt x="11144" y="0"/>
                  </a:moveTo>
                  <a:cubicBezTo>
                    <a:pt x="101060" y="2953"/>
                    <a:pt x="268796" y="25146"/>
                    <a:pt x="353663" y="55245"/>
                  </a:cubicBezTo>
                  <a:cubicBezTo>
                    <a:pt x="433483" y="83534"/>
                    <a:pt x="510635" y="120967"/>
                    <a:pt x="571405" y="179737"/>
                  </a:cubicBezTo>
                  <a:cubicBezTo>
                    <a:pt x="625412" y="231934"/>
                    <a:pt x="663607" y="297942"/>
                    <a:pt x="688658" y="368808"/>
                  </a:cubicBezTo>
                  <a:cubicBezTo>
                    <a:pt x="716375" y="447103"/>
                    <a:pt x="727996" y="529876"/>
                    <a:pt x="731711" y="612934"/>
                  </a:cubicBezTo>
                  <a:cubicBezTo>
                    <a:pt x="737426" y="740474"/>
                    <a:pt x="724948" y="867918"/>
                    <a:pt x="725233" y="995648"/>
                  </a:cubicBezTo>
                  <a:cubicBezTo>
                    <a:pt x="725710" y="1163765"/>
                    <a:pt x="748665" y="1331309"/>
                    <a:pt x="742855" y="1499330"/>
                  </a:cubicBezTo>
                  <a:cubicBezTo>
                    <a:pt x="739426" y="1598009"/>
                    <a:pt x="725996" y="1696022"/>
                    <a:pt x="707898" y="1793081"/>
                  </a:cubicBezTo>
                  <a:cubicBezTo>
                    <a:pt x="690086" y="1888426"/>
                    <a:pt x="666845" y="1982724"/>
                    <a:pt x="633222" y="2073592"/>
                  </a:cubicBezTo>
                  <a:cubicBezTo>
                    <a:pt x="579692" y="2218182"/>
                    <a:pt x="499682" y="2351056"/>
                    <a:pt x="404527" y="2472404"/>
                  </a:cubicBezTo>
                  <a:cubicBezTo>
                    <a:pt x="266033" y="2648902"/>
                    <a:pt x="179642" y="2732818"/>
                    <a:pt x="0" y="2867501"/>
                  </a:cubicBezTo>
                </a:path>
              </a:pathLst>
            </a:custGeom>
            <a:noFill/>
            <a:ln w="9525" cap="rnd">
              <a:solidFill>
                <a:schemeClr val="accent2">
                  <a:alpha val="75000"/>
                </a:schemeClr>
              </a:solidFill>
              <a:prstDash val="lgDash"/>
              <a:round/>
            </a:ln>
          </p:spPr>
          <p:txBody>
            <a:bodyPr rtlCol="0" anchor="ctr"/>
            <a:lstStyle/>
            <a:p>
              <a:endParaRPr lang="en-US"/>
            </a:p>
          </p:txBody>
        </p:sp>
        <p:sp>
          <p:nvSpPr>
            <p:cNvPr id="3156" name="Freeform: Shape 3155">
              <a:extLst>
                <a:ext uri="{FF2B5EF4-FFF2-40B4-BE49-F238E27FC236}">
                  <a16:creationId xmlns:a16="http://schemas.microsoft.com/office/drawing/2014/main" id="{F5CBEC6B-EDB6-40B8-8771-E5AF41B8D69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73129" y="1912731"/>
              <a:ext cx="597294" cy="2543540"/>
            </a:xfrm>
            <a:custGeom>
              <a:avLst/>
              <a:gdLst>
                <a:gd name="connsiteX0" fmla="*/ 16478 w 597294"/>
                <a:gd name="connsiteY0" fmla="*/ 2079 h 2543540"/>
                <a:gd name="connsiteX1" fmla="*/ 299847 w 597294"/>
                <a:gd name="connsiteY1" fmla="*/ 53991 h 2543540"/>
                <a:gd name="connsiteX2" fmla="*/ 503206 w 597294"/>
                <a:gd name="connsiteY2" fmla="*/ 291354 h 2543540"/>
                <a:gd name="connsiteX3" fmla="*/ 525113 w 597294"/>
                <a:gd name="connsiteY3" fmla="*/ 724265 h 2543540"/>
                <a:gd name="connsiteX4" fmla="*/ 578930 w 597294"/>
                <a:gd name="connsiteY4" fmla="*/ 1117267 h 2543540"/>
                <a:gd name="connsiteX5" fmla="*/ 592931 w 597294"/>
                <a:gd name="connsiteY5" fmla="*/ 1476359 h 2543540"/>
                <a:gd name="connsiteX6" fmla="*/ 503206 w 597294"/>
                <a:gd name="connsiteY6" fmla="*/ 1859359 h 2543540"/>
                <a:gd name="connsiteX7" fmla="*/ 291846 w 597294"/>
                <a:gd name="connsiteY7" fmla="*/ 2250361 h 2543540"/>
                <a:gd name="connsiteX8" fmla="*/ 0 w 597294"/>
                <a:gd name="connsiteY8" fmla="*/ 2543540 h 25435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7294" h="2543540">
                  <a:moveTo>
                    <a:pt x="16478" y="2079"/>
                  </a:moveTo>
                  <a:cubicBezTo>
                    <a:pt x="101441" y="-6684"/>
                    <a:pt x="224885" y="12557"/>
                    <a:pt x="299847" y="53991"/>
                  </a:cubicBezTo>
                  <a:cubicBezTo>
                    <a:pt x="394240" y="106092"/>
                    <a:pt x="468440" y="189341"/>
                    <a:pt x="503206" y="291354"/>
                  </a:cubicBezTo>
                  <a:cubicBezTo>
                    <a:pt x="550069" y="429085"/>
                    <a:pt x="520827" y="577770"/>
                    <a:pt x="525113" y="724265"/>
                  </a:cubicBezTo>
                  <a:cubicBezTo>
                    <a:pt x="529019" y="856472"/>
                    <a:pt x="561118" y="986012"/>
                    <a:pt x="578930" y="1117267"/>
                  </a:cubicBezTo>
                  <a:cubicBezTo>
                    <a:pt x="595122" y="1236234"/>
                    <a:pt x="602742" y="1356630"/>
                    <a:pt x="592931" y="1476359"/>
                  </a:cubicBezTo>
                  <a:cubicBezTo>
                    <a:pt x="582073" y="1607709"/>
                    <a:pt x="549783" y="1736011"/>
                    <a:pt x="503206" y="1859359"/>
                  </a:cubicBezTo>
                  <a:cubicBezTo>
                    <a:pt x="450628" y="1998710"/>
                    <a:pt x="383857" y="2133298"/>
                    <a:pt x="291846" y="2250361"/>
                  </a:cubicBezTo>
                  <a:cubicBezTo>
                    <a:pt x="231553" y="2327132"/>
                    <a:pt x="73819" y="2479532"/>
                    <a:pt x="0" y="2543540"/>
                  </a:cubicBezTo>
                </a:path>
              </a:pathLst>
            </a:custGeom>
            <a:noFill/>
            <a:ln w="9525" cap="rnd">
              <a:solidFill>
                <a:schemeClr val="accent2">
                  <a:alpha val="75000"/>
                </a:schemeClr>
              </a:solidFill>
              <a:prstDash val="lgDash"/>
              <a:round/>
            </a:ln>
          </p:spPr>
          <p:txBody>
            <a:bodyPr rtlCol="0" anchor="ctr"/>
            <a:lstStyle/>
            <a:p>
              <a:endParaRPr lang="en-US"/>
            </a:p>
          </p:txBody>
        </p:sp>
        <p:sp>
          <p:nvSpPr>
            <p:cNvPr id="3157" name="Freeform: Shape 3156">
              <a:extLst>
                <a:ext uri="{FF2B5EF4-FFF2-40B4-BE49-F238E27FC236}">
                  <a16:creationId xmlns:a16="http://schemas.microsoft.com/office/drawing/2014/main" id="{91BD0EE8-AA47-4044-9251-9F5A4B8201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91417" y="2227197"/>
              <a:ext cx="389425" cy="2011236"/>
            </a:xfrm>
            <a:custGeom>
              <a:avLst/>
              <a:gdLst>
                <a:gd name="connsiteX0" fmla="*/ 0 w 389425"/>
                <a:gd name="connsiteY0" fmla="*/ 33 h 2011236"/>
                <a:gd name="connsiteX1" fmla="*/ 171260 w 389425"/>
                <a:gd name="connsiteY1" fmla="*/ 60326 h 2011236"/>
                <a:gd name="connsiteX2" fmla="*/ 211455 w 389425"/>
                <a:gd name="connsiteY2" fmla="*/ 221204 h 2011236"/>
                <a:gd name="connsiteX3" fmla="*/ 243078 w 389425"/>
                <a:gd name="connsiteY3" fmla="*/ 448089 h 2011236"/>
                <a:gd name="connsiteX4" fmla="*/ 346424 w 389425"/>
                <a:gd name="connsiteY4" fmla="*/ 789941 h 2011236"/>
                <a:gd name="connsiteX5" fmla="*/ 372237 w 389425"/>
                <a:gd name="connsiteY5" fmla="*/ 942151 h 2011236"/>
                <a:gd name="connsiteX6" fmla="*/ 386620 w 389425"/>
                <a:gd name="connsiteY6" fmla="*/ 1272478 h 2011236"/>
                <a:gd name="connsiteX7" fmla="*/ 280416 w 389425"/>
                <a:gd name="connsiteY7" fmla="*/ 1660241 h 2011236"/>
                <a:gd name="connsiteX8" fmla="*/ 151257 w 389425"/>
                <a:gd name="connsiteY8" fmla="*/ 1844073 h 2011236"/>
                <a:gd name="connsiteX9" fmla="*/ 1905 w 389425"/>
                <a:gd name="connsiteY9" fmla="*/ 2011237 h 2011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9425" h="2011236">
                  <a:moveTo>
                    <a:pt x="0" y="33"/>
                  </a:moveTo>
                  <a:cubicBezTo>
                    <a:pt x="57912" y="-824"/>
                    <a:pt x="136112" y="14892"/>
                    <a:pt x="171260" y="60326"/>
                  </a:cubicBezTo>
                  <a:cubicBezTo>
                    <a:pt x="205645" y="104903"/>
                    <a:pt x="207740" y="164244"/>
                    <a:pt x="211455" y="221204"/>
                  </a:cubicBezTo>
                  <a:cubicBezTo>
                    <a:pt x="216408" y="297594"/>
                    <a:pt x="225838" y="373604"/>
                    <a:pt x="243078" y="448089"/>
                  </a:cubicBezTo>
                  <a:cubicBezTo>
                    <a:pt x="269939" y="564199"/>
                    <a:pt x="319183" y="673927"/>
                    <a:pt x="346424" y="789941"/>
                  </a:cubicBezTo>
                  <a:cubicBezTo>
                    <a:pt x="358235" y="840043"/>
                    <a:pt x="365951" y="891097"/>
                    <a:pt x="372237" y="942151"/>
                  </a:cubicBezTo>
                  <a:cubicBezTo>
                    <a:pt x="385858" y="1051784"/>
                    <a:pt x="394049" y="1162274"/>
                    <a:pt x="386620" y="1272478"/>
                  </a:cubicBezTo>
                  <a:cubicBezTo>
                    <a:pt x="377476" y="1407828"/>
                    <a:pt x="344996" y="1541178"/>
                    <a:pt x="280416" y="1660241"/>
                  </a:cubicBezTo>
                  <a:cubicBezTo>
                    <a:pt x="244602" y="1726249"/>
                    <a:pt x="199358" y="1786352"/>
                    <a:pt x="151257" y="1844073"/>
                  </a:cubicBezTo>
                  <a:cubicBezTo>
                    <a:pt x="79534" y="1930084"/>
                    <a:pt x="89345" y="1941419"/>
                    <a:pt x="1905" y="2011237"/>
                  </a:cubicBezTo>
                </a:path>
              </a:pathLst>
            </a:custGeom>
            <a:noFill/>
            <a:ln w="9525" cap="rnd">
              <a:solidFill>
                <a:schemeClr val="accent2">
                  <a:alpha val="75000"/>
                </a:schemeClr>
              </a:solidFill>
              <a:prstDash val="lgDash"/>
              <a:round/>
            </a:ln>
          </p:spPr>
          <p:txBody>
            <a:bodyPr rtlCol="0" anchor="ctr"/>
            <a:lstStyle/>
            <a:p>
              <a:endParaRPr lang="en-US"/>
            </a:p>
          </p:txBody>
        </p:sp>
      </p:grpSp>
      <p:grpSp>
        <p:nvGrpSpPr>
          <p:cNvPr id="3159" name="Graphic 157">
            <a:extLst>
              <a:ext uri="{FF2B5EF4-FFF2-40B4-BE49-F238E27FC236}">
                <a16:creationId xmlns:a16="http://schemas.microsoft.com/office/drawing/2014/main" id="{C3279E8D-2BAA-4CB1-834B-09FADD54DE5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610600" y="3276600"/>
            <a:ext cx="3529260" cy="3581398"/>
            <a:chOff x="4114800" y="1423987"/>
            <a:chExt cx="3961542" cy="4007547"/>
          </a:xfrm>
          <a:noFill/>
        </p:grpSpPr>
        <p:sp>
          <p:nvSpPr>
            <p:cNvPr id="3160" name="Freeform: Shape 3159">
              <a:extLst>
                <a:ext uri="{FF2B5EF4-FFF2-40B4-BE49-F238E27FC236}">
                  <a16:creationId xmlns:a16="http://schemas.microsoft.com/office/drawing/2014/main" id="{3456F18E-4F61-486D-9CD6-65B30372C5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14800" y="1423987"/>
              <a:ext cx="3946874" cy="3989641"/>
            </a:xfrm>
            <a:custGeom>
              <a:avLst/>
              <a:gdLst>
                <a:gd name="connsiteX0" fmla="*/ 0 w 3946874"/>
                <a:gd name="connsiteY0" fmla="*/ 3989641 h 3989641"/>
                <a:gd name="connsiteX1" fmla="*/ 79439 w 3946874"/>
                <a:gd name="connsiteY1" fmla="*/ 3891153 h 3989641"/>
                <a:gd name="connsiteX2" fmla="*/ 297371 w 3946874"/>
                <a:gd name="connsiteY2" fmla="*/ 3626930 h 3989641"/>
                <a:gd name="connsiteX3" fmla="*/ 454343 w 3946874"/>
                <a:gd name="connsiteY3" fmla="*/ 3440335 h 3989641"/>
                <a:gd name="connsiteX4" fmla="*/ 622363 w 3946874"/>
                <a:gd name="connsiteY4" fmla="*/ 3290697 h 3989641"/>
                <a:gd name="connsiteX5" fmla="*/ 927068 w 3946874"/>
                <a:gd name="connsiteY5" fmla="*/ 3087434 h 3989641"/>
                <a:gd name="connsiteX6" fmla="*/ 1176338 w 3946874"/>
                <a:gd name="connsiteY6" fmla="*/ 2915603 h 3989641"/>
                <a:gd name="connsiteX7" fmla="*/ 1394270 w 3946874"/>
                <a:gd name="connsiteY7" fmla="*/ 2780729 h 3989641"/>
                <a:gd name="connsiteX8" fmla="*/ 1601057 w 3946874"/>
                <a:gd name="connsiteY8" fmla="*/ 2723483 h 3989641"/>
                <a:gd name="connsiteX9" fmla="*/ 1756220 w 3946874"/>
                <a:gd name="connsiteY9" fmla="*/ 2743772 h 3989641"/>
                <a:gd name="connsiteX10" fmla="*/ 1889189 w 3946874"/>
                <a:gd name="connsiteY10" fmla="*/ 2765965 h 3989641"/>
                <a:gd name="connsiteX11" fmla="*/ 2007394 w 3946874"/>
                <a:gd name="connsiteY11" fmla="*/ 2765965 h 3989641"/>
                <a:gd name="connsiteX12" fmla="*/ 2184654 w 3946874"/>
                <a:gd name="connsiteY12" fmla="*/ 2671763 h 3989641"/>
                <a:gd name="connsiteX13" fmla="*/ 2372773 w 3946874"/>
                <a:gd name="connsiteY13" fmla="*/ 2538984 h 3989641"/>
                <a:gd name="connsiteX14" fmla="*/ 2439543 w 3946874"/>
                <a:gd name="connsiteY14" fmla="*/ 2510504 h 3989641"/>
                <a:gd name="connsiteX15" fmla="*/ 2650617 w 3946874"/>
                <a:gd name="connsiteY15" fmla="*/ 2434781 h 3989641"/>
                <a:gd name="connsiteX16" fmla="*/ 2785110 w 3946874"/>
                <a:gd name="connsiteY16" fmla="*/ 2383060 h 3989641"/>
                <a:gd name="connsiteX17" fmla="*/ 2897315 w 3946874"/>
                <a:gd name="connsiteY17" fmla="*/ 2318861 h 3989641"/>
                <a:gd name="connsiteX18" fmla="*/ 2997994 w 3946874"/>
                <a:gd name="connsiteY18" fmla="*/ 2226183 h 3989641"/>
                <a:gd name="connsiteX19" fmla="*/ 3061240 w 3946874"/>
                <a:gd name="connsiteY19" fmla="*/ 2141506 h 3989641"/>
                <a:gd name="connsiteX20" fmla="*/ 3152108 w 3946874"/>
                <a:gd name="connsiteY20" fmla="*/ 2005203 h 3989641"/>
                <a:gd name="connsiteX21" fmla="*/ 3274124 w 3946874"/>
                <a:gd name="connsiteY21" fmla="*/ 1871567 h 3989641"/>
                <a:gd name="connsiteX22" fmla="*/ 3388138 w 3946874"/>
                <a:gd name="connsiteY22" fmla="*/ 1770888 h 3989641"/>
                <a:gd name="connsiteX23" fmla="*/ 3466529 w 3946874"/>
                <a:gd name="connsiteY23" fmla="*/ 1679162 h 3989641"/>
                <a:gd name="connsiteX24" fmla="*/ 3538633 w 3946874"/>
                <a:gd name="connsiteY24" fmla="*/ 1551718 h 3989641"/>
                <a:gd name="connsiteX25" fmla="*/ 3588544 w 3946874"/>
                <a:gd name="connsiteY25" fmla="*/ 1376172 h 3989641"/>
                <a:gd name="connsiteX26" fmla="*/ 3597402 w 3946874"/>
                <a:gd name="connsiteY26" fmla="*/ 1293305 h 3989641"/>
                <a:gd name="connsiteX27" fmla="*/ 3721227 w 3946874"/>
                <a:gd name="connsiteY27" fmla="*/ 880491 h 3989641"/>
                <a:gd name="connsiteX28" fmla="*/ 3761137 w 3946874"/>
                <a:gd name="connsiteY28" fmla="*/ 463677 h 3989641"/>
                <a:gd name="connsiteX29" fmla="*/ 3946874 w 3946874"/>
                <a:gd name="connsiteY29" fmla="*/ 0 h 3989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3946874" h="3989641">
                  <a:moveTo>
                    <a:pt x="0" y="3989641"/>
                  </a:moveTo>
                  <a:cubicBezTo>
                    <a:pt x="19050" y="3957257"/>
                    <a:pt x="50959" y="3916013"/>
                    <a:pt x="79439" y="3891153"/>
                  </a:cubicBezTo>
                  <a:cubicBezTo>
                    <a:pt x="165544" y="3815906"/>
                    <a:pt x="227933" y="3717989"/>
                    <a:pt x="297371" y="3626930"/>
                  </a:cubicBezTo>
                  <a:cubicBezTo>
                    <a:pt x="346615" y="3562255"/>
                    <a:pt x="398050" y="3499009"/>
                    <a:pt x="454343" y="3440335"/>
                  </a:cubicBezTo>
                  <a:cubicBezTo>
                    <a:pt x="506349" y="3386042"/>
                    <a:pt x="562642" y="3336227"/>
                    <a:pt x="622363" y="3290697"/>
                  </a:cubicBezTo>
                  <a:cubicBezTo>
                    <a:pt x="719519" y="3216688"/>
                    <a:pt x="824960" y="3154585"/>
                    <a:pt x="927068" y="3087434"/>
                  </a:cubicBezTo>
                  <a:cubicBezTo>
                    <a:pt x="1011365" y="3031998"/>
                    <a:pt x="1093565" y="2973324"/>
                    <a:pt x="1176338" y="2915603"/>
                  </a:cubicBezTo>
                  <a:cubicBezTo>
                    <a:pt x="1246537" y="2866644"/>
                    <a:pt x="1317308" y="2818066"/>
                    <a:pt x="1394270" y="2780729"/>
                  </a:cubicBezTo>
                  <a:cubicBezTo>
                    <a:pt x="1459421" y="2749106"/>
                    <a:pt x="1528763" y="2724436"/>
                    <a:pt x="1601057" y="2723483"/>
                  </a:cubicBezTo>
                  <a:cubicBezTo>
                    <a:pt x="1653350" y="2722721"/>
                    <a:pt x="1704785" y="2733485"/>
                    <a:pt x="1756220" y="2743772"/>
                  </a:cubicBezTo>
                  <a:cubicBezTo>
                    <a:pt x="1800320" y="2752630"/>
                    <a:pt x="1844612" y="2760250"/>
                    <a:pt x="1889189" y="2765965"/>
                  </a:cubicBezTo>
                  <a:cubicBezTo>
                    <a:pt x="1928622" y="2771013"/>
                    <a:pt x="1968437" y="2773299"/>
                    <a:pt x="2007394" y="2765965"/>
                  </a:cubicBezTo>
                  <a:cubicBezTo>
                    <a:pt x="2073878" y="2753487"/>
                    <a:pt x="2130647" y="2712911"/>
                    <a:pt x="2184654" y="2671763"/>
                  </a:cubicBezTo>
                  <a:cubicBezTo>
                    <a:pt x="2245900" y="2625090"/>
                    <a:pt x="2304002" y="2573465"/>
                    <a:pt x="2372773" y="2538984"/>
                  </a:cubicBezTo>
                  <a:cubicBezTo>
                    <a:pt x="2394395" y="2528126"/>
                    <a:pt x="2416874" y="2518982"/>
                    <a:pt x="2439543" y="2510504"/>
                  </a:cubicBezTo>
                  <a:cubicBezTo>
                    <a:pt x="2509552" y="2484215"/>
                    <a:pt x="2580037" y="2459450"/>
                    <a:pt x="2650617" y="2434781"/>
                  </a:cubicBezTo>
                  <a:cubicBezTo>
                    <a:pt x="2695956" y="2418874"/>
                    <a:pt x="2741295" y="2402872"/>
                    <a:pt x="2785110" y="2383060"/>
                  </a:cubicBezTo>
                  <a:cubicBezTo>
                    <a:pt x="2824448" y="2365248"/>
                    <a:pt x="2862358" y="2344198"/>
                    <a:pt x="2897315" y="2318861"/>
                  </a:cubicBezTo>
                  <a:cubicBezTo>
                    <a:pt x="2934367" y="2292096"/>
                    <a:pt x="2968085" y="2260854"/>
                    <a:pt x="2997994" y="2226183"/>
                  </a:cubicBezTo>
                  <a:cubicBezTo>
                    <a:pt x="3020949" y="2199513"/>
                    <a:pt x="3041714" y="2170938"/>
                    <a:pt x="3061240" y="2141506"/>
                  </a:cubicBezTo>
                  <a:cubicBezTo>
                    <a:pt x="3091529" y="2095976"/>
                    <a:pt x="3119533" y="2049018"/>
                    <a:pt x="3152108" y="2005203"/>
                  </a:cubicBezTo>
                  <a:cubicBezTo>
                    <a:pt x="3188113" y="1956626"/>
                    <a:pt x="3229261" y="1912144"/>
                    <a:pt x="3274124" y="1871567"/>
                  </a:cubicBezTo>
                  <a:cubicBezTo>
                    <a:pt x="3311747" y="1837563"/>
                    <a:pt x="3351848" y="1806321"/>
                    <a:pt x="3388138" y="1770888"/>
                  </a:cubicBezTo>
                  <a:cubicBezTo>
                    <a:pt x="3416999" y="1742694"/>
                    <a:pt x="3443002" y="1711833"/>
                    <a:pt x="3466529" y="1679162"/>
                  </a:cubicBezTo>
                  <a:cubicBezTo>
                    <a:pt x="3495008" y="1639348"/>
                    <a:pt x="3519392" y="1596771"/>
                    <a:pt x="3538633" y="1551718"/>
                  </a:cubicBezTo>
                  <a:cubicBezTo>
                    <a:pt x="3562731" y="1495616"/>
                    <a:pt x="3578924" y="1436465"/>
                    <a:pt x="3588544" y="1376172"/>
                  </a:cubicBezTo>
                  <a:cubicBezTo>
                    <a:pt x="3592925" y="1348740"/>
                    <a:pt x="3595688" y="1321022"/>
                    <a:pt x="3597402" y="1293305"/>
                  </a:cubicBezTo>
                  <a:cubicBezTo>
                    <a:pt x="3605974" y="1155859"/>
                    <a:pt x="3717703" y="1018127"/>
                    <a:pt x="3721227" y="880491"/>
                  </a:cubicBezTo>
                  <a:cubicBezTo>
                    <a:pt x="3724751" y="740855"/>
                    <a:pt x="3743135" y="602171"/>
                    <a:pt x="3761137" y="463677"/>
                  </a:cubicBezTo>
                  <a:cubicBezTo>
                    <a:pt x="3776186" y="347758"/>
                    <a:pt x="3934968" y="116205"/>
                    <a:pt x="3946874" y="0"/>
                  </a:cubicBezTo>
                </a:path>
              </a:pathLst>
            </a:custGeom>
            <a:noFill/>
            <a:ln w="9525" cap="rnd">
              <a:solidFill>
                <a:schemeClr val="accent2">
                  <a:alpha val="75000"/>
                </a:schemeClr>
              </a:solidFill>
              <a:prstDash val="lgDash"/>
              <a:round/>
            </a:ln>
          </p:spPr>
          <p:txBody>
            <a:bodyPr rtlCol="0" anchor="ctr"/>
            <a:lstStyle/>
            <a:p>
              <a:endParaRPr lang="en-US"/>
            </a:p>
          </p:txBody>
        </p:sp>
        <p:sp>
          <p:nvSpPr>
            <p:cNvPr id="3161" name="Freeform: Shape 3160">
              <a:extLst>
                <a:ext uri="{FF2B5EF4-FFF2-40B4-BE49-F238E27FC236}">
                  <a16:creationId xmlns:a16="http://schemas.microsoft.com/office/drawing/2014/main" id="{318DDF45-08F0-46B6-A0B7-133735C94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95978" y="2441733"/>
              <a:ext cx="3665410" cy="2985611"/>
            </a:xfrm>
            <a:custGeom>
              <a:avLst/>
              <a:gdLst>
                <a:gd name="connsiteX0" fmla="*/ 0 w 3665410"/>
                <a:gd name="connsiteY0" fmla="*/ 2985611 h 2985611"/>
                <a:gd name="connsiteX1" fmla="*/ 166211 w 3665410"/>
                <a:gd name="connsiteY1" fmla="*/ 2699766 h 2985611"/>
                <a:gd name="connsiteX2" fmla="*/ 397002 w 3665410"/>
                <a:gd name="connsiteY2" fmla="*/ 2414969 h 2985611"/>
                <a:gd name="connsiteX3" fmla="*/ 620173 w 3665410"/>
                <a:gd name="connsiteY3" fmla="*/ 2237899 h 2985611"/>
                <a:gd name="connsiteX4" fmla="*/ 823341 w 3665410"/>
                <a:gd name="connsiteY4" fmla="*/ 2085499 h 2985611"/>
                <a:gd name="connsiteX5" fmla="*/ 1089565 w 3665410"/>
                <a:gd name="connsiteY5" fmla="*/ 1911477 h 2985611"/>
                <a:gd name="connsiteX6" fmla="*/ 1145000 w 3665410"/>
                <a:gd name="connsiteY6" fmla="*/ 1886807 h 2985611"/>
                <a:gd name="connsiteX7" fmla="*/ 1375791 w 3665410"/>
                <a:gd name="connsiteY7" fmla="*/ 1842135 h 2985611"/>
                <a:gd name="connsiteX8" fmla="*/ 1486567 w 3665410"/>
                <a:gd name="connsiteY8" fmla="*/ 1857566 h 2985611"/>
                <a:gd name="connsiteX9" fmla="*/ 1568101 w 3665410"/>
                <a:gd name="connsiteY9" fmla="*/ 1871377 h 2985611"/>
                <a:gd name="connsiteX10" fmla="*/ 1810607 w 3665410"/>
                <a:gd name="connsiteY10" fmla="*/ 1871377 h 2985611"/>
                <a:gd name="connsiteX11" fmla="*/ 1997964 w 3665410"/>
                <a:gd name="connsiteY11" fmla="*/ 1790605 h 2985611"/>
                <a:gd name="connsiteX12" fmla="*/ 2109883 w 3665410"/>
                <a:gd name="connsiteY12" fmla="*/ 1702784 h 2985611"/>
                <a:gd name="connsiteX13" fmla="*/ 2321433 w 3665410"/>
                <a:gd name="connsiteY13" fmla="*/ 1552384 h 2985611"/>
                <a:gd name="connsiteX14" fmla="*/ 2558891 w 3665410"/>
                <a:gd name="connsiteY14" fmla="*/ 1453420 h 2985611"/>
                <a:gd name="connsiteX15" fmla="*/ 2709767 w 3665410"/>
                <a:gd name="connsiteY15" fmla="*/ 1377887 h 2985611"/>
                <a:gd name="connsiteX16" fmla="*/ 2885408 w 3665410"/>
                <a:gd name="connsiteY16" fmla="*/ 1237393 h 2985611"/>
                <a:gd name="connsiteX17" fmla="*/ 3017711 w 3665410"/>
                <a:gd name="connsiteY17" fmla="*/ 1072229 h 2985611"/>
                <a:gd name="connsiteX18" fmla="*/ 3150680 w 3665410"/>
                <a:gd name="connsiteY18" fmla="*/ 921830 h 2985611"/>
                <a:gd name="connsiteX19" fmla="*/ 3255169 w 3665410"/>
                <a:gd name="connsiteY19" fmla="*/ 801815 h 2985611"/>
                <a:gd name="connsiteX20" fmla="*/ 3339275 w 3665410"/>
                <a:gd name="connsiteY20" fmla="*/ 694182 h 2985611"/>
                <a:gd name="connsiteX21" fmla="*/ 3409188 w 3665410"/>
                <a:gd name="connsiteY21" fmla="*/ 546926 h 2985611"/>
                <a:gd name="connsiteX22" fmla="*/ 3464243 w 3665410"/>
                <a:gd name="connsiteY22" fmla="*/ 347663 h 2985611"/>
                <a:gd name="connsiteX23" fmla="*/ 3665411 w 3665410"/>
                <a:gd name="connsiteY23" fmla="*/ 0 h 2985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665410" h="2985611">
                  <a:moveTo>
                    <a:pt x="0" y="2985611"/>
                  </a:moveTo>
                  <a:cubicBezTo>
                    <a:pt x="0" y="2985611"/>
                    <a:pt x="86773" y="2802827"/>
                    <a:pt x="166211" y="2699766"/>
                  </a:cubicBezTo>
                  <a:cubicBezTo>
                    <a:pt x="240983" y="2602706"/>
                    <a:pt x="309182" y="2500122"/>
                    <a:pt x="397002" y="2414969"/>
                  </a:cubicBezTo>
                  <a:cubicBezTo>
                    <a:pt x="465296" y="2348865"/>
                    <a:pt x="543592" y="2294477"/>
                    <a:pt x="620173" y="2237899"/>
                  </a:cubicBezTo>
                  <a:cubicBezTo>
                    <a:pt x="688277" y="2187607"/>
                    <a:pt x="755333" y="2135886"/>
                    <a:pt x="823341" y="2085499"/>
                  </a:cubicBezTo>
                  <a:cubicBezTo>
                    <a:pt x="908685" y="2022253"/>
                    <a:pt x="994791" y="1959197"/>
                    <a:pt x="1089565" y="1911477"/>
                  </a:cubicBezTo>
                  <a:cubicBezTo>
                    <a:pt x="1107662" y="1902428"/>
                    <a:pt x="1126141" y="1894141"/>
                    <a:pt x="1145000" y="1886807"/>
                  </a:cubicBezTo>
                  <a:cubicBezTo>
                    <a:pt x="1218819" y="1858232"/>
                    <a:pt x="1296924" y="1838611"/>
                    <a:pt x="1375791" y="1842135"/>
                  </a:cubicBezTo>
                  <a:cubicBezTo>
                    <a:pt x="1413129" y="1843754"/>
                    <a:pt x="1449896" y="1850422"/>
                    <a:pt x="1486567" y="1857566"/>
                  </a:cubicBezTo>
                  <a:cubicBezTo>
                    <a:pt x="1513618" y="1862804"/>
                    <a:pt x="1540859" y="1867376"/>
                    <a:pt x="1568101" y="1871377"/>
                  </a:cubicBezTo>
                  <a:cubicBezTo>
                    <a:pt x="1648778" y="1883188"/>
                    <a:pt x="1730978" y="1887665"/>
                    <a:pt x="1810607" y="1871377"/>
                  </a:cubicBezTo>
                  <a:cubicBezTo>
                    <a:pt x="1877854" y="1857661"/>
                    <a:pt x="1941100" y="1829086"/>
                    <a:pt x="1997964" y="1790605"/>
                  </a:cubicBezTo>
                  <a:cubicBezTo>
                    <a:pt x="2037302" y="1764030"/>
                    <a:pt x="2073497" y="1733264"/>
                    <a:pt x="2109883" y="1702784"/>
                  </a:cubicBezTo>
                  <a:cubicBezTo>
                    <a:pt x="2176367" y="1647063"/>
                    <a:pt x="2244852" y="1593151"/>
                    <a:pt x="2321433" y="1552384"/>
                  </a:cubicBezTo>
                  <a:cubicBezTo>
                    <a:pt x="2397157" y="1512094"/>
                    <a:pt x="2479548" y="1486281"/>
                    <a:pt x="2558891" y="1453420"/>
                  </a:cubicBezTo>
                  <a:cubicBezTo>
                    <a:pt x="2610898" y="1431798"/>
                    <a:pt x="2661571" y="1407033"/>
                    <a:pt x="2709767" y="1377887"/>
                  </a:cubicBezTo>
                  <a:cubicBezTo>
                    <a:pt x="2774252" y="1338929"/>
                    <a:pt x="2834069" y="1292447"/>
                    <a:pt x="2885408" y="1237393"/>
                  </a:cubicBezTo>
                  <a:cubicBezTo>
                    <a:pt x="2933605" y="1185767"/>
                    <a:pt x="2973324" y="1127093"/>
                    <a:pt x="3017711" y="1072229"/>
                  </a:cubicBezTo>
                  <a:cubicBezTo>
                    <a:pt x="3059811" y="1020223"/>
                    <a:pt x="3105912" y="971645"/>
                    <a:pt x="3150680" y="921830"/>
                  </a:cubicBezTo>
                  <a:cubicBezTo>
                    <a:pt x="3186113" y="882396"/>
                    <a:pt x="3220593" y="842010"/>
                    <a:pt x="3255169" y="801815"/>
                  </a:cubicBezTo>
                  <a:cubicBezTo>
                    <a:pt x="3284887" y="767239"/>
                    <a:pt x="3314605" y="732473"/>
                    <a:pt x="3339275" y="694182"/>
                  </a:cubicBezTo>
                  <a:cubicBezTo>
                    <a:pt x="3368707" y="648367"/>
                    <a:pt x="3390138" y="597980"/>
                    <a:pt x="3409188" y="546926"/>
                  </a:cubicBezTo>
                  <a:cubicBezTo>
                    <a:pt x="3433382" y="482156"/>
                    <a:pt x="3453384" y="415861"/>
                    <a:pt x="3464243" y="347663"/>
                  </a:cubicBezTo>
                  <a:cubicBezTo>
                    <a:pt x="3476244" y="272224"/>
                    <a:pt x="3661696" y="76295"/>
                    <a:pt x="3665411" y="0"/>
                  </a:cubicBezTo>
                </a:path>
              </a:pathLst>
            </a:custGeom>
            <a:noFill/>
            <a:ln w="9525" cap="rnd">
              <a:solidFill>
                <a:schemeClr val="accent2">
                  <a:alpha val="75000"/>
                </a:schemeClr>
              </a:solidFill>
              <a:prstDash val="lgDash"/>
              <a:round/>
            </a:ln>
          </p:spPr>
          <p:txBody>
            <a:bodyPr rtlCol="0" anchor="ctr"/>
            <a:lstStyle/>
            <a:p>
              <a:endParaRPr lang="en-US"/>
            </a:p>
          </p:txBody>
        </p:sp>
        <p:sp>
          <p:nvSpPr>
            <p:cNvPr id="3162" name="Freeform: Shape 3161">
              <a:extLst>
                <a:ext uri="{FF2B5EF4-FFF2-40B4-BE49-F238E27FC236}">
                  <a16:creationId xmlns:a16="http://schemas.microsoft.com/office/drawing/2014/main" id="{B9D0CC0F-710D-43F4-BC86-7637674201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90402" y="5229700"/>
              <a:ext cx="285940" cy="199072"/>
            </a:xfrm>
            <a:custGeom>
              <a:avLst/>
              <a:gdLst>
                <a:gd name="connsiteX0" fmla="*/ 0 w 285940"/>
                <a:gd name="connsiteY0" fmla="*/ 199073 h 199072"/>
                <a:gd name="connsiteX1" fmla="*/ 285940 w 285940"/>
                <a:gd name="connsiteY1" fmla="*/ 0 h 199072"/>
              </a:gdLst>
              <a:ahLst/>
              <a:cxnLst>
                <a:cxn ang="0">
                  <a:pos x="connsiteX0" y="connsiteY0"/>
                </a:cxn>
                <a:cxn ang="0">
                  <a:pos x="connsiteX1" y="connsiteY1"/>
                </a:cxn>
              </a:cxnLst>
              <a:rect l="l" t="t" r="r" b="b"/>
              <a:pathLst>
                <a:path w="285940" h="199072">
                  <a:moveTo>
                    <a:pt x="0" y="199073"/>
                  </a:moveTo>
                  <a:cubicBezTo>
                    <a:pt x="0" y="199073"/>
                    <a:pt x="242125" y="39243"/>
                    <a:pt x="285940" y="0"/>
                  </a:cubicBezTo>
                </a:path>
              </a:pathLst>
            </a:custGeom>
            <a:noFill/>
            <a:ln w="9525" cap="rnd">
              <a:solidFill>
                <a:schemeClr val="accent2">
                  <a:alpha val="75000"/>
                </a:schemeClr>
              </a:solidFill>
              <a:prstDash val="lgDash"/>
              <a:round/>
            </a:ln>
          </p:spPr>
          <p:txBody>
            <a:bodyPr rtlCol="0" anchor="ctr"/>
            <a:lstStyle/>
            <a:p>
              <a:endParaRPr lang="en-US"/>
            </a:p>
          </p:txBody>
        </p:sp>
        <p:sp>
          <p:nvSpPr>
            <p:cNvPr id="3163" name="Freeform: Shape 3162">
              <a:extLst>
                <a:ext uri="{FF2B5EF4-FFF2-40B4-BE49-F238E27FC236}">
                  <a16:creationId xmlns:a16="http://schemas.microsoft.com/office/drawing/2014/main" id="{6FB36AB6-CB81-495A-8A33-C0BCE67D6F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393114" y="5049773"/>
              <a:ext cx="655796" cy="381190"/>
            </a:xfrm>
            <a:custGeom>
              <a:avLst/>
              <a:gdLst>
                <a:gd name="connsiteX0" fmla="*/ 0 w 655796"/>
                <a:gd name="connsiteY0" fmla="*/ 381190 h 381190"/>
                <a:gd name="connsiteX1" fmla="*/ 655796 w 655796"/>
                <a:gd name="connsiteY1" fmla="*/ 0 h 381190"/>
              </a:gdLst>
              <a:ahLst/>
              <a:cxnLst>
                <a:cxn ang="0">
                  <a:pos x="connsiteX0" y="connsiteY0"/>
                </a:cxn>
                <a:cxn ang="0">
                  <a:pos x="connsiteX1" y="connsiteY1"/>
                </a:cxn>
              </a:cxnLst>
              <a:rect l="l" t="t" r="r" b="b"/>
              <a:pathLst>
                <a:path w="655796" h="381190">
                  <a:moveTo>
                    <a:pt x="0" y="381190"/>
                  </a:moveTo>
                  <a:cubicBezTo>
                    <a:pt x="0" y="381190"/>
                    <a:pt x="461105" y="172117"/>
                    <a:pt x="655796" y="0"/>
                  </a:cubicBezTo>
                </a:path>
              </a:pathLst>
            </a:custGeom>
            <a:noFill/>
            <a:ln w="9525" cap="rnd">
              <a:solidFill>
                <a:schemeClr val="accent2">
                  <a:alpha val="75000"/>
                </a:schemeClr>
              </a:solidFill>
              <a:prstDash val="lgDash"/>
              <a:round/>
            </a:ln>
          </p:spPr>
          <p:txBody>
            <a:bodyPr rtlCol="0" anchor="ctr"/>
            <a:lstStyle/>
            <a:p>
              <a:endParaRPr lang="en-US"/>
            </a:p>
          </p:txBody>
        </p:sp>
        <p:sp>
          <p:nvSpPr>
            <p:cNvPr id="3164" name="Freeform: Shape 3163">
              <a:extLst>
                <a:ext uri="{FF2B5EF4-FFF2-40B4-BE49-F238E27FC236}">
                  <a16:creationId xmlns:a16="http://schemas.microsoft.com/office/drawing/2014/main" id="{1993F7E6-ABF6-482D-BEA5-B4E607DDB4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154072" y="3867816"/>
              <a:ext cx="2907315" cy="1544764"/>
            </a:xfrm>
            <a:custGeom>
              <a:avLst/>
              <a:gdLst>
                <a:gd name="connsiteX0" fmla="*/ 0 w 2907315"/>
                <a:gd name="connsiteY0" fmla="*/ 1544764 h 1544764"/>
                <a:gd name="connsiteX1" fmla="*/ 201644 w 2907315"/>
                <a:gd name="connsiteY1" fmla="*/ 1352550 h 1544764"/>
                <a:gd name="connsiteX2" fmla="*/ 423196 w 2907315"/>
                <a:gd name="connsiteY2" fmla="*/ 1196054 h 1544764"/>
                <a:gd name="connsiteX3" fmla="*/ 782193 w 2907315"/>
                <a:gd name="connsiteY3" fmla="*/ 1099947 h 1544764"/>
                <a:gd name="connsiteX4" fmla="*/ 1052513 w 2907315"/>
                <a:gd name="connsiteY4" fmla="*/ 1042321 h 1544764"/>
                <a:gd name="connsiteX5" fmla="*/ 1311783 w 2907315"/>
                <a:gd name="connsiteY5" fmla="*/ 1056037 h 1544764"/>
                <a:gd name="connsiteX6" fmla="*/ 1484662 w 2907315"/>
                <a:gd name="connsiteY6" fmla="*/ 1083469 h 1544764"/>
                <a:gd name="connsiteX7" fmla="*/ 1788224 w 2907315"/>
                <a:gd name="connsiteY7" fmla="*/ 1023080 h 1544764"/>
                <a:gd name="connsiteX8" fmla="*/ 2269045 w 2907315"/>
                <a:gd name="connsiteY8" fmla="*/ 734758 h 1544764"/>
                <a:gd name="connsiteX9" fmla="*/ 2534984 w 2907315"/>
                <a:gd name="connsiteY9" fmla="*/ 572738 h 1544764"/>
                <a:gd name="connsiteX10" fmla="*/ 2907316 w 2907315"/>
                <a:gd name="connsiteY10" fmla="*/ 0 h 1544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907315" h="1544764">
                  <a:moveTo>
                    <a:pt x="0" y="1544764"/>
                  </a:moveTo>
                  <a:cubicBezTo>
                    <a:pt x="0" y="1544764"/>
                    <a:pt x="98012" y="1443990"/>
                    <a:pt x="201644" y="1352550"/>
                  </a:cubicBezTo>
                  <a:cubicBezTo>
                    <a:pt x="271272" y="1291209"/>
                    <a:pt x="343662" y="1234249"/>
                    <a:pt x="423196" y="1196054"/>
                  </a:cubicBezTo>
                  <a:cubicBezTo>
                    <a:pt x="537591" y="1141095"/>
                    <a:pt x="661226" y="1127189"/>
                    <a:pt x="782193" y="1099947"/>
                  </a:cubicBezTo>
                  <a:cubicBezTo>
                    <a:pt x="872300" y="1079659"/>
                    <a:pt x="961358" y="1051370"/>
                    <a:pt x="1052513" y="1042321"/>
                  </a:cubicBezTo>
                  <a:cubicBezTo>
                    <a:pt x="1139000" y="1033653"/>
                    <a:pt x="1225868" y="1040321"/>
                    <a:pt x="1311783" y="1056037"/>
                  </a:cubicBezTo>
                  <a:cubicBezTo>
                    <a:pt x="1369314" y="1066609"/>
                    <a:pt x="1426559" y="1079373"/>
                    <a:pt x="1484662" y="1083469"/>
                  </a:cubicBezTo>
                  <a:cubicBezTo>
                    <a:pt x="1587913" y="1090803"/>
                    <a:pt x="1690402" y="1064800"/>
                    <a:pt x="1788224" y="1023080"/>
                  </a:cubicBezTo>
                  <a:cubicBezTo>
                    <a:pt x="1956721" y="951262"/>
                    <a:pt x="2106549" y="825722"/>
                    <a:pt x="2269045" y="734758"/>
                  </a:cubicBezTo>
                  <a:cubicBezTo>
                    <a:pt x="2359438" y="684181"/>
                    <a:pt x="2452497" y="640556"/>
                    <a:pt x="2534984" y="572738"/>
                  </a:cubicBezTo>
                  <a:cubicBezTo>
                    <a:pt x="2673001" y="459391"/>
                    <a:pt x="2847023" y="191453"/>
                    <a:pt x="2907316" y="0"/>
                  </a:cubicBezTo>
                </a:path>
              </a:pathLst>
            </a:custGeom>
            <a:noFill/>
            <a:ln w="9525" cap="rnd">
              <a:solidFill>
                <a:schemeClr val="accent2">
                  <a:alpha val="75000"/>
                </a:schemeClr>
              </a:solidFill>
              <a:prstDash val="lgDash"/>
              <a:round/>
            </a:ln>
          </p:spPr>
          <p:txBody>
            <a:bodyPr rtlCol="0" anchor="ctr"/>
            <a:lstStyle/>
            <a:p>
              <a:endParaRPr lang="en-US"/>
            </a:p>
          </p:txBody>
        </p:sp>
        <p:sp>
          <p:nvSpPr>
            <p:cNvPr id="3165" name="Freeform: Shape 3164">
              <a:extLst>
                <a:ext uri="{FF2B5EF4-FFF2-40B4-BE49-F238E27FC236}">
                  <a16:creationId xmlns:a16="http://schemas.microsoft.com/office/drawing/2014/main" id="{DCA0B097-C21A-40B4-95E4-2FFA9697F8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07946" y="3479100"/>
              <a:ext cx="3168300" cy="1952434"/>
            </a:xfrm>
            <a:custGeom>
              <a:avLst/>
              <a:gdLst>
                <a:gd name="connsiteX0" fmla="*/ 0 w 3168300"/>
                <a:gd name="connsiteY0" fmla="*/ 1952435 h 1952434"/>
                <a:gd name="connsiteX1" fmla="*/ 202121 w 3168300"/>
                <a:gd name="connsiteY1" fmla="*/ 1687068 h 1952434"/>
                <a:gd name="connsiteX2" fmla="*/ 545116 w 3168300"/>
                <a:gd name="connsiteY2" fmla="*/ 1450277 h 1952434"/>
                <a:gd name="connsiteX3" fmla="*/ 906780 w 3168300"/>
                <a:gd name="connsiteY3" fmla="*/ 1354455 h 1952434"/>
                <a:gd name="connsiteX4" fmla="*/ 1332262 w 3168300"/>
                <a:gd name="connsiteY4" fmla="*/ 1285304 h 1952434"/>
                <a:gd name="connsiteX5" fmla="*/ 1691259 w 3168300"/>
                <a:gd name="connsiteY5" fmla="*/ 1240060 h 1952434"/>
                <a:gd name="connsiteX6" fmla="*/ 2010346 w 3168300"/>
                <a:gd name="connsiteY6" fmla="*/ 1141667 h 1952434"/>
                <a:gd name="connsiteX7" fmla="*/ 2393252 w 3168300"/>
                <a:gd name="connsiteY7" fmla="*/ 1027271 h 1952434"/>
                <a:gd name="connsiteX8" fmla="*/ 2582037 w 3168300"/>
                <a:gd name="connsiteY8" fmla="*/ 958120 h 1952434"/>
                <a:gd name="connsiteX9" fmla="*/ 2760155 w 3168300"/>
                <a:gd name="connsiteY9" fmla="*/ 827723 h 1952434"/>
                <a:gd name="connsiteX10" fmla="*/ 2914364 w 3168300"/>
                <a:gd name="connsiteY10" fmla="*/ 567023 h 1952434"/>
                <a:gd name="connsiteX11" fmla="*/ 3168301 w 3168300"/>
                <a:gd name="connsiteY11" fmla="*/ 0 h 1952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68300" h="1952434">
                  <a:moveTo>
                    <a:pt x="0" y="1952435"/>
                  </a:moveTo>
                  <a:cubicBezTo>
                    <a:pt x="0" y="1952435"/>
                    <a:pt x="91059" y="1796415"/>
                    <a:pt x="202121" y="1687068"/>
                  </a:cubicBezTo>
                  <a:cubicBezTo>
                    <a:pt x="301943" y="1588675"/>
                    <a:pt x="416528" y="1505617"/>
                    <a:pt x="545116" y="1450277"/>
                  </a:cubicBezTo>
                  <a:cubicBezTo>
                    <a:pt x="659987" y="1400747"/>
                    <a:pt x="783622" y="1377601"/>
                    <a:pt x="906780" y="1354455"/>
                  </a:cubicBezTo>
                  <a:cubicBezTo>
                    <a:pt x="1048036" y="1327976"/>
                    <a:pt x="1189482" y="1301972"/>
                    <a:pt x="1332262" y="1285304"/>
                  </a:cubicBezTo>
                  <a:cubicBezTo>
                    <a:pt x="1452182" y="1271302"/>
                    <a:pt x="1573340" y="1265873"/>
                    <a:pt x="1691259" y="1240060"/>
                  </a:cubicBezTo>
                  <a:cubicBezTo>
                    <a:pt x="1800035" y="1216247"/>
                    <a:pt x="1904619" y="1176718"/>
                    <a:pt x="2010346" y="1141667"/>
                  </a:cubicBezTo>
                  <a:cubicBezTo>
                    <a:pt x="2136743" y="1099661"/>
                    <a:pt x="2265902" y="1066229"/>
                    <a:pt x="2393252" y="1027271"/>
                  </a:cubicBezTo>
                  <a:cubicBezTo>
                    <a:pt x="2457450" y="1007650"/>
                    <a:pt x="2521744" y="987552"/>
                    <a:pt x="2582037" y="958120"/>
                  </a:cubicBezTo>
                  <a:cubicBezTo>
                    <a:pt x="2648807" y="925449"/>
                    <a:pt x="2710815" y="883349"/>
                    <a:pt x="2760155" y="827723"/>
                  </a:cubicBezTo>
                  <a:cubicBezTo>
                    <a:pt x="2827496" y="751904"/>
                    <a:pt x="2867978" y="657511"/>
                    <a:pt x="2914364" y="567023"/>
                  </a:cubicBezTo>
                  <a:cubicBezTo>
                    <a:pt x="2972753" y="453200"/>
                    <a:pt x="3119152" y="118015"/>
                    <a:pt x="3168301" y="0"/>
                  </a:cubicBezTo>
                </a:path>
              </a:pathLst>
            </a:custGeom>
            <a:noFill/>
            <a:ln w="9525" cap="rnd">
              <a:solidFill>
                <a:schemeClr val="accent2">
                  <a:alpha val="75000"/>
                </a:schemeClr>
              </a:solidFill>
              <a:prstDash val="lgDash"/>
              <a:round/>
            </a:ln>
          </p:spPr>
          <p:txBody>
            <a:bodyPr rtlCol="0" anchor="ctr"/>
            <a:lstStyle/>
            <a:p>
              <a:endParaRPr lang="en-US"/>
            </a:p>
          </p:txBody>
        </p:sp>
        <p:sp>
          <p:nvSpPr>
            <p:cNvPr id="3166" name="Freeform: Shape 3165">
              <a:extLst>
                <a:ext uri="{FF2B5EF4-FFF2-40B4-BE49-F238E27FC236}">
                  <a16:creationId xmlns:a16="http://schemas.microsoft.com/office/drawing/2014/main" id="{AB2AF0F5-7EAA-4BAB-8DE2-D84E124170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04778" y="2976752"/>
              <a:ext cx="3356800" cy="2452020"/>
            </a:xfrm>
            <a:custGeom>
              <a:avLst/>
              <a:gdLst>
                <a:gd name="connsiteX0" fmla="*/ 0 w 3356800"/>
                <a:gd name="connsiteY0" fmla="*/ 2452021 h 2452020"/>
                <a:gd name="connsiteX1" fmla="*/ 130874 w 3356800"/>
                <a:gd name="connsiteY1" fmla="*/ 2247710 h 2452020"/>
                <a:gd name="connsiteX2" fmla="*/ 437197 w 3356800"/>
                <a:gd name="connsiteY2" fmla="*/ 1941195 h 2452020"/>
                <a:gd name="connsiteX3" fmla="*/ 737140 w 3356800"/>
                <a:gd name="connsiteY3" fmla="*/ 1736884 h 2452020"/>
                <a:gd name="connsiteX4" fmla="*/ 1031843 w 3356800"/>
                <a:gd name="connsiteY4" fmla="*/ 1685068 h 2452020"/>
                <a:gd name="connsiteX5" fmla="*/ 1287304 w 3356800"/>
                <a:gd name="connsiteY5" fmla="*/ 1655826 h 2452020"/>
                <a:gd name="connsiteX6" fmla="*/ 1471994 w 3356800"/>
                <a:gd name="connsiteY6" fmla="*/ 1634300 h 2452020"/>
                <a:gd name="connsiteX7" fmla="*/ 1898237 w 3356800"/>
                <a:gd name="connsiteY7" fmla="*/ 1512665 h 2452020"/>
                <a:gd name="connsiteX8" fmla="*/ 2229136 w 3356800"/>
                <a:gd name="connsiteY8" fmla="*/ 1355598 h 2452020"/>
                <a:gd name="connsiteX9" fmla="*/ 2512314 w 3356800"/>
                <a:gd name="connsiteY9" fmla="*/ 1238631 h 2452020"/>
                <a:gd name="connsiteX10" fmla="*/ 2758535 w 3356800"/>
                <a:gd name="connsiteY10" fmla="*/ 1096994 h 2452020"/>
                <a:gd name="connsiteX11" fmla="*/ 2935510 w 3356800"/>
                <a:gd name="connsiteY11" fmla="*/ 919925 h 2452020"/>
                <a:gd name="connsiteX12" fmla="*/ 3081719 w 3356800"/>
                <a:gd name="connsiteY12" fmla="*/ 687419 h 2452020"/>
                <a:gd name="connsiteX13" fmla="*/ 3356800 w 3356800"/>
                <a:gd name="connsiteY13" fmla="*/ 0 h 245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56800" h="2452020">
                  <a:moveTo>
                    <a:pt x="0" y="2452021"/>
                  </a:moveTo>
                  <a:cubicBezTo>
                    <a:pt x="0" y="2452021"/>
                    <a:pt x="57150" y="2344198"/>
                    <a:pt x="130874" y="2247710"/>
                  </a:cubicBezTo>
                  <a:cubicBezTo>
                    <a:pt x="218694" y="2132648"/>
                    <a:pt x="328136" y="2036635"/>
                    <a:pt x="437197" y="1941195"/>
                  </a:cubicBezTo>
                  <a:cubicBezTo>
                    <a:pt x="529304" y="1860709"/>
                    <a:pt x="623030" y="1779556"/>
                    <a:pt x="737140" y="1736884"/>
                  </a:cubicBezTo>
                  <a:cubicBezTo>
                    <a:pt x="830866" y="1701736"/>
                    <a:pt x="932021" y="1695450"/>
                    <a:pt x="1031843" y="1685068"/>
                  </a:cubicBezTo>
                  <a:cubicBezTo>
                    <a:pt x="1117092" y="1676210"/>
                    <a:pt x="1202055" y="1665160"/>
                    <a:pt x="1287304" y="1655826"/>
                  </a:cubicBezTo>
                  <a:cubicBezTo>
                    <a:pt x="1348931" y="1649063"/>
                    <a:pt x="1410653" y="1643539"/>
                    <a:pt x="1471994" y="1634300"/>
                  </a:cubicBezTo>
                  <a:cubicBezTo>
                    <a:pt x="1618679" y="1612011"/>
                    <a:pt x="1761935" y="1571149"/>
                    <a:pt x="1898237" y="1512665"/>
                  </a:cubicBezTo>
                  <a:cubicBezTo>
                    <a:pt x="2010442" y="1464564"/>
                    <a:pt x="2117503" y="1405128"/>
                    <a:pt x="2229136" y="1355598"/>
                  </a:cubicBezTo>
                  <a:cubicBezTo>
                    <a:pt x="2322481" y="1314164"/>
                    <a:pt x="2418969" y="1280160"/>
                    <a:pt x="2512314" y="1238631"/>
                  </a:cubicBezTo>
                  <a:cubicBezTo>
                    <a:pt x="2599087" y="1199960"/>
                    <a:pt x="2683193" y="1154811"/>
                    <a:pt x="2758535" y="1096994"/>
                  </a:cubicBezTo>
                  <a:cubicBezTo>
                    <a:pt x="2825020" y="1046035"/>
                    <a:pt x="2883789" y="985837"/>
                    <a:pt x="2935510" y="919925"/>
                  </a:cubicBezTo>
                  <a:cubicBezTo>
                    <a:pt x="2992184" y="847725"/>
                    <a:pt x="3039904" y="769144"/>
                    <a:pt x="3081719" y="687419"/>
                  </a:cubicBezTo>
                  <a:cubicBezTo>
                    <a:pt x="3138297" y="576739"/>
                    <a:pt x="3314129" y="116776"/>
                    <a:pt x="3356800" y="0"/>
                  </a:cubicBezTo>
                </a:path>
              </a:pathLst>
            </a:custGeom>
            <a:noFill/>
            <a:ln w="9525" cap="rnd">
              <a:solidFill>
                <a:schemeClr val="accent2">
                  <a:alpha val="75000"/>
                </a:schemeClr>
              </a:solidFill>
              <a:prstDash val="lgDash"/>
              <a:round/>
            </a:ln>
          </p:spPr>
          <p:txBody>
            <a:bodyPr rtlCol="0" anchor="ctr"/>
            <a:lstStyle/>
            <a:p>
              <a:endParaRPr lang="en-US"/>
            </a:p>
          </p:txBody>
        </p:sp>
      </p:grpSp>
      <p:sp useBgFill="1">
        <p:nvSpPr>
          <p:cNvPr id="3168" name="Rectangle 3167">
            <a:extLst>
              <a:ext uri="{FF2B5EF4-FFF2-40B4-BE49-F238E27FC236}">
                <a16:creationId xmlns:a16="http://schemas.microsoft.com/office/drawing/2014/main" id="{F1174801-1395-44C5-9B00-CCAC45C056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65000"/>
                  <a:lumOff val="35000"/>
                </a:schemeClr>
              </a:solidFill>
              <a:latin typeface="AvenirNext LT Pro Medium" panose="020B0504020202020204" pitchFamily="34" charset="0"/>
            </a:endParaRPr>
          </a:p>
        </p:txBody>
      </p:sp>
      <p:sp>
        <p:nvSpPr>
          <p:cNvPr id="3170" name="Rectangle 3169">
            <a:extLst>
              <a:ext uri="{FF2B5EF4-FFF2-40B4-BE49-F238E27FC236}">
                <a16:creationId xmlns:a16="http://schemas.microsoft.com/office/drawing/2014/main" id="{996DFAFB-BCE1-4BEC-82FB-D574234DEF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65000"/>
                  <a:lumOff val="35000"/>
                </a:schemeClr>
              </a:solidFill>
              <a:latin typeface="AvenirNext LT Pro Medium" panose="020B0504020202020204" pitchFamily="34" charset="0"/>
            </a:endParaRPr>
          </a:p>
        </p:txBody>
      </p:sp>
      <p:grpSp>
        <p:nvGrpSpPr>
          <p:cNvPr id="3172" name="Bottom Right">
            <a:extLst>
              <a:ext uri="{FF2B5EF4-FFF2-40B4-BE49-F238E27FC236}">
                <a16:creationId xmlns:a16="http://schemas.microsoft.com/office/drawing/2014/main" id="{5656314A-7360-472A-85B1-0CC7D3C5C0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980400" y="3276601"/>
            <a:ext cx="4211600" cy="3581399"/>
            <a:chOff x="7980400" y="3276601"/>
            <a:chExt cx="4211600" cy="3581399"/>
          </a:xfrm>
        </p:grpSpPr>
        <p:sp>
          <p:nvSpPr>
            <p:cNvPr id="3173" name="Freeform: Shape 3172">
              <a:extLst>
                <a:ext uri="{FF2B5EF4-FFF2-40B4-BE49-F238E27FC236}">
                  <a16:creationId xmlns:a16="http://schemas.microsoft.com/office/drawing/2014/main" id="{63499FD5-DA9A-40DA-93B7-3903B0FB6A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439256" y="6178637"/>
              <a:ext cx="1482102" cy="67936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tx1">
                    <a:lumMod val="65000"/>
                    <a:lumOff val="35000"/>
                  </a:schemeClr>
                </a:solidFill>
                <a:latin typeface="AvenirNext LT Pro Medium" panose="020B0504020202020204" pitchFamily="34" charset="0"/>
              </a:endParaRPr>
            </a:p>
          </p:txBody>
        </p:sp>
        <p:grpSp>
          <p:nvGrpSpPr>
            <p:cNvPr id="3174" name="Graphic 157">
              <a:extLst>
                <a:ext uri="{FF2B5EF4-FFF2-40B4-BE49-F238E27FC236}">
                  <a16:creationId xmlns:a16="http://schemas.microsoft.com/office/drawing/2014/main" id="{0A52B7C2-CDEF-4E8C-BEC4-F83F5A7E37B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8662740" y="3276601"/>
              <a:ext cx="3529260" cy="3581398"/>
              <a:chOff x="4114800" y="1423987"/>
              <a:chExt cx="3961542" cy="4007547"/>
            </a:xfrm>
            <a:noFill/>
          </p:grpSpPr>
          <p:sp>
            <p:nvSpPr>
              <p:cNvPr id="3176" name="Freeform: Shape 3175">
                <a:extLst>
                  <a:ext uri="{FF2B5EF4-FFF2-40B4-BE49-F238E27FC236}">
                    <a16:creationId xmlns:a16="http://schemas.microsoft.com/office/drawing/2014/main" id="{DFEF0EC5-5A73-49D5-B41D-BE464CB2EC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14800" y="1423987"/>
                <a:ext cx="3946874" cy="3989641"/>
              </a:xfrm>
              <a:custGeom>
                <a:avLst/>
                <a:gdLst>
                  <a:gd name="connsiteX0" fmla="*/ 0 w 3946874"/>
                  <a:gd name="connsiteY0" fmla="*/ 3989641 h 3989641"/>
                  <a:gd name="connsiteX1" fmla="*/ 79439 w 3946874"/>
                  <a:gd name="connsiteY1" fmla="*/ 3891153 h 3989641"/>
                  <a:gd name="connsiteX2" fmla="*/ 297371 w 3946874"/>
                  <a:gd name="connsiteY2" fmla="*/ 3626930 h 3989641"/>
                  <a:gd name="connsiteX3" fmla="*/ 454343 w 3946874"/>
                  <a:gd name="connsiteY3" fmla="*/ 3440335 h 3989641"/>
                  <a:gd name="connsiteX4" fmla="*/ 622363 w 3946874"/>
                  <a:gd name="connsiteY4" fmla="*/ 3290697 h 3989641"/>
                  <a:gd name="connsiteX5" fmla="*/ 927068 w 3946874"/>
                  <a:gd name="connsiteY5" fmla="*/ 3087434 h 3989641"/>
                  <a:gd name="connsiteX6" fmla="*/ 1176338 w 3946874"/>
                  <a:gd name="connsiteY6" fmla="*/ 2915603 h 3989641"/>
                  <a:gd name="connsiteX7" fmla="*/ 1394270 w 3946874"/>
                  <a:gd name="connsiteY7" fmla="*/ 2780729 h 3989641"/>
                  <a:gd name="connsiteX8" fmla="*/ 1601057 w 3946874"/>
                  <a:gd name="connsiteY8" fmla="*/ 2723483 h 3989641"/>
                  <a:gd name="connsiteX9" fmla="*/ 1756220 w 3946874"/>
                  <a:gd name="connsiteY9" fmla="*/ 2743772 h 3989641"/>
                  <a:gd name="connsiteX10" fmla="*/ 1889189 w 3946874"/>
                  <a:gd name="connsiteY10" fmla="*/ 2765965 h 3989641"/>
                  <a:gd name="connsiteX11" fmla="*/ 2007394 w 3946874"/>
                  <a:gd name="connsiteY11" fmla="*/ 2765965 h 3989641"/>
                  <a:gd name="connsiteX12" fmla="*/ 2184654 w 3946874"/>
                  <a:gd name="connsiteY12" fmla="*/ 2671763 h 3989641"/>
                  <a:gd name="connsiteX13" fmla="*/ 2372773 w 3946874"/>
                  <a:gd name="connsiteY13" fmla="*/ 2538984 h 3989641"/>
                  <a:gd name="connsiteX14" fmla="*/ 2439543 w 3946874"/>
                  <a:gd name="connsiteY14" fmla="*/ 2510504 h 3989641"/>
                  <a:gd name="connsiteX15" fmla="*/ 2650617 w 3946874"/>
                  <a:gd name="connsiteY15" fmla="*/ 2434781 h 3989641"/>
                  <a:gd name="connsiteX16" fmla="*/ 2785110 w 3946874"/>
                  <a:gd name="connsiteY16" fmla="*/ 2383060 h 3989641"/>
                  <a:gd name="connsiteX17" fmla="*/ 2897315 w 3946874"/>
                  <a:gd name="connsiteY17" fmla="*/ 2318861 h 3989641"/>
                  <a:gd name="connsiteX18" fmla="*/ 2997994 w 3946874"/>
                  <a:gd name="connsiteY18" fmla="*/ 2226183 h 3989641"/>
                  <a:gd name="connsiteX19" fmla="*/ 3061240 w 3946874"/>
                  <a:gd name="connsiteY19" fmla="*/ 2141506 h 3989641"/>
                  <a:gd name="connsiteX20" fmla="*/ 3152108 w 3946874"/>
                  <a:gd name="connsiteY20" fmla="*/ 2005203 h 3989641"/>
                  <a:gd name="connsiteX21" fmla="*/ 3274124 w 3946874"/>
                  <a:gd name="connsiteY21" fmla="*/ 1871567 h 3989641"/>
                  <a:gd name="connsiteX22" fmla="*/ 3388138 w 3946874"/>
                  <a:gd name="connsiteY22" fmla="*/ 1770888 h 3989641"/>
                  <a:gd name="connsiteX23" fmla="*/ 3466529 w 3946874"/>
                  <a:gd name="connsiteY23" fmla="*/ 1679162 h 3989641"/>
                  <a:gd name="connsiteX24" fmla="*/ 3538633 w 3946874"/>
                  <a:gd name="connsiteY24" fmla="*/ 1551718 h 3989641"/>
                  <a:gd name="connsiteX25" fmla="*/ 3588544 w 3946874"/>
                  <a:gd name="connsiteY25" fmla="*/ 1376172 h 3989641"/>
                  <a:gd name="connsiteX26" fmla="*/ 3597402 w 3946874"/>
                  <a:gd name="connsiteY26" fmla="*/ 1293305 h 3989641"/>
                  <a:gd name="connsiteX27" fmla="*/ 3721227 w 3946874"/>
                  <a:gd name="connsiteY27" fmla="*/ 880491 h 3989641"/>
                  <a:gd name="connsiteX28" fmla="*/ 3761137 w 3946874"/>
                  <a:gd name="connsiteY28" fmla="*/ 463677 h 3989641"/>
                  <a:gd name="connsiteX29" fmla="*/ 3946874 w 3946874"/>
                  <a:gd name="connsiteY29" fmla="*/ 0 h 3989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3946874" h="3989641">
                    <a:moveTo>
                      <a:pt x="0" y="3989641"/>
                    </a:moveTo>
                    <a:cubicBezTo>
                      <a:pt x="19050" y="3957257"/>
                      <a:pt x="50959" y="3916013"/>
                      <a:pt x="79439" y="3891153"/>
                    </a:cubicBezTo>
                    <a:cubicBezTo>
                      <a:pt x="165544" y="3815906"/>
                      <a:pt x="227933" y="3717989"/>
                      <a:pt x="297371" y="3626930"/>
                    </a:cubicBezTo>
                    <a:cubicBezTo>
                      <a:pt x="346615" y="3562255"/>
                      <a:pt x="398050" y="3499009"/>
                      <a:pt x="454343" y="3440335"/>
                    </a:cubicBezTo>
                    <a:cubicBezTo>
                      <a:pt x="506349" y="3386042"/>
                      <a:pt x="562642" y="3336227"/>
                      <a:pt x="622363" y="3290697"/>
                    </a:cubicBezTo>
                    <a:cubicBezTo>
                      <a:pt x="719519" y="3216688"/>
                      <a:pt x="824960" y="3154585"/>
                      <a:pt x="927068" y="3087434"/>
                    </a:cubicBezTo>
                    <a:cubicBezTo>
                      <a:pt x="1011365" y="3031998"/>
                      <a:pt x="1093565" y="2973324"/>
                      <a:pt x="1176338" y="2915603"/>
                    </a:cubicBezTo>
                    <a:cubicBezTo>
                      <a:pt x="1246537" y="2866644"/>
                      <a:pt x="1317308" y="2818066"/>
                      <a:pt x="1394270" y="2780729"/>
                    </a:cubicBezTo>
                    <a:cubicBezTo>
                      <a:pt x="1459421" y="2749106"/>
                      <a:pt x="1528763" y="2724436"/>
                      <a:pt x="1601057" y="2723483"/>
                    </a:cubicBezTo>
                    <a:cubicBezTo>
                      <a:pt x="1653350" y="2722721"/>
                      <a:pt x="1704785" y="2733485"/>
                      <a:pt x="1756220" y="2743772"/>
                    </a:cubicBezTo>
                    <a:cubicBezTo>
                      <a:pt x="1800320" y="2752630"/>
                      <a:pt x="1844612" y="2760250"/>
                      <a:pt x="1889189" y="2765965"/>
                    </a:cubicBezTo>
                    <a:cubicBezTo>
                      <a:pt x="1928622" y="2771013"/>
                      <a:pt x="1968437" y="2773299"/>
                      <a:pt x="2007394" y="2765965"/>
                    </a:cubicBezTo>
                    <a:cubicBezTo>
                      <a:pt x="2073878" y="2753487"/>
                      <a:pt x="2130647" y="2712911"/>
                      <a:pt x="2184654" y="2671763"/>
                    </a:cubicBezTo>
                    <a:cubicBezTo>
                      <a:pt x="2245900" y="2625090"/>
                      <a:pt x="2304002" y="2573465"/>
                      <a:pt x="2372773" y="2538984"/>
                    </a:cubicBezTo>
                    <a:cubicBezTo>
                      <a:pt x="2394395" y="2528126"/>
                      <a:pt x="2416874" y="2518982"/>
                      <a:pt x="2439543" y="2510504"/>
                    </a:cubicBezTo>
                    <a:cubicBezTo>
                      <a:pt x="2509552" y="2484215"/>
                      <a:pt x="2580037" y="2459450"/>
                      <a:pt x="2650617" y="2434781"/>
                    </a:cubicBezTo>
                    <a:cubicBezTo>
                      <a:pt x="2695956" y="2418874"/>
                      <a:pt x="2741295" y="2402872"/>
                      <a:pt x="2785110" y="2383060"/>
                    </a:cubicBezTo>
                    <a:cubicBezTo>
                      <a:pt x="2824448" y="2365248"/>
                      <a:pt x="2862358" y="2344198"/>
                      <a:pt x="2897315" y="2318861"/>
                    </a:cubicBezTo>
                    <a:cubicBezTo>
                      <a:pt x="2934367" y="2292096"/>
                      <a:pt x="2968085" y="2260854"/>
                      <a:pt x="2997994" y="2226183"/>
                    </a:cubicBezTo>
                    <a:cubicBezTo>
                      <a:pt x="3020949" y="2199513"/>
                      <a:pt x="3041714" y="2170938"/>
                      <a:pt x="3061240" y="2141506"/>
                    </a:cubicBezTo>
                    <a:cubicBezTo>
                      <a:pt x="3091529" y="2095976"/>
                      <a:pt x="3119533" y="2049018"/>
                      <a:pt x="3152108" y="2005203"/>
                    </a:cubicBezTo>
                    <a:cubicBezTo>
                      <a:pt x="3188113" y="1956626"/>
                      <a:pt x="3229261" y="1912144"/>
                      <a:pt x="3274124" y="1871567"/>
                    </a:cubicBezTo>
                    <a:cubicBezTo>
                      <a:pt x="3311747" y="1837563"/>
                      <a:pt x="3351848" y="1806321"/>
                      <a:pt x="3388138" y="1770888"/>
                    </a:cubicBezTo>
                    <a:cubicBezTo>
                      <a:pt x="3416999" y="1742694"/>
                      <a:pt x="3443002" y="1711833"/>
                      <a:pt x="3466529" y="1679162"/>
                    </a:cubicBezTo>
                    <a:cubicBezTo>
                      <a:pt x="3495008" y="1639348"/>
                      <a:pt x="3519392" y="1596771"/>
                      <a:pt x="3538633" y="1551718"/>
                    </a:cubicBezTo>
                    <a:cubicBezTo>
                      <a:pt x="3562731" y="1495616"/>
                      <a:pt x="3578924" y="1436465"/>
                      <a:pt x="3588544" y="1376172"/>
                    </a:cubicBezTo>
                    <a:cubicBezTo>
                      <a:pt x="3592925" y="1348740"/>
                      <a:pt x="3595688" y="1321022"/>
                      <a:pt x="3597402" y="1293305"/>
                    </a:cubicBezTo>
                    <a:cubicBezTo>
                      <a:pt x="3605974" y="1155859"/>
                      <a:pt x="3717703" y="1018127"/>
                      <a:pt x="3721227" y="880491"/>
                    </a:cubicBezTo>
                    <a:cubicBezTo>
                      <a:pt x="3724751" y="740855"/>
                      <a:pt x="3743135" y="602171"/>
                      <a:pt x="3761137" y="463677"/>
                    </a:cubicBezTo>
                    <a:cubicBezTo>
                      <a:pt x="3776186" y="347758"/>
                      <a:pt x="3934968" y="116205"/>
                      <a:pt x="3946874" y="0"/>
                    </a:cubicBezTo>
                  </a:path>
                </a:pathLst>
              </a:custGeom>
              <a:noFill/>
              <a:ln w="9525" cap="rnd">
                <a:solidFill>
                  <a:schemeClr val="accent2">
                    <a:alpha val="35000"/>
                  </a:schemeClr>
                </a:solidFill>
                <a:prstDash val="lgDash"/>
                <a:round/>
              </a:ln>
            </p:spPr>
            <p:txBody>
              <a:bodyPr rtlCol="0" anchor="ctr"/>
              <a:lstStyle/>
              <a:p>
                <a:endParaRPr lang="en-US"/>
              </a:p>
            </p:txBody>
          </p:sp>
          <p:sp>
            <p:nvSpPr>
              <p:cNvPr id="3177" name="Freeform: Shape 3176">
                <a:extLst>
                  <a:ext uri="{FF2B5EF4-FFF2-40B4-BE49-F238E27FC236}">
                    <a16:creationId xmlns:a16="http://schemas.microsoft.com/office/drawing/2014/main" id="{3A78AC46-8358-46F7-8053-BDB805B2A60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95978" y="2441733"/>
                <a:ext cx="3665410" cy="2985611"/>
              </a:xfrm>
              <a:custGeom>
                <a:avLst/>
                <a:gdLst>
                  <a:gd name="connsiteX0" fmla="*/ 0 w 3665410"/>
                  <a:gd name="connsiteY0" fmla="*/ 2985611 h 2985611"/>
                  <a:gd name="connsiteX1" fmla="*/ 166211 w 3665410"/>
                  <a:gd name="connsiteY1" fmla="*/ 2699766 h 2985611"/>
                  <a:gd name="connsiteX2" fmla="*/ 397002 w 3665410"/>
                  <a:gd name="connsiteY2" fmla="*/ 2414969 h 2985611"/>
                  <a:gd name="connsiteX3" fmla="*/ 620173 w 3665410"/>
                  <a:gd name="connsiteY3" fmla="*/ 2237899 h 2985611"/>
                  <a:gd name="connsiteX4" fmla="*/ 823341 w 3665410"/>
                  <a:gd name="connsiteY4" fmla="*/ 2085499 h 2985611"/>
                  <a:gd name="connsiteX5" fmla="*/ 1089565 w 3665410"/>
                  <a:gd name="connsiteY5" fmla="*/ 1911477 h 2985611"/>
                  <a:gd name="connsiteX6" fmla="*/ 1145000 w 3665410"/>
                  <a:gd name="connsiteY6" fmla="*/ 1886807 h 2985611"/>
                  <a:gd name="connsiteX7" fmla="*/ 1375791 w 3665410"/>
                  <a:gd name="connsiteY7" fmla="*/ 1842135 h 2985611"/>
                  <a:gd name="connsiteX8" fmla="*/ 1486567 w 3665410"/>
                  <a:gd name="connsiteY8" fmla="*/ 1857566 h 2985611"/>
                  <a:gd name="connsiteX9" fmla="*/ 1568101 w 3665410"/>
                  <a:gd name="connsiteY9" fmla="*/ 1871377 h 2985611"/>
                  <a:gd name="connsiteX10" fmla="*/ 1810607 w 3665410"/>
                  <a:gd name="connsiteY10" fmla="*/ 1871377 h 2985611"/>
                  <a:gd name="connsiteX11" fmla="*/ 1997964 w 3665410"/>
                  <a:gd name="connsiteY11" fmla="*/ 1790605 h 2985611"/>
                  <a:gd name="connsiteX12" fmla="*/ 2109883 w 3665410"/>
                  <a:gd name="connsiteY12" fmla="*/ 1702784 h 2985611"/>
                  <a:gd name="connsiteX13" fmla="*/ 2321433 w 3665410"/>
                  <a:gd name="connsiteY13" fmla="*/ 1552384 h 2985611"/>
                  <a:gd name="connsiteX14" fmla="*/ 2558891 w 3665410"/>
                  <a:gd name="connsiteY14" fmla="*/ 1453420 h 2985611"/>
                  <a:gd name="connsiteX15" fmla="*/ 2709767 w 3665410"/>
                  <a:gd name="connsiteY15" fmla="*/ 1377887 h 2985611"/>
                  <a:gd name="connsiteX16" fmla="*/ 2885408 w 3665410"/>
                  <a:gd name="connsiteY16" fmla="*/ 1237393 h 2985611"/>
                  <a:gd name="connsiteX17" fmla="*/ 3017711 w 3665410"/>
                  <a:gd name="connsiteY17" fmla="*/ 1072229 h 2985611"/>
                  <a:gd name="connsiteX18" fmla="*/ 3150680 w 3665410"/>
                  <a:gd name="connsiteY18" fmla="*/ 921830 h 2985611"/>
                  <a:gd name="connsiteX19" fmla="*/ 3255169 w 3665410"/>
                  <a:gd name="connsiteY19" fmla="*/ 801815 h 2985611"/>
                  <a:gd name="connsiteX20" fmla="*/ 3339275 w 3665410"/>
                  <a:gd name="connsiteY20" fmla="*/ 694182 h 2985611"/>
                  <a:gd name="connsiteX21" fmla="*/ 3409188 w 3665410"/>
                  <a:gd name="connsiteY21" fmla="*/ 546926 h 2985611"/>
                  <a:gd name="connsiteX22" fmla="*/ 3464243 w 3665410"/>
                  <a:gd name="connsiteY22" fmla="*/ 347663 h 2985611"/>
                  <a:gd name="connsiteX23" fmla="*/ 3665411 w 3665410"/>
                  <a:gd name="connsiteY23" fmla="*/ 0 h 2985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665410" h="2985611">
                    <a:moveTo>
                      <a:pt x="0" y="2985611"/>
                    </a:moveTo>
                    <a:cubicBezTo>
                      <a:pt x="0" y="2985611"/>
                      <a:pt x="86773" y="2802827"/>
                      <a:pt x="166211" y="2699766"/>
                    </a:cubicBezTo>
                    <a:cubicBezTo>
                      <a:pt x="240983" y="2602706"/>
                      <a:pt x="309182" y="2500122"/>
                      <a:pt x="397002" y="2414969"/>
                    </a:cubicBezTo>
                    <a:cubicBezTo>
                      <a:pt x="465296" y="2348865"/>
                      <a:pt x="543592" y="2294477"/>
                      <a:pt x="620173" y="2237899"/>
                    </a:cubicBezTo>
                    <a:cubicBezTo>
                      <a:pt x="688277" y="2187607"/>
                      <a:pt x="755333" y="2135886"/>
                      <a:pt x="823341" y="2085499"/>
                    </a:cubicBezTo>
                    <a:cubicBezTo>
                      <a:pt x="908685" y="2022253"/>
                      <a:pt x="994791" y="1959197"/>
                      <a:pt x="1089565" y="1911477"/>
                    </a:cubicBezTo>
                    <a:cubicBezTo>
                      <a:pt x="1107662" y="1902428"/>
                      <a:pt x="1126141" y="1894141"/>
                      <a:pt x="1145000" y="1886807"/>
                    </a:cubicBezTo>
                    <a:cubicBezTo>
                      <a:pt x="1218819" y="1858232"/>
                      <a:pt x="1296924" y="1838611"/>
                      <a:pt x="1375791" y="1842135"/>
                    </a:cubicBezTo>
                    <a:cubicBezTo>
                      <a:pt x="1413129" y="1843754"/>
                      <a:pt x="1449896" y="1850422"/>
                      <a:pt x="1486567" y="1857566"/>
                    </a:cubicBezTo>
                    <a:cubicBezTo>
                      <a:pt x="1513618" y="1862804"/>
                      <a:pt x="1540859" y="1867376"/>
                      <a:pt x="1568101" y="1871377"/>
                    </a:cubicBezTo>
                    <a:cubicBezTo>
                      <a:pt x="1648778" y="1883188"/>
                      <a:pt x="1730978" y="1887665"/>
                      <a:pt x="1810607" y="1871377"/>
                    </a:cubicBezTo>
                    <a:cubicBezTo>
                      <a:pt x="1877854" y="1857661"/>
                      <a:pt x="1941100" y="1829086"/>
                      <a:pt x="1997964" y="1790605"/>
                    </a:cubicBezTo>
                    <a:cubicBezTo>
                      <a:pt x="2037302" y="1764030"/>
                      <a:pt x="2073497" y="1733264"/>
                      <a:pt x="2109883" y="1702784"/>
                    </a:cubicBezTo>
                    <a:cubicBezTo>
                      <a:pt x="2176367" y="1647063"/>
                      <a:pt x="2244852" y="1593151"/>
                      <a:pt x="2321433" y="1552384"/>
                    </a:cubicBezTo>
                    <a:cubicBezTo>
                      <a:pt x="2397157" y="1512094"/>
                      <a:pt x="2479548" y="1486281"/>
                      <a:pt x="2558891" y="1453420"/>
                    </a:cubicBezTo>
                    <a:cubicBezTo>
                      <a:pt x="2610898" y="1431798"/>
                      <a:pt x="2661571" y="1407033"/>
                      <a:pt x="2709767" y="1377887"/>
                    </a:cubicBezTo>
                    <a:cubicBezTo>
                      <a:pt x="2774252" y="1338929"/>
                      <a:pt x="2834069" y="1292447"/>
                      <a:pt x="2885408" y="1237393"/>
                    </a:cubicBezTo>
                    <a:cubicBezTo>
                      <a:pt x="2933605" y="1185767"/>
                      <a:pt x="2973324" y="1127093"/>
                      <a:pt x="3017711" y="1072229"/>
                    </a:cubicBezTo>
                    <a:cubicBezTo>
                      <a:pt x="3059811" y="1020223"/>
                      <a:pt x="3105912" y="971645"/>
                      <a:pt x="3150680" y="921830"/>
                    </a:cubicBezTo>
                    <a:cubicBezTo>
                      <a:pt x="3186113" y="882396"/>
                      <a:pt x="3220593" y="842010"/>
                      <a:pt x="3255169" y="801815"/>
                    </a:cubicBezTo>
                    <a:cubicBezTo>
                      <a:pt x="3284887" y="767239"/>
                      <a:pt x="3314605" y="732473"/>
                      <a:pt x="3339275" y="694182"/>
                    </a:cubicBezTo>
                    <a:cubicBezTo>
                      <a:pt x="3368707" y="648367"/>
                      <a:pt x="3390138" y="597980"/>
                      <a:pt x="3409188" y="546926"/>
                    </a:cubicBezTo>
                    <a:cubicBezTo>
                      <a:pt x="3433382" y="482156"/>
                      <a:pt x="3453384" y="415861"/>
                      <a:pt x="3464243" y="347663"/>
                    </a:cubicBezTo>
                    <a:cubicBezTo>
                      <a:pt x="3476244" y="272224"/>
                      <a:pt x="3661696" y="76295"/>
                      <a:pt x="3665411" y="0"/>
                    </a:cubicBezTo>
                  </a:path>
                </a:pathLst>
              </a:custGeom>
              <a:noFill/>
              <a:ln w="9525" cap="rnd">
                <a:solidFill>
                  <a:schemeClr val="accent2">
                    <a:alpha val="35000"/>
                  </a:schemeClr>
                </a:solidFill>
                <a:prstDash val="lgDash"/>
                <a:round/>
              </a:ln>
            </p:spPr>
            <p:txBody>
              <a:bodyPr rtlCol="0" anchor="ctr"/>
              <a:lstStyle/>
              <a:p>
                <a:endParaRPr lang="en-US"/>
              </a:p>
            </p:txBody>
          </p:sp>
          <p:sp>
            <p:nvSpPr>
              <p:cNvPr id="3178" name="Freeform: Shape 3177">
                <a:extLst>
                  <a:ext uri="{FF2B5EF4-FFF2-40B4-BE49-F238E27FC236}">
                    <a16:creationId xmlns:a16="http://schemas.microsoft.com/office/drawing/2014/main" id="{3D9EBE72-EB96-46AF-9479-A0B4E2F5060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90402" y="5229700"/>
                <a:ext cx="285940" cy="199072"/>
              </a:xfrm>
              <a:custGeom>
                <a:avLst/>
                <a:gdLst>
                  <a:gd name="connsiteX0" fmla="*/ 0 w 285940"/>
                  <a:gd name="connsiteY0" fmla="*/ 199073 h 199072"/>
                  <a:gd name="connsiteX1" fmla="*/ 285940 w 285940"/>
                  <a:gd name="connsiteY1" fmla="*/ 0 h 199072"/>
                </a:gdLst>
                <a:ahLst/>
                <a:cxnLst>
                  <a:cxn ang="0">
                    <a:pos x="connsiteX0" y="connsiteY0"/>
                  </a:cxn>
                  <a:cxn ang="0">
                    <a:pos x="connsiteX1" y="connsiteY1"/>
                  </a:cxn>
                </a:cxnLst>
                <a:rect l="l" t="t" r="r" b="b"/>
                <a:pathLst>
                  <a:path w="285940" h="199072">
                    <a:moveTo>
                      <a:pt x="0" y="199073"/>
                    </a:moveTo>
                    <a:cubicBezTo>
                      <a:pt x="0" y="199073"/>
                      <a:pt x="242125" y="39243"/>
                      <a:pt x="285940" y="0"/>
                    </a:cubicBezTo>
                  </a:path>
                </a:pathLst>
              </a:custGeom>
              <a:noFill/>
              <a:ln w="9525" cap="rnd">
                <a:solidFill>
                  <a:schemeClr val="accent2">
                    <a:alpha val="35000"/>
                  </a:schemeClr>
                </a:solidFill>
                <a:prstDash val="lgDash"/>
                <a:round/>
              </a:ln>
            </p:spPr>
            <p:txBody>
              <a:bodyPr rtlCol="0" anchor="ctr"/>
              <a:lstStyle/>
              <a:p>
                <a:endParaRPr lang="en-US"/>
              </a:p>
            </p:txBody>
          </p:sp>
          <p:sp>
            <p:nvSpPr>
              <p:cNvPr id="3179" name="Freeform: Shape 3178">
                <a:extLst>
                  <a:ext uri="{FF2B5EF4-FFF2-40B4-BE49-F238E27FC236}">
                    <a16:creationId xmlns:a16="http://schemas.microsoft.com/office/drawing/2014/main" id="{E778FF3A-B709-48E2-977C-350725CE9D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393114" y="5049773"/>
                <a:ext cx="655796" cy="381190"/>
              </a:xfrm>
              <a:custGeom>
                <a:avLst/>
                <a:gdLst>
                  <a:gd name="connsiteX0" fmla="*/ 0 w 655796"/>
                  <a:gd name="connsiteY0" fmla="*/ 381190 h 381190"/>
                  <a:gd name="connsiteX1" fmla="*/ 655796 w 655796"/>
                  <a:gd name="connsiteY1" fmla="*/ 0 h 381190"/>
                </a:gdLst>
                <a:ahLst/>
                <a:cxnLst>
                  <a:cxn ang="0">
                    <a:pos x="connsiteX0" y="connsiteY0"/>
                  </a:cxn>
                  <a:cxn ang="0">
                    <a:pos x="connsiteX1" y="connsiteY1"/>
                  </a:cxn>
                </a:cxnLst>
                <a:rect l="l" t="t" r="r" b="b"/>
                <a:pathLst>
                  <a:path w="655796" h="381190">
                    <a:moveTo>
                      <a:pt x="0" y="381190"/>
                    </a:moveTo>
                    <a:cubicBezTo>
                      <a:pt x="0" y="381190"/>
                      <a:pt x="461105" y="172117"/>
                      <a:pt x="655796" y="0"/>
                    </a:cubicBezTo>
                  </a:path>
                </a:pathLst>
              </a:custGeom>
              <a:noFill/>
              <a:ln w="9525" cap="rnd">
                <a:solidFill>
                  <a:schemeClr val="accent2">
                    <a:alpha val="35000"/>
                  </a:schemeClr>
                </a:solidFill>
                <a:prstDash val="lgDash"/>
                <a:round/>
              </a:ln>
            </p:spPr>
            <p:txBody>
              <a:bodyPr rtlCol="0" anchor="ctr"/>
              <a:lstStyle/>
              <a:p>
                <a:endParaRPr lang="en-US"/>
              </a:p>
            </p:txBody>
          </p:sp>
          <p:sp>
            <p:nvSpPr>
              <p:cNvPr id="3180" name="Freeform: Shape 3179">
                <a:extLst>
                  <a:ext uri="{FF2B5EF4-FFF2-40B4-BE49-F238E27FC236}">
                    <a16:creationId xmlns:a16="http://schemas.microsoft.com/office/drawing/2014/main" id="{75CEE22A-EC37-49DA-AFBD-BC5C076958D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154072" y="3867816"/>
                <a:ext cx="2907315" cy="1544764"/>
              </a:xfrm>
              <a:custGeom>
                <a:avLst/>
                <a:gdLst>
                  <a:gd name="connsiteX0" fmla="*/ 0 w 2907315"/>
                  <a:gd name="connsiteY0" fmla="*/ 1544764 h 1544764"/>
                  <a:gd name="connsiteX1" fmla="*/ 201644 w 2907315"/>
                  <a:gd name="connsiteY1" fmla="*/ 1352550 h 1544764"/>
                  <a:gd name="connsiteX2" fmla="*/ 423196 w 2907315"/>
                  <a:gd name="connsiteY2" fmla="*/ 1196054 h 1544764"/>
                  <a:gd name="connsiteX3" fmla="*/ 782193 w 2907315"/>
                  <a:gd name="connsiteY3" fmla="*/ 1099947 h 1544764"/>
                  <a:gd name="connsiteX4" fmla="*/ 1052513 w 2907315"/>
                  <a:gd name="connsiteY4" fmla="*/ 1042321 h 1544764"/>
                  <a:gd name="connsiteX5" fmla="*/ 1311783 w 2907315"/>
                  <a:gd name="connsiteY5" fmla="*/ 1056037 h 1544764"/>
                  <a:gd name="connsiteX6" fmla="*/ 1484662 w 2907315"/>
                  <a:gd name="connsiteY6" fmla="*/ 1083469 h 1544764"/>
                  <a:gd name="connsiteX7" fmla="*/ 1788224 w 2907315"/>
                  <a:gd name="connsiteY7" fmla="*/ 1023080 h 1544764"/>
                  <a:gd name="connsiteX8" fmla="*/ 2269045 w 2907315"/>
                  <a:gd name="connsiteY8" fmla="*/ 734758 h 1544764"/>
                  <a:gd name="connsiteX9" fmla="*/ 2534984 w 2907315"/>
                  <a:gd name="connsiteY9" fmla="*/ 572738 h 1544764"/>
                  <a:gd name="connsiteX10" fmla="*/ 2907316 w 2907315"/>
                  <a:gd name="connsiteY10" fmla="*/ 0 h 1544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907315" h="1544764">
                    <a:moveTo>
                      <a:pt x="0" y="1544764"/>
                    </a:moveTo>
                    <a:cubicBezTo>
                      <a:pt x="0" y="1544764"/>
                      <a:pt x="98012" y="1443990"/>
                      <a:pt x="201644" y="1352550"/>
                    </a:cubicBezTo>
                    <a:cubicBezTo>
                      <a:pt x="271272" y="1291209"/>
                      <a:pt x="343662" y="1234249"/>
                      <a:pt x="423196" y="1196054"/>
                    </a:cubicBezTo>
                    <a:cubicBezTo>
                      <a:pt x="537591" y="1141095"/>
                      <a:pt x="661226" y="1127189"/>
                      <a:pt x="782193" y="1099947"/>
                    </a:cubicBezTo>
                    <a:cubicBezTo>
                      <a:pt x="872300" y="1079659"/>
                      <a:pt x="961358" y="1051370"/>
                      <a:pt x="1052513" y="1042321"/>
                    </a:cubicBezTo>
                    <a:cubicBezTo>
                      <a:pt x="1139000" y="1033653"/>
                      <a:pt x="1225868" y="1040321"/>
                      <a:pt x="1311783" y="1056037"/>
                    </a:cubicBezTo>
                    <a:cubicBezTo>
                      <a:pt x="1369314" y="1066609"/>
                      <a:pt x="1426559" y="1079373"/>
                      <a:pt x="1484662" y="1083469"/>
                    </a:cubicBezTo>
                    <a:cubicBezTo>
                      <a:pt x="1587913" y="1090803"/>
                      <a:pt x="1690402" y="1064800"/>
                      <a:pt x="1788224" y="1023080"/>
                    </a:cubicBezTo>
                    <a:cubicBezTo>
                      <a:pt x="1956721" y="951262"/>
                      <a:pt x="2106549" y="825722"/>
                      <a:pt x="2269045" y="734758"/>
                    </a:cubicBezTo>
                    <a:cubicBezTo>
                      <a:pt x="2359438" y="684181"/>
                      <a:pt x="2452497" y="640556"/>
                      <a:pt x="2534984" y="572738"/>
                    </a:cubicBezTo>
                    <a:cubicBezTo>
                      <a:pt x="2673001" y="459391"/>
                      <a:pt x="2847023" y="191453"/>
                      <a:pt x="2907316" y="0"/>
                    </a:cubicBezTo>
                  </a:path>
                </a:pathLst>
              </a:custGeom>
              <a:noFill/>
              <a:ln w="9525" cap="rnd">
                <a:solidFill>
                  <a:schemeClr val="accent2">
                    <a:alpha val="35000"/>
                  </a:schemeClr>
                </a:solidFill>
                <a:prstDash val="lgDash"/>
                <a:round/>
              </a:ln>
            </p:spPr>
            <p:txBody>
              <a:bodyPr rtlCol="0" anchor="ctr"/>
              <a:lstStyle/>
              <a:p>
                <a:endParaRPr lang="en-US"/>
              </a:p>
            </p:txBody>
          </p:sp>
          <p:sp>
            <p:nvSpPr>
              <p:cNvPr id="3181" name="Freeform: Shape 3180">
                <a:extLst>
                  <a:ext uri="{FF2B5EF4-FFF2-40B4-BE49-F238E27FC236}">
                    <a16:creationId xmlns:a16="http://schemas.microsoft.com/office/drawing/2014/main" id="{EB48EED8-5833-438B-BDC4-5D529230DB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07946" y="3479100"/>
                <a:ext cx="3168300" cy="1952434"/>
              </a:xfrm>
              <a:custGeom>
                <a:avLst/>
                <a:gdLst>
                  <a:gd name="connsiteX0" fmla="*/ 0 w 3168300"/>
                  <a:gd name="connsiteY0" fmla="*/ 1952435 h 1952434"/>
                  <a:gd name="connsiteX1" fmla="*/ 202121 w 3168300"/>
                  <a:gd name="connsiteY1" fmla="*/ 1687068 h 1952434"/>
                  <a:gd name="connsiteX2" fmla="*/ 545116 w 3168300"/>
                  <a:gd name="connsiteY2" fmla="*/ 1450277 h 1952434"/>
                  <a:gd name="connsiteX3" fmla="*/ 906780 w 3168300"/>
                  <a:gd name="connsiteY3" fmla="*/ 1354455 h 1952434"/>
                  <a:gd name="connsiteX4" fmla="*/ 1332262 w 3168300"/>
                  <a:gd name="connsiteY4" fmla="*/ 1285304 h 1952434"/>
                  <a:gd name="connsiteX5" fmla="*/ 1691259 w 3168300"/>
                  <a:gd name="connsiteY5" fmla="*/ 1240060 h 1952434"/>
                  <a:gd name="connsiteX6" fmla="*/ 2010346 w 3168300"/>
                  <a:gd name="connsiteY6" fmla="*/ 1141667 h 1952434"/>
                  <a:gd name="connsiteX7" fmla="*/ 2393252 w 3168300"/>
                  <a:gd name="connsiteY7" fmla="*/ 1027271 h 1952434"/>
                  <a:gd name="connsiteX8" fmla="*/ 2582037 w 3168300"/>
                  <a:gd name="connsiteY8" fmla="*/ 958120 h 1952434"/>
                  <a:gd name="connsiteX9" fmla="*/ 2760155 w 3168300"/>
                  <a:gd name="connsiteY9" fmla="*/ 827723 h 1952434"/>
                  <a:gd name="connsiteX10" fmla="*/ 2914364 w 3168300"/>
                  <a:gd name="connsiteY10" fmla="*/ 567023 h 1952434"/>
                  <a:gd name="connsiteX11" fmla="*/ 3168301 w 3168300"/>
                  <a:gd name="connsiteY11" fmla="*/ 0 h 1952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68300" h="1952434">
                    <a:moveTo>
                      <a:pt x="0" y="1952435"/>
                    </a:moveTo>
                    <a:cubicBezTo>
                      <a:pt x="0" y="1952435"/>
                      <a:pt x="91059" y="1796415"/>
                      <a:pt x="202121" y="1687068"/>
                    </a:cubicBezTo>
                    <a:cubicBezTo>
                      <a:pt x="301943" y="1588675"/>
                      <a:pt x="416528" y="1505617"/>
                      <a:pt x="545116" y="1450277"/>
                    </a:cubicBezTo>
                    <a:cubicBezTo>
                      <a:pt x="659987" y="1400747"/>
                      <a:pt x="783622" y="1377601"/>
                      <a:pt x="906780" y="1354455"/>
                    </a:cubicBezTo>
                    <a:cubicBezTo>
                      <a:pt x="1048036" y="1327976"/>
                      <a:pt x="1189482" y="1301972"/>
                      <a:pt x="1332262" y="1285304"/>
                    </a:cubicBezTo>
                    <a:cubicBezTo>
                      <a:pt x="1452182" y="1271302"/>
                      <a:pt x="1573340" y="1265873"/>
                      <a:pt x="1691259" y="1240060"/>
                    </a:cubicBezTo>
                    <a:cubicBezTo>
                      <a:pt x="1800035" y="1216247"/>
                      <a:pt x="1904619" y="1176718"/>
                      <a:pt x="2010346" y="1141667"/>
                    </a:cubicBezTo>
                    <a:cubicBezTo>
                      <a:pt x="2136743" y="1099661"/>
                      <a:pt x="2265902" y="1066229"/>
                      <a:pt x="2393252" y="1027271"/>
                    </a:cubicBezTo>
                    <a:cubicBezTo>
                      <a:pt x="2457450" y="1007650"/>
                      <a:pt x="2521744" y="987552"/>
                      <a:pt x="2582037" y="958120"/>
                    </a:cubicBezTo>
                    <a:cubicBezTo>
                      <a:pt x="2648807" y="925449"/>
                      <a:pt x="2710815" y="883349"/>
                      <a:pt x="2760155" y="827723"/>
                    </a:cubicBezTo>
                    <a:cubicBezTo>
                      <a:pt x="2827496" y="751904"/>
                      <a:pt x="2867978" y="657511"/>
                      <a:pt x="2914364" y="567023"/>
                    </a:cubicBezTo>
                    <a:cubicBezTo>
                      <a:pt x="2972753" y="453200"/>
                      <a:pt x="3119152" y="118015"/>
                      <a:pt x="3168301" y="0"/>
                    </a:cubicBezTo>
                  </a:path>
                </a:pathLst>
              </a:custGeom>
              <a:noFill/>
              <a:ln w="9525" cap="rnd">
                <a:solidFill>
                  <a:schemeClr val="accent2">
                    <a:alpha val="35000"/>
                  </a:schemeClr>
                </a:solidFill>
                <a:prstDash val="lgDash"/>
                <a:round/>
              </a:ln>
            </p:spPr>
            <p:txBody>
              <a:bodyPr rtlCol="0" anchor="ctr"/>
              <a:lstStyle/>
              <a:p>
                <a:endParaRPr lang="en-US"/>
              </a:p>
            </p:txBody>
          </p:sp>
          <p:sp>
            <p:nvSpPr>
              <p:cNvPr id="3182" name="Freeform: Shape 3181">
                <a:extLst>
                  <a:ext uri="{FF2B5EF4-FFF2-40B4-BE49-F238E27FC236}">
                    <a16:creationId xmlns:a16="http://schemas.microsoft.com/office/drawing/2014/main" id="{15354540-D1D5-44A1-B33C-E3782C8BE71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04778" y="2976752"/>
                <a:ext cx="3356800" cy="2452020"/>
              </a:xfrm>
              <a:custGeom>
                <a:avLst/>
                <a:gdLst>
                  <a:gd name="connsiteX0" fmla="*/ 0 w 3356800"/>
                  <a:gd name="connsiteY0" fmla="*/ 2452021 h 2452020"/>
                  <a:gd name="connsiteX1" fmla="*/ 130874 w 3356800"/>
                  <a:gd name="connsiteY1" fmla="*/ 2247710 h 2452020"/>
                  <a:gd name="connsiteX2" fmla="*/ 437197 w 3356800"/>
                  <a:gd name="connsiteY2" fmla="*/ 1941195 h 2452020"/>
                  <a:gd name="connsiteX3" fmla="*/ 737140 w 3356800"/>
                  <a:gd name="connsiteY3" fmla="*/ 1736884 h 2452020"/>
                  <a:gd name="connsiteX4" fmla="*/ 1031843 w 3356800"/>
                  <a:gd name="connsiteY4" fmla="*/ 1685068 h 2452020"/>
                  <a:gd name="connsiteX5" fmla="*/ 1287304 w 3356800"/>
                  <a:gd name="connsiteY5" fmla="*/ 1655826 h 2452020"/>
                  <a:gd name="connsiteX6" fmla="*/ 1471994 w 3356800"/>
                  <a:gd name="connsiteY6" fmla="*/ 1634300 h 2452020"/>
                  <a:gd name="connsiteX7" fmla="*/ 1898237 w 3356800"/>
                  <a:gd name="connsiteY7" fmla="*/ 1512665 h 2452020"/>
                  <a:gd name="connsiteX8" fmla="*/ 2229136 w 3356800"/>
                  <a:gd name="connsiteY8" fmla="*/ 1355598 h 2452020"/>
                  <a:gd name="connsiteX9" fmla="*/ 2512314 w 3356800"/>
                  <a:gd name="connsiteY9" fmla="*/ 1238631 h 2452020"/>
                  <a:gd name="connsiteX10" fmla="*/ 2758535 w 3356800"/>
                  <a:gd name="connsiteY10" fmla="*/ 1096994 h 2452020"/>
                  <a:gd name="connsiteX11" fmla="*/ 2935510 w 3356800"/>
                  <a:gd name="connsiteY11" fmla="*/ 919925 h 2452020"/>
                  <a:gd name="connsiteX12" fmla="*/ 3081719 w 3356800"/>
                  <a:gd name="connsiteY12" fmla="*/ 687419 h 2452020"/>
                  <a:gd name="connsiteX13" fmla="*/ 3356800 w 3356800"/>
                  <a:gd name="connsiteY13" fmla="*/ 0 h 245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56800" h="2452020">
                    <a:moveTo>
                      <a:pt x="0" y="2452021"/>
                    </a:moveTo>
                    <a:cubicBezTo>
                      <a:pt x="0" y="2452021"/>
                      <a:pt x="57150" y="2344198"/>
                      <a:pt x="130874" y="2247710"/>
                    </a:cubicBezTo>
                    <a:cubicBezTo>
                      <a:pt x="218694" y="2132648"/>
                      <a:pt x="328136" y="2036635"/>
                      <a:pt x="437197" y="1941195"/>
                    </a:cubicBezTo>
                    <a:cubicBezTo>
                      <a:pt x="529304" y="1860709"/>
                      <a:pt x="623030" y="1779556"/>
                      <a:pt x="737140" y="1736884"/>
                    </a:cubicBezTo>
                    <a:cubicBezTo>
                      <a:pt x="830866" y="1701736"/>
                      <a:pt x="932021" y="1695450"/>
                      <a:pt x="1031843" y="1685068"/>
                    </a:cubicBezTo>
                    <a:cubicBezTo>
                      <a:pt x="1117092" y="1676210"/>
                      <a:pt x="1202055" y="1665160"/>
                      <a:pt x="1287304" y="1655826"/>
                    </a:cubicBezTo>
                    <a:cubicBezTo>
                      <a:pt x="1348931" y="1649063"/>
                      <a:pt x="1410653" y="1643539"/>
                      <a:pt x="1471994" y="1634300"/>
                    </a:cubicBezTo>
                    <a:cubicBezTo>
                      <a:pt x="1618679" y="1612011"/>
                      <a:pt x="1761935" y="1571149"/>
                      <a:pt x="1898237" y="1512665"/>
                    </a:cubicBezTo>
                    <a:cubicBezTo>
                      <a:pt x="2010442" y="1464564"/>
                      <a:pt x="2117503" y="1405128"/>
                      <a:pt x="2229136" y="1355598"/>
                    </a:cubicBezTo>
                    <a:cubicBezTo>
                      <a:pt x="2322481" y="1314164"/>
                      <a:pt x="2418969" y="1280160"/>
                      <a:pt x="2512314" y="1238631"/>
                    </a:cubicBezTo>
                    <a:cubicBezTo>
                      <a:pt x="2599087" y="1199960"/>
                      <a:pt x="2683193" y="1154811"/>
                      <a:pt x="2758535" y="1096994"/>
                    </a:cubicBezTo>
                    <a:cubicBezTo>
                      <a:pt x="2825020" y="1046035"/>
                      <a:pt x="2883789" y="985837"/>
                      <a:pt x="2935510" y="919925"/>
                    </a:cubicBezTo>
                    <a:cubicBezTo>
                      <a:pt x="2992184" y="847725"/>
                      <a:pt x="3039904" y="769144"/>
                      <a:pt x="3081719" y="687419"/>
                    </a:cubicBezTo>
                    <a:cubicBezTo>
                      <a:pt x="3138297" y="576739"/>
                      <a:pt x="3314129" y="116776"/>
                      <a:pt x="3356800" y="0"/>
                    </a:cubicBezTo>
                  </a:path>
                </a:pathLst>
              </a:custGeom>
              <a:noFill/>
              <a:ln w="9525" cap="rnd">
                <a:solidFill>
                  <a:schemeClr val="accent2">
                    <a:alpha val="35000"/>
                  </a:schemeClr>
                </a:solidFill>
                <a:prstDash val="lgDash"/>
                <a:round/>
              </a:ln>
            </p:spPr>
            <p:txBody>
              <a:bodyPr rtlCol="0" anchor="ctr"/>
              <a:lstStyle/>
              <a:p>
                <a:endParaRPr lang="en-US"/>
              </a:p>
            </p:txBody>
          </p:sp>
        </p:grpSp>
        <p:sp>
          <p:nvSpPr>
            <p:cNvPr id="3175" name="Freeform: Shape 3174">
              <a:extLst>
                <a:ext uri="{FF2B5EF4-FFF2-40B4-BE49-F238E27FC236}">
                  <a16:creationId xmlns:a16="http://schemas.microsoft.com/office/drawing/2014/main" id="{E72143CA-33C4-4A6C-99B9-0EB5F067723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980400" y="5197178"/>
              <a:ext cx="4211600" cy="1660822"/>
            </a:xfrm>
            <a:custGeom>
              <a:avLst/>
              <a:gdLst>
                <a:gd name="connsiteX0" fmla="*/ 4211600 w 4211600"/>
                <a:gd name="connsiteY0" fmla="*/ 0 h 1660822"/>
                <a:gd name="connsiteX1" fmla="*/ 4211600 w 4211600"/>
                <a:gd name="connsiteY1" fmla="*/ 58430 h 1660822"/>
                <a:gd name="connsiteX2" fmla="*/ 4136524 w 4211600"/>
                <a:gd name="connsiteY2" fmla="*/ 208808 h 1660822"/>
                <a:gd name="connsiteX3" fmla="*/ 3973354 w 4211600"/>
                <a:gd name="connsiteY3" fmla="*/ 437313 h 1660822"/>
                <a:gd name="connsiteX4" fmla="*/ 3884746 w 4211600"/>
                <a:gd name="connsiteY4" fmla="*/ 553613 h 1660822"/>
                <a:gd name="connsiteX5" fmla="*/ 3849435 w 4211600"/>
                <a:gd name="connsiteY5" fmla="*/ 603143 h 1660822"/>
                <a:gd name="connsiteX6" fmla="*/ 3661849 w 4211600"/>
                <a:gd name="connsiteY6" fmla="*/ 819075 h 1660822"/>
                <a:gd name="connsiteX7" fmla="*/ 3402589 w 4211600"/>
                <a:gd name="connsiteY7" fmla="*/ 952996 h 1660822"/>
                <a:gd name="connsiteX8" fmla="*/ 3130202 w 4211600"/>
                <a:gd name="connsiteY8" fmla="*/ 1023386 h 1660822"/>
                <a:gd name="connsiteX9" fmla="*/ 2914657 w 4211600"/>
                <a:gd name="connsiteY9" fmla="*/ 1068058 h 1660822"/>
                <a:gd name="connsiteX10" fmla="*/ 2582149 w 4211600"/>
                <a:gd name="connsiteY10" fmla="*/ 1138924 h 1660822"/>
                <a:gd name="connsiteX11" fmla="*/ 2483958 w 4211600"/>
                <a:gd name="connsiteY11" fmla="*/ 1162356 h 1660822"/>
                <a:gd name="connsiteX12" fmla="*/ 2123750 w 4211600"/>
                <a:gd name="connsiteY12" fmla="*/ 1238651 h 1660822"/>
                <a:gd name="connsiteX13" fmla="*/ 1761444 w 4211600"/>
                <a:gd name="connsiteY13" fmla="*/ 1273417 h 1660822"/>
                <a:gd name="connsiteX14" fmla="*/ 1608382 w 4211600"/>
                <a:gd name="connsiteY14" fmla="*/ 1284466 h 1660822"/>
                <a:gd name="connsiteX15" fmla="*/ 999942 w 4211600"/>
                <a:gd name="connsiteY15" fmla="*/ 1354284 h 1660822"/>
                <a:gd name="connsiteX16" fmla="*/ 484705 w 4211600"/>
                <a:gd name="connsiteY16" fmla="*/ 1450487 h 1660822"/>
                <a:gd name="connsiteX17" fmla="*/ 113310 w 4211600"/>
                <a:gd name="connsiteY17" fmla="*/ 1613700 h 1660822"/>
                <a:gd name="connsiteX18" fmla="*/ 39668 w 4211600"/>
                <a:gd name="connsiteY18" fmla="*/ 1660822 h 1660822"/>
                <a:gd name="connsiteX19" fmla="*/ 0 w 4211600"/>
                <a:gd name="connsiteY19" fmla="*/ 1660822 h 1660822"/>
                <a:gd name="connsiteX20" fmla="*/ 96701 w 4211600"/>
                <a:gd name="connsiteY20" fmla="*/ 1598934 h 1660822"/>
                <a:gd name="connsiteX21" fmla="*/ 474335 w 4211600"/>
                <a:gd name="connsiteY21" fmla="*/ 1433056 h 1660822"/>
                <a:gd name="connsiteX22" fmla="*/ 994299 w 4211600"/>
                <a:gd name="connsiteY22" fmla="*/ 1335806 h 1660822"/>
                <a:gd name="connsiteX23" fmla="*/ 1605231 w 4211600"/>
                <a:gd name="connsiteY23" fmla="*/ 1265702 h 1660822"/>
                <a:gd name="connsiteX24" fmla="*/ 1758819 w 4211600"/>
                <a:gd name="connsiteY24" fmla="*/ 1254558 h 1660822"/>
                <a:gd name="connsiteX25" fmla="*/ 2118106 w 4211600"/>
                <a:gd name="connsiteY25" fmla="*/ 1220077 h 1660822"/>
                <a:gd name="connsiteX26" fmla="*/ 2475557 w 4211600"/>
                <a:gd name="connsiteY26" fmla="*/ 1144353 h 1660822"/>
                <a:gd name="connsiteX27" fmla="*/ 2573878 w 4211600"/>
                <a:gd name="connsiteY27" fmla="*/ 1120827 h 1660822"/>
                <a:gd name="connsiteX28" fmla="*/ 2907437 w 4211600"/>
                <a:gd name="connsiteY28" fmla="*/ 1049675 h 1660822"/>
                <a:gd name="connsiteX29" fmla="*/ 3122589 w 4211600"/>
                <a:gd name="connsiteY29" fmla="*/ 1005098 h 1660822"/>
                <a:gd name="connsiteX30" fmla="*/ 3391169 w 4211600"/>
                <a:gd name="connsiteY30" fmla="*/ 935756 h 1660822"/>
                <a:gd name="connsiteX31" fmla="*/ 3642290 w 4211600"/>
                <a:gd name="connsiteY31" fmla="*/ 806216 h 1660822"/>
                <a:gd name="connsiteX32" fmla="*/ 3825937 w 4211600"/>
                <a:gd name="connsiteY32" fmla="*/ 594475 h 1660822"/>
                <a:gd name="connsiteX33" fmla="*/ 3861381 w 4211600"/>
                <a:gd name="connsiteY33" fmla="*/ 544755 h 1660822"/>
                <a:gd name="connsiteX34" fmla="*/ 3950381 w 4211600"/>
                <a:gd name="connsiteY34" fmla="*/ 427978 h 1660822"/>
                <a:gd name="connsiteX35" fmla="*/ 4112370 w 4211600"/>
                <a:gd name="connsiteY35" fmla="*/ 201378 h 1660822"/>
                <a:gd name="connsiteX36" fmla="*/ 4195989 w 4211600"/>
                <a:gd name="connsiteY36" fmla="*/ 33834 h 1660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4211600" h="1660822">
                  <a:moveTo>
                    <a:pt x="4211600" y="0"/>
                  </a:moveTo>
                  <a:lnTo>
                    <a:pt x="4211600" y="58430"/>
                  </a:lnTo>
                  <a:lnTo>
                    <a:pt x="4136524" y="208808"/>
                  </a:lnTo>
                  <a:cubicBezTo>
                    <a:pt x="4089791" y="287770"/>
                    <a:pt x="4030588" y="363780"/>
                    <a:pt x="3973354" y="437313"/>
                  </a:cubicBezTo>
                  <a:cubicBezTo>
                    <a:pt x="3943819" y="475222"/>
                    <a:pt x="3913231" y="514465"/>
                    <a:pt x="3884746" y="553613"/>
                  </a:cubicBezTo>
                  <a:cubicBezTo>
                    <a:pt x="3872801" y="569996"/>
                    <a:pt x="3861119" y="586569"/>
                    <a:pt x="3849435" y="603143"/>
                  </a:cubicBezTo>
                  <a:cubicBezTo>
                    <a:pt x="3796665" y="678009"/>
                    <a:pt x="3742187" y="755352"/>
                    <a:pt x="3661849" y="819075"/>
                  </a:cubicBezTo>
                  <a:cubicBezTo>
                    <a:pt x="3596214" y="871176"/>
                    <a:pt x="3509050" y="916230"/>
                    <a:pt x="3402589" y="952996"/>
                  </a:cubicBezTo>
                  <a:cubicBezTo>
                    <a:pt x="3312406" y="984048"/>
                    <a:pt x="3215660" y="1005003"/>
                    <a:pt x="3130202" y="1023386"/>
                  </a:cubicBezTo>
                  <a:cubicBezTo>
                    <a:pt x="3058529" y="1038816"/>
                    <a:pt x="2985412" y="1053675"/>
                    <a:pt x="2914657" y="1068058"/>
                  </a:cubicBezTo>
                  <a:cubicBezTo>
                    <a:pt x="2805176" y="1090251"/>
                    <a:pt x="2692021" y="1113207"/>
                    <a:pt x="2582149" y="1138924"/>
                  </a:cubicBezTo>
                  <a:cubicBezTo>
                    <a:pt x="2549330" y="1146639"/>
                    <a:pt x="2516644" y="1154450"/>
                    <a:pt x="2483958" y="1162356"/>
                  </a:cubicBezTo>
                  <a:cubicBezTo>
                    <a:pt x="2367257" y="1190550"/>
                    <a:pt x="2246621" y="1219601"/>
                    <a:pt x="2123750" y="1238651"/>
                  </a:cubicBezTo>
                  <a:cubicBezTo>
                    <a:pt x="2004294" y="1257129"/>
                    <a:pt x="1880769" y="1265416"/>
                    <a:pt x="1761444" y="1273417"/>
                  </a:cubicBezTo>
                  <a:cubicBezTo>
                    <a:pt x="1711167" y="1276751"/>
                    <a:pt x="1659184" y="1280275"/>
                    <a:pt x="1608382" y="1284466"/>
                  </a:cubicBezTo>
                  <a:cubicBezTo>
                    <a:pt x="1408589" y="1300944"/>
                    <a:pt x="1214570" y="1325805"/>
                    <a:pt x="999942" y="1354284"/>
                  </a:cubicBezTo>
                  <a:cubicBezTo>
                    <a:pt x="826403" y="1377240"/>
                    <a:pt x="647744" y="1400957"/>
                    <a:pt x="484705" y="1450487"/>
                  </a:cubicBezTo>
                  <a:cubicBezTo>
                    <a:pt x="355831" y="1489635"/>
                    <a:pt x="231387" y="1544374"/>
                    <a:pt x="113310" y="1613700"/>
                  </a:cubicBezTo>
                  <a:lnTo>
                    <a:pt x="39668" y="1660822"/>
                  </a:lnTo>
                  <a:lnTo>
                    <a:pt x="0" y="1660822"/>
                  </a:lnTo>
                  <a:lnTo>
                    <a:pt x="96701" y="1598934"/>
                  </a:lnTo>
                  <a:cubicBezTo>
                    <a:pt x="216635" y="1528533"/>
                    <a:pt x="343196" y="1472919"/>
                    <a:pt x="474335" y="1433056"/>
                  </a:cubicBezTo>
                  <a:cubicBezTo>
                    <a:pt x="639999" y="1382669"/>
                    <a:pt x="820102" y="1358856"/>
                    <a:pt x="994299" y="1335806"/>
                  </a:cubicBezTo>
                  <a:cubicBezTo>
                    <a:pt x="1210239" y="1307231"/>
                    <a:pt x="1404650" y="1282275"/>
                    <a:pt x="1605231" y="1265702"/>
                  </a:cubicBezTo>
                  <a:cubicBezTo>
                    <a:pt x="1656428" y="1261511"/>
                    <a:pt x="1708411" y="1257987"/>
                    <a:pt x="1758819" y="1254558"/>
                  </a:cubicBezTo>
                  <a:cubicBezTo>
                    <a:pt x="1877487" y="1246557"/>
                    <a:pt x="2000094" y="1238365"/>
                    <a:pt x="2118106" y="1220077"/>
                  </a:cubicBezTo>
                  <a:cubicBezTo>
                    <a:pt x="2239531" y="1201313"/>
                    <a:pt x="2359513" y="1172357"/>
                    <a:pt x="2475557" y="1144353"/>
                  </a:cubicBezTo>
                  <a:cubicBezTo>
                    <a:pt x="2508243" y="1136448"/>
                    <a:pt x="2541060" y="1128542"/>
                    <a:pt x="2573878" y="1120827"/>
                  </a:cubicBezTo>
                  <a:cubicBezTo>
                    <a:pt x="2684276" y="1094919"/>
                    <a:pt x="2797694" y="1071963"/>
                    <a:pt x="2907437" y="1049675"/>
                  </a:cubicBezTo>
                  <a:cubicBezTo>
                    <a:pt x="2978061" y="1035387"/>
                    <a:pt x="3051178" y="1020528"/>
                    <a:pt x="3122589" y="1005098"/>
                  </a:cubicBezTo>
                  <a:cubicBezTo>
                    <a:pt x="3206997" y="986810"/>
                    <a:pt x="3302823" y="966141"/>
                    <a:pt x="3391169" y="935756"/>
                  </a:cubicBezTo>
                  <a:cubicBezTo>
                    <a:pt x="3494479" y="900132"/>
                    <a:pt x="3578886" y="856508"/>
                    <a:pt x="3642290" y="806216"/>
                  </a:cubicBezTo>
                  <a:cubicBezTo>
                    <a:pt x="3720133" y="744303"/>
                    <a:pt x="3773953" y="668103"/>
                    <a:pt x="3825937" y="594475"/>
                  </a:cubicBezTo>
                  <a:cubicBezTo>
                    <a:pt x="3837621" y="577902"/>
                    <a:pt x="3849435" y="561233"/>
                    <a:pt x="3861381" y="544755"/>
                  </a:cubicBezTo>
                  <a:cubicBezTo>
                    <a:pt x="3889997" y="505416"/>
                    <a:pt x="3920715" y="465983"/>
                    <a:pt x="3950381" y="427978"/>
                  </a:cubicBezTo>
                  <a:cubicBezTo>
                    <a:pt x="4007353" y="354921"/>
                    <a:pt x="4066163" y="279388"/>
                    <a:pt x="4112370" y="201378"/>
                  </a:cubicBezTo>
                  <a:cubicBezTo>
                    <a:pt x="4144662" y="146800"/>
                    <a:pt x="4170785" y="89364"/>
                    <a:pt x="4195989" y="33834"/>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Title 1">
            <a:extLst>
              <a:ext uri="{FF2B5EF4-FFF2-40B4-BE49-F238E27FC236}">
                <a16:creationId xmlns:a16="http://schemas.microsoft.com/office/drawing/2014/main" id="{25A3E3A6-12D2-B4F2-D1AF-1B3ED022B2A3}"/>
              </a:ext>
            </a:extLst>
          </p:cNvPr>
          <p:cNvSpPr>
            <a:spLocks noGrp="1"/>
          </p:cNvSpPr>
          <p:nvPr>
            <p:ph type="title"/>
          </p:nvPr>
        </p:nvSpPr>
        <p:spPr>
          <a:xfrm>
            <a:off x="7730138" y="743299"/>
            <a:ext cx="3776416" cy="3155419"/>
          </a:xfrm>
        </p:spPr>
        <p:txBody>
          <a:bodyPr vert="horz" lIns="91440" tIns="45720" rIns="91440" bIns="45720" rtlCol="0" anchor="b">
            <a:normAutofit/>
          </a:bodyPr>
          <a:lstStyle/>
          <a:p>
            <a:pPr algn="ctr"/>
            <a:r>
              <a:rPr lang="en-US" sz="5400" kern="1200">
                <a:solidFill>
                  <a:schemeClr val="tx2"/>
                </a:solidFill>
                <a:latin typeface="+mj-lt"/>
                <a:ea typeface="+mj-ea"/>
                <a:cs typeface="+mj-cs"/>
              </a:rPr>
              <a:t>Approach</a:t>
            </a:r>
          </a:p>
        </p:txBody>
      </p:sp>
      <p:grpSp>
        <p:nvGrpSpPr>
          <p:cNvPr id="3184" name="Top left">
            <a:extLst>
              <a:ext uri="{FF2B5EF4-FFF2-40B4-BE49-F238E27FC236}">
                <a16:creationId xmlns:a16="http://schemas.microsoft.com/office/drawing/2014/main" id="{3530084A-AE46-40C3-AEC2-05AE51DBE56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849" y="-3086"/>
            <a:ext cx="2198951" cy="3349518"/>
            <a:chOff x="10849" y="-3086"/>
            <a:chExt cx="2198951" cy="3349518"/>
          </a:xfrm>
        </p:grpSpPr>
        <p:sp>
          <p:nvSpPr>
            <p:cNvPr id="3185" name="Freeform: Shape 3184">
              <a:extLst>
                <a:ext uri="{FF2B5EF4-FFF2-40B4-BE49-F238E27FC236}">
                  <a16:creationId xmlns:a16="http://schemas.microsoft.com/office/drawing/2014/main" id="{2EB1988D-D0C1-4769-952F-AFED38C2C0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692844" y="-3086"/>
              <a:ext cx="1326111" cy="59760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tx1">
                    <a:lumMod val="65000"/>
                    <a:lumOff val="35000"/>
                  </a:schemeClr>
                </a:solidFill>
                <a:latin typeface="AvenirNext LT Pro Medium" panose="020B0504020202020204" pitchFamily="34" charset="0"/>
              </a:endParaRPr>
            </a:p>
          </p:txBody>
        </p:sp>
        <p:sp>
          <p:nvSpPr>
            <p:cNvPr id="3186" name="Freeform: Shape 3185">
              <a:extLst>
                <a:ext uri="{FF2B5EF4-FFF2-40B4-BE49-F238E27FC236}">
                  <a16:creationId xmlns:a16="http://schemas.microsoft.com/office/drawing/2014/main" id="{C51D1B66-2529-4A19-8440-105458F15D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394" y="15241"/>
              <a:ext cx="2190406" cy="3331191"/>
            </a:xfrm>
            <a:custGeom>
              <a:avLst/>
              <a:gdLst>
                <a:gd name="connsiteX0" fmla="*/ 0 w 3296088"/>
                <a:gd name="connsiteY0" fmla="*/ 5012722 h 5012722"/>
                <a:gd name="connsiteX1" fmla="*/ 244031 w 3296088"/>
                <a:gd name="connsiteY1" fmla="*/ 4820222 h 5012722"/>
                <a:gd name="connsiteX2" fmla="*/ 729234 w 3296088"/>
                <a:gd name="connsiteY2" fmla="*/ 4360641 h 5012722"/>
                <a:gd name="connsiteX3" fmla="*/ 881444 w 3296088"/>
                <a:gd name="connsiteY3" fmla="*/ 4173950 h 5012722"/>
                <a:gd name="connsiteX4" fmla="*/ 1151287 w 3296088"/>
                <a:gd name="connsiteY4" fmla="*/ 3972877 h 5012722"/>
                <a:gd name="connsiteX5" fmla="*/ 1498664 w 3296088"/>
                <a:gd name="connsiteY5" fmla="*/ 3786188 h 5012722"/>
                <a:gd name="connsiteX6" fmla="*/ 1716881 w 3296088"/>
                <a:gd name="connsiteY6" fmla="*/ 3674174 h 5012722"/>
                <a:gd name="connsiteX7" fmla="*/ 1913573 w 3296088"/>
                <a:gd name="connsiteY7" fmla="*/ 3477387 h 5012722"/>
                <a:gd name="connsiteX8" fmla="*/ 2167700 w 3296088"/>
                <a:gd name="connsiteY8" fmla="*/ 3042190 h 5012722"/>
                <a:gd name="connsiteX9" fmla="*/ 2273903 w 3296088"/>
                <a:gd name="connsiteY9" fmla="*/ 2775014 h 5012722"/>
                <a:gd name="connsiteX10" fmla="*/ 2463356 w 3296088"/>
                <a:gd name="connsiteY10" fmla="*/ 2335530 h 5012722"/>
                <a:gd name="connsiteX11" fmla="*/ 2741866 w 3296088"/>
                <a:gd name="connsiteY11" fmla="*/ 1982248 h 5012722"/>
                <a:gd name="connsiteX12" fmla="*/ 2985897 w 3296088"/>
                <a:gd name="connsiteY12" fmla="*/ 1634681 h 5012722"/>
                <a:gd name="connsiteX13" fmla="*/ 3212687 w 3296088"/>
                <a:gd name="connsiteY13" fmla="*/ 1226820 h 5012722"/>
                <a:gd name="connsiteX14" fmla="*/ 3281553 w 3296088"/>
                <a:gd name="connsiteY14" fmla="*/ 959644 h 5012722"/>
                <a:gd name="connsiteX15" fmla="*/ 3295936 w 3296088"/>
                <a:gd name="connsiteY15" fmla="*/ 701135 h 5012722"/>
                <a:gd name="connsiteX16" fmla="*/ 3267266 w 3296088"/>
                <a:gd name="connsiteY16" fmla="*/ 436817 h 5012722"/>
                <a:gd name="connsiteX17" fmla="*/ 3105341 w 3296088"/>
                <a:gd name="connsiteY17" fmla="*/ 0 h 501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296088" h="5012722">
                  <a:moveTo>
                    <a:pt x="0" y="5012722"/>
                  </a:moveTo>
                  <a:cubicBezTo>
                    <a:pt x="81820" y="4949095"/>
                    <a:pt x="163544" y="4885468"/>
                    <a:pt x="244031" y="4820222"/>
                  </a:cubicBezTo>
                  <a:cubicBezTo>
                    <a:pt x="417671" y="4679633"/>
                    <a:pt x="589883" y="4535139"/>
                    <a:pt x="729234" y="4360641"/>
                  </a:cubicBezTo>
                  <a:cubicBezTo>
                    <a:pt x="779431" y="4297776"/>
                    <a:pt x="825818" y="4231958"/>
                    <a:pt x="881444" y="4173950"/>
                  </a:cubicBezTo>
                  <a:cubicBezTo>
                    <a:pt x="959358" y="4092607"/>
                    <a:pt x="1054799" y="4031075"/>
                    <a:pt x="1151287" y="3972877"/>
                  </a:cubicBezTo>
                  <a:cubicBezTo>
                    <a:pt x="1263968" y="3904964"/>
                    <a:pt x="1379315" y="3841337"/>
                    <a:pt x="1498664" y="3786188"/>
                  </a:cubicBezTo>
                  <a:cubicBezTo>
                    <a:pt x="1573149" y="3751802"/>
                    <a:pt x="1649159" y="3720179"/>
                    <a:pt x="1716881" y="3674174"/>
                  </a:cubicBezTo>
                  <a:cubicBezTo>
                    <a:pt x="1794034" y="3621691"/>
                    <a:pt x="1856708" y="3551492"/>
                    <a:pt x="1913573" y="3477387"/>
                  </a:cubicBezTo>
                  <a:cubicBezTo>
                    <a:pt x="2016157" y="3343751"/>
                    <a:pt x="2099024" y="3196114"/>
                    <a:pt x="2167700" y="3042190"/>
                  </a:cubicBezTo>
                  <a:cubicBezTo>
                    <a:pt x="2206752" y="2954655"/>
                    <a:pt x="2241233" y="2865215"/>
                    <a:pt x="2273903" y="2775014"/>
                  </a:cubicBezTo>
                  <a:cubicBezTo>
                    <a:pt x="2328482" y="2624423"/>
                    <a:pt x="2379440" y="2471642"/>
                    <a:pt x="2463356" y="2335530"/>
                  </a:cubicBezTo>
                  <a:cubicBezTo>
                    <a:pt x="2542127" y="2207705"/>
                    <a:pt x="2647855" y="2099501"/>
                    <a:pt x="2741866" y="1982248"/>
                  </a:cubicBezTo>
                  <a:cubicBezTo>
                    <a:pt x="2830449" y="1871758"/>
                    <a:pt x="2908554" y="1753362"/>
                    <a:pt x="2985897" y="1634681"/>
                  </a:cubicBezTo>
                  <a:cubicBezTo>
                    <a:pt x="3071146" y="1503902"/>
                    <a:pt x="3156395" y="1372172"/>
                    <a:pt x="3212687" y="1226820"/>
                  </a:cubicBezTo>
                  <a:cubicBezTo>
                    <a:pt x="3246025" y="1140809"/>
                    <a:pt x="3268790" y="1051084"/>
                    <a:pt x="3281553" y="959644"/>
                  </a:cubicBezTo>
                  <a:cubicBezTo>
                    <a:pt x="3293555" y="874014"/>
                    <a:pt x="3296888" y="787527"/>
                    <a:pt x="3295936" y="701135"/>
                  </a:cubicBezTo>
                  <a:cubicBezTo>
                    <a:pt x="3294888" y="612172"/>
                    <a:pt x="3289268" y="523018"/>
                    <a:pt x="3267266" y="436817"/>
                  </a:cubicBezTo>
                  <a:cubicBezTo>
                    <a:pt x="3227832" y="282416"/>
                    <a:pt x="3105341" y="0"/>
                    <a:pt x="3105341" y="0"/>
                  </a:cubicBezTo>
                </a:path>
              </a:pathLst>
            </a:custGeom>
            <a:noFill/>
            <a:ln w="9525" cap="rnd">
              <a:solidFill>
                <a:schemeClr val="accent2">
                  <a:alpha val="50000"/>
                </a:schemeClr>
              </a:solidFill>
              <a:prstDash val="lgDash"/>
              <a:round/>
            </a:ln>
          </p:spPr>
          <p:txBody>
            <a:bodyPr rtlCol="0" anchor="ctr"/>
            <a:lstStyle/>
            <a:p>
              <a:endParaRPr lang="en-US"/>
            </a:p>
          </p:txBody>
        </p:sp>
        <p:sp>
          <p:nvSpPr>
            <p:cNvPr id="3187" name="Freeform: Shape 3186">
              <a:extLst>
                <a:ext uri="{FF2B5EF4-FFF2-40B4-BE49-F238E27FC236}">
                  <a16:creationId xmlns:a16="http://schemas.microsoft.com/office/drawing/2014/main" id="{9754BAC8-DD8C-4971-9849-97F66DDEE91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978674" cy="3074959"/>
            </a:xfrm>
            <a:custGeom>
              <a:avLst/>
              <a:gdLst>
                <a:gd name="connsiteX0" fmla="*/ 0 w 2977477"/>
                <a:gd name="connsiteY0" fmla="*/ 4627150 h 4627149"/>
                <a:gd name="connsiteX1" fmla="*/ 275082 w 2977477"/>
                <a:gd name="connsiteY1" fmla="*/ 4341590 h 4627149"/>
                <a:gd name="connsiteX2" fmla="*/ 502825 w 2977477"/>
                <a:gd name="connsiteY2" fmla="*/ 4054126 h 4627149"/>
                <a:gd name="connsiteX3" fmla="*/ 666179 w 2977477"/>
                <a:gd name="connsiteY3" fmla="*/ 3890677 h 4627149"/>
                <a:gd name="connsiteX4" fmla="*/ 864203 w 2977477"/>
                <a:gd name="connsiteY4" fmla="*/ 3675983 h 4627149"/>
                <a:gd name="connsiteX5" fmla="*/ 982599 w 2977477"/>
                <a:gd name="connsiteY5" fmla="*/ 3557492 h 4627149"/>
                <a:gd name="connsiteX6" fmla="*/ 1188244 w 2977477"/>
                <a:gd name="connsiteY6" fmla="*/ 3329654 h 4627149"/>
                <a:gd name="connsiteX7" fmla="*/ 1344740 w 2977477"/>
                <a:gd name="connsiteY7" fmla="*/ 3146774 h 4627149"/>
                <a:gd name="connsiteX8" fmla="*/ 1470755 w 2977477"/>
                <a:gd name="connsiteY8" fmla="*/ 2984659 h 4627149"/>
                <a:gd name="connsiteX9" fmla="*/ 1657636 w 2977477"/>
                <a:gd name="connsiteY9" fmla="*/ 2670239 h 4627149"/>
                <a:gd name="connsiteX10" fmla="*/ 1762887 w 2977477"/>
                <a:gd name="connsiteY10" fmla="*/ 2473547 h 4627149"/>
                <a:gd name="connsiteX11" fmla="*/ 1866710 w 2977477"/>
                <a:gd name="connsiteY11" fmla="*/ 2290667 h 4627149"/>
                <a:gd name="connsiteX12" fmla="*/ 2106263 w 2977477"/>
                <a:gd name="connsiteY12" fmla="*/ 2030254 h 4627149"/>
                <a:gd name="connsiteX13" fmla="*/ 2277237 w 2977477"/>
                <a:gd name="connsiteY13" fmla="*/ 1859185 h 4627149"/>
                <a:gd name="connsiteX14" fmla="*/ 2499455 w 2977477"/>
                <a:gd name="connsiteY14" fmla="*/ 1656207 h 4627149"/>
                <a:gd name="connsiteX15" fmla="*/ 2707100 w 2977477"/>
                <a:gd name="connsiteY15" fmla="*/ 1390269 h 4627149"/>
                <a:gd name="connsiteX16" fmla="*/ 2812352 w 2977477"/>
                <a:gd name="connsiteY16" fmla="*/ 1230916 h 4627149"/>
                <a:gd name="connsiteX17" fmla="*/ 2898172 w 2977477"/>
                <a:gd name="connsiteY17" fmla="*/ 1036987 h 4627149"/>
                <a:gd name="connsiteX18" fmla="*/ 2963228 w 2977477"/>
                <a:gd name="connsiteY18" fmla="*/ 850011 h 4627149"/>
                <a:gd name="connsiteX19" fmla="*/ 2977325 w 2977477"/>
                <a:gd name="connsiteY19" fmla="*/ 745427 h 4627149"/>
                <a:gd name="connsiteX20" fmla="*/ 2929509 w 2977477"/>
                <a:gd name="connsiteY20" fmla="*/ 480155 h 4627149"/>
                <a:gd name="connsiteX21" fmla="*/ 2563082 w 2977477"/>
                <a:gd name="connsiteY21" fmla="*/ 0 h 4627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77477" h="4627149">
                  <a:moveTo>
                    <a:pt x="0" y="4627150"/>
                  </a:moveTo>
                  <a:cubicBezTo>
                    <a:pt x="79820" y="4552283"/>
                    <a:pt x="203835" y="4424648"/>
                    <a:pt x="275082" y="4341590"/>
                  </a:cubicBezTo>
                  <a:cubicBezTo>
                    <a:pt x="354711" y="4248722"/>
                    <a:pt x="421005" y="4145090"/>
                    <a:pt x="502825" y="4054126"/>
                  </a:cubicBezTo>
                  <a:cubicBezTo>
                    <a:pt x="554355" y="3996881"/>
                    <a:pt x="612362" y="3945827"/>
                    <a:pt x="666179" y="3890677"/>
                  </a:cubicBezTo>
                  <a:cubicBezTo>
                    <a:pt x="734187" y="3821049"/>
                    <a:pt x="796671" y="3746183"/>
                    <a:pt x="864203" y="3675983"/>
                  </a:cubicBezTo>
                  <a:cubicBezTo>
                    <a:pt x="902875" y="3635788"/>
                    <a:pt x="943642" y="3597593"/>
                    <a:pt x="982599" y="3557492"/>
                  </a:cubicBezTo>
                  <a:cubicBezTo>
                    <a:pt x="1053941" y="3484150"/>
                    <a:pt x="1121378" y="3407093"/>
                    <a:pt x="1188244" y="3329654"/>
                  </a:cubicBezTo>
                  <a:cubicBezTo>
                    <a:pt x="1240631" y="3268885"/>
                    <a:pt x="1293495" y="3208496"/>
                    <a:pt x="1344740" y="3146774"/>
                  </a:cubicBezTo>
                  <a:cubicBezTo>
                    <a:pt x="1388459" y="3094101"/>
                    <a:pt x="1431512" y="3040761"/>
                    <a:pt x="1470755" y="2984659"/>
                  </a:cubicBezTo>
                  <a:cubicBezTo>
                    <a:pt x="1540764" y="2884646"/>
                    <a:pt x="1598771" y="2777109"/>
                    <a:pt x="1657636" y="2670239"/>
                  </a:cubicBezTo>
                  <a:cubicBezTo>
                    <a:pt x="1693545" y="2605088"/>
                    <a:pt x="1728502" y="2539460"/>
                    <a:pt x="1762887" y="2473547"/>
                  </a:cubicBezTo>
                  <a:cubicBezTo>
                    <a:pt x="1795367" y="2411349"/>
                    <a:pt x="1826419" y="2348103"/>
                    <a:pt x="1866710" y="2290667"/>
                  </a:cubicBezTo>
                  <a:cubicBezTo>
                    <a:pt x="1934623" y="2193893"/>
                    <a:pt x="2022729" y="2114169"/>
                    <a:pt x="2106263" y="2030254"/>
                  </a:cubicBezTo>
                  <a:cubicBezTo>
                    <a:pt x="2163128" y="1973104"/>
                    <a:pt x="2218182" y="1914049"/>
                    <a:pt x="2277237" y="1859185"/>
                  </a:cubicBezTo>
                  <a:cubicBezTo>
                    <a:pt x="2350770" y="1790891"/>
                    <a:pt x="2430304" y="1728978"/>
                    <a:pt x="2499455" y="1656207"/>
                  </a:cubicBezTo>
                  <a:cubicBezTo>
                    <a:pt x="2576989" y="1574578"/>
                    <a:pt x="2641568" y="1481900"/>
                    <a:pt x="2707100" y="1390269"/>
                  </a:cubicBezTo>
                  <a:cubicBezTo>
                    <a:pt x="2744153" y="1338453"/>
                    <a:pt x="2781586" y="1286732"/>
                    <a:pt x="2812352" y="1230916"/>
                  </a:cubicBezTo>
                  <a:cubicBezTo>
                    <a:pt x="2846546" y="1168908"/>
                    <a:pt x="2872550" y="1102900"/>
                    <a:pt x="2898172" y="1036987"/>
                  </a:cubicBezTo>
                  <a:cubicBezTo>
                    <a:pt x="2922175" y="975455"/>
                    <a:pt x="2948273" y="914305"/>
                    <a:pt x="2963228" y="850011"/>
                  </a:cubicBezTo>
                  <a:cubicBezTo>
                    <a:pt x="2971229" y="815626"/>
                    <a:pt x="2976563" y="780764"/>
                    <a:pt x="2977325" y="745427"/>
                  </a:cubicBezTo>
                  <a:cubicBezTo>
                    <a:pt x="2979230" y="654844"/>
                    <a:pt x="2963323" y="564261"/>
                    <a:pt x="2929509" y="480155"/>
                  </a:cubicBezTo>
                  <a:cubicBezTo>
                    <a:pt x="2851309" y="285655"/>
                    <a:pt x="2563082" y="0"/>
                    <a:pt x="2563082" y="0"/>
                  </a:cubicBezTo>
                </a:path>
              </a:pathLst>
            </a:custGeom>
            <a:noFill/>
            <a:ln w="9525" cap="rnd">
              <a:solidFill>
                <a:schemeClr val="accent2">
                  <a:alpha val="50000"/>
                </a:schemeClr>
              </a:solidFill>
              <a:prstDash val="lgDash"/>
              <a:round/>
            </a:ln>
          </p:spPr>
          <p:txBody>
            <a:bodyPr rtlCol="0" anchor="ctr"/>
            <a:lstStyle/>
            <a:p>
              <a:endParaRPr lang="en-US"/>
            </a:p>
          </p:txBody>
        </p:sp>
        <p:sp>
          <p:nvSpPr>
            <p:cNvPr id="3188" name="Freeform: Shape 3187">
              <a:extLst>
                <a:ext uri="{FF2B5EF4-FFF2-40B4-BE49-F238E27FC236}">
                  <a16:creationId xmlns:a16="http://schemas.microsoft.com/office/drawing/2014/main" id="{551C64B0-B7BA-43EF-8165-A989D1EECB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92" y="15178"/>
              <a:ext cx="1566146" cy="2737264"/>
            </a:xfrm>
            <a:custGeom>
              <a:avLst/>
              <a:gdLst>
                <a:gd name="connsiteX0" fmla="*/ 1707071 w 2356712"/>
                <a:gd name="connsiteY0" fmla="*/ 0 h 4118991"/>
                <a:gd name="connsiteX1" fmla="*/ 1824514 w 2356712"/>
                <a:gd name="connsiteY1" fmla="*/ 244697 h 4118991"/>
                <a:gd name="connsiteX2" fmla="*/ 1908715 w 2356712"/>
                <a:gd name="connsiteY2" fmla="*/ 328994 h 4118991"/>
                <a:gd name="connsiteX3" fmla="*/ 2226469 w 2356712"/>
                <a:gd name="connsiteY3" fmla="*/ 603695 h 4118991"/>
                <a:gd name="connsiteX4" fmla="*/ 2355628 w 2356712"/>
                <a:gd name="connsiteY4" fmla="*/ 900494 h 4118991"/>
                <a:gd name="connsiteX5" fmla="*/ 2281428 w 2356712"/>
                <a:gd name="connsiteY5" fmla="*/ 1206913 h 4118991"/>
                <a:gd name="connsiteX6" fmla="*/ 2092452 w 2356712"/>
                <a:gd name="connsiteY6" fmla="*/ 1460659 h 4118991"/>
                <a:gd name="connsiteX7" fmla="*/ 1834039 w 2356712"/>
                <a:gd name="connsiteY7" fmla="*/ 1625822 h 4118991"/>
                <a:gd name="connsiteX8" fmla="*/ 1558862 w 2356712"/>
                <a:gd name="connsiteY8" fmla="*/ 1743075 h 4118991"/>
                <a:gd name="connsiteX9" fmla="*/ 1386554 w 2356712"/>
                <a:gd name="connsiteY9" fmla="*/ 1869948 h 4118991"/>
                <a:gd name="connsiteX10" fmla="*/ 1271683 w 2356712"/>
                <a:gd name="connsiteY10" fmla="*/ 2073402 h 4118991"/>
                <a:gd name="connsiteX11" fmla="*/ 1178338 w 2356712"/>
                <a:gd name="connsiteY11" fmla="*/ 2355914 h 4118991"/>
                <a:gd name="connsiteX12" fmla="*/ 1113758 w 2356712"/>
                <a:gd name="connsiteY12" fmla="*/ 2578513 h 4118991"/>
                <a:gd name="connsiteX13" fmla="*/ 1034796 w 2356712"/>
                <a:gd name="connsiteY13" fmla="*/ 2834640 h 4118991"/>
                <a:gd name="connsiteX14" fmla="*/ 905637 w 2356712"/>
                <a:gd name="connsiteY14" fmla="*/ 3081242 h 4118991"/>
                <a:gd name="connsiteX15" fmla="*/ 793147 w 2356712"/>
                <a:gd name="connsiteY15" fmla="*/ 3258407 h 4118991"/>
                <a:gd name="connsiteX16" fmla="*/ 546735 w 2356712"/>
                <a:gd name="connsiteY16" fmla="*/ 3571970 h 4118991"/>
                <a:gd name="connsiteX17" fmla="*/ 346996 w 2356712"/>
                <a:gd name="connsiteY17" fmla="*/ 3771900 h 4118991"/>
                <a:gd name="connsiteX18" fmla="*/ 174689 w 2356712"/>
                <a:gd name="connsiteY18" fmla="*/ 3944207 h 4118991"/>
                <a:gd name="connsiteX19" fmla="*/ 0 w 2356712"/>
                <a:gd name="connsiteY19" fmla="*/ 4118991 h 4118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356712" h="4118991">
                  <a:moveTo>
                    <a:pt x="1707071" y="0"/>
                  </a:moveTo>
                  <a:cubicBezTo>
                    <a:pt x="1715357" y="22098"/>
                    <a:pt x="1812608" y="224409"/>
                    <a:pt x="1824514" y="244697"/>
                  </a:cubicBezTo>
                  <a:cubicBezTo>
                    <a:pt x="1844802" y="279273"/>
                    <a:pt x="1876996" y="304324"/>
                    <a:pt x="1908715" y="328994"/>
                  </a:cubicBezTo>
                  <a:cubicBezTo>
                    <a:pt x="2019967" y="415195"/>
                    <a:pt x="2137886" y="494633"/>
                    <a:pt x="2226469" y="603695"/>
                  </a:cubicBezTo>
                  <a:cubicBezTo>
                    <a:pt x="2296287" y="689610"/>
                    <a:pt x="2347817" y="790480"/>
                    <a:pt x="2355628" y="900494"/>
                  </a:cubicBezTo>
                  <a:cubicBezTo>
                    <a:pt x="2363248" y="1007078"/>
                    <a:pt x="2329910" y="1111187"/>
                    <a:pt x="2281428" y="1206913"/>
                  </a:cubicBezTo>
                  <a:cubicBezTo>
                    <a:pt x="2233422" y="1301877"/>
                    <a:pt x="2170938" y="1388936"/>
                    <a:pt x="2092452" y="1460659"/>
                  </a:cubicBezTo>
                  <a:cubicBezTo>
                    <a:pt x="2016538" y="1530001"/>
                    <a:pt x="1927765" y="1583436"/>
                    <a:pt x="1834039" y="1625822"/>
                  </a:cubicBezTo>
                  <a:cubicBezTo>
                    <a:pt x="1743075" y="1666970"/>
                    <a:pt x="1647730" y="1697736"/>
                    <a:pt x="1558862" y="1743075"/>
                  </a:cubicBezTo>
                  <a:cubicBezTo>
                    <a:pt x="1494758" y="1775841"/>
                    <a:pt x="1434275" y="1816132"/>
                    <a:pt x="1386554" y="1869948"/>
                  </a:cubicBezTo>
                  <a:cubicBezTo>
                    <a:pt x="1334548" y="1928622"/>
                    <a:pt x="1300544" y="2000345"/>
                    <a:pt x="1271683" y="2073402"/>
                  </a:cubicBezTo>
                  <a:cubicBezTo>
                    <a:pt x="1235202" y="2165699"/>
                    <a:pt x="1206722" y="2260759"/>
                    <a:pt x="1178338" y="2355914"/>
                  </a:cubicBezTo>
                  <a:cubicBezTo>
                    <a:pt x="1156240" y="2429923"/>
                    <a:pt x="1134237" y="2504028"/>
                    <a:pt x="1113758" y="2578513"/>
                  </a:cubicBezTo>
                  <a:cubicBezTo>
                    <a:pt x="1090041" y="2664714"/>
                    <a:pt x="1068134" y="2751678"/>
                    <a:pt x="1034796" y="2834640"/>
                  </a:cubicBezTo>
                  <a:cubicBezTo>
                    <a:pt x="1000125" y="2920841"/>
                    <a:pt x="953643" y="3001613"/>
                    <a:pt x="905637" y="3081242"/>
                  </a:cubicBezTo>
                  <a:cubicBezTo>
                    <a:pt x="869442" y="3141155"/>
                    <a:pt x="832295" y="3200400"/>
                    <a:pt x="793147" y="3258407"/>
                  </a:cubicBezTo>
                  <a:cubicBezTo>
                    <a:pt x="718661" y="3368802"/>
                    <a:pt x="637223" y="3474434"/>
                    <a:pt x="546735" y="3571970"/>
                  </a:cubicBezTo>
                  <a:cubicBezTo>
                    <a:pt x="482632" y="3641027"/>
                    <a:pt x="414147" y="3705797"/>
                    <a:pt x="346996" y="3771900"/>
                  </a:cubicBezTo>
                  <a:cubicBezTo>
                    <a:pt x="288989" y="3828764"/>
                    <a:pt x="232029" y="3886676"/>
                    <a:pt x="174689" y="3944207"/>
                  </a:cubicBezTo>
                  <a:cubicBezTo>
                    <a:pt x="116586" y="4002596"/>
                    <a:pt x="58293" y="4060698"/>
                    <a:pt x="0" y="4118991"/>
                  </a:cubicBezTo>
                </a:path>
              </a:pathLst>
            </a:custGeom>
            <a:noFill/>
            <a:ln w="9525" cap="rnd">
              <a:solidFill>
                <a:schemeClr val="accent2">
                  <a:alpha val="50000"/>
                </a:schemeClr>
              </a:solidFill>
              <a:prstDash val="lgDash"/>
              <a:round/>
            </a:ln>
          </p:spPr>
          <p:txBody>
            <a:bodyPr rtlCol="0" anchor="ctr"/>
            <a:lstStyle/>
            <a:p>
              <a:endParaRPr lang="en-US"/>
            </a:p>
          </p:txBody>
        </p:sp>
        <p:sp>
          <p:nvSpPr>
            <p:cNvPr id="3189" name="Freeform: Shape 3188">
              <a:extLst>
                <a:ext uri="{FF2B5EF4-FFF2-40B4-BE49-F238E27FC236}">
                  <a16:creationId xmlns:a16="http://schemas.microsoft.com/office/drawing/2014/main" id="{83A9894D-475B-4629-9643-CEB6BEEF54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368431" cy="2644975"/>
            </a:xfrm>
            <a:custGeom>
              <a:avLst/>
              <a:gdLst>
                <a:gd name="connsiteX0" fmla="*/ 0 w 2059193"/>
                <a:gd name="connsiteY0" fmla="*/ 3980116 h 3980116"/>
                <a:gd name="connsiteX1" fmla="*/ 471583 w 2059193"/>
                <a:gd name="connsiteY1" fmla="*/ 3515678 h 3980116"/>
                <a:gd name="connsiteX2" fmla="*/ 758666 w 2059193"/>
                <a:gd name="connsiteY2" fmla="*/ 3163824 h 3980116"/>
                <a:gd name="connsiteX3" fmla="*/ 940499 w 2059193"/>
                <a:gd name="connsiteY3" fmla="*/ 2780824 h 3980116"/>
                <a:gd name="connsiteX4" fmla="*/ 1055370 w 2059193"/>
                <a:gd name="connsiteY4" fmla="*/ 2242185 h 3980116"/>
                <a:gd name="connsiteX5" fmla="*/ 1136714 w 2059193"/>
                <a:gd name="connsiteY5" fmla="*/ 1878330 h 3980116"/>
                <a:gd name="connsiteX6" fmla="*/ 1246727 w 2059193"/>
                <a:gd name="connsiteY6" fmla="*/ 1562386 h 3980116"/>
                <a:gd name="connsiteX7" fmla="*/ 1378363 w 2059193"/>
                <a:gd name="connsiteY7" fmla="*/ 1430750 h 3980116"/>
                <a:gd name="connsiteX8" fmla="*/ 1691831 w 2059193"/>
                <a:gd name="connsiteY8" fmla="*/ 1394841 h 3980116"/>
                <a:gd name="connsiteX9" fmla="*/ 1914335 w 2059193"/>
                <a:gd name="connsiteY9" fmla="*/ 1323023 h 3980116"/>
                <a:gd name="connsiteX10" fmla="*/ 2055495 w 2059193"/>
                <a:gd name="connsiteY10" fmla="*/ 1098042 h 3980116"/>
                <a:gd name="connsiteX11" fmla="*/ 2033969 w 2059193"/>
                <a:gd name="connsiteY11" fmla="*/ 930497 h 3980116"/>
                <a:gd name="connsiteX12" fmla="*/ 1885664 w 2059193"/>
                <a:gd name="connsiteY12" fmla="*/ 760571 h 3980116"/>
                <a:gd name="connsiteX13" fmla="*/ 1636871 w 2059193"/>
                <a:gd name="connsiteY13" fmla="*/ 612172 h 3980116"/>
                <a:gd name="connsiteX14" fmla="*/ 1335405 w 2059193"/>
                <a:gd name="connsiteY14" fmla="*/ 459010 h 3980116"/>
                <a:gd name="connsiteX15" fmla="*/ 1234916 w 2059193"/>
                <a:gd name="connsiteY15" fmla="*/ 269939 h 3980116"/>
                <a:gd name="connsiteX16" fmla="*/ 1386935 w 2059193"/>
                <a:gd name="connsiteY16" fmla="*/ 0 h 39801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9193" h="3980116">
                  <a:moveTo>
                    <a:pt x="0" y="3980116"/>
                  </a:moveTo>
                  <a:cubicBezTo>
                    <a:pt x="91345" y="3889534"/>
                    <a:pt x="382715" y="3608737"/>
                    <a:pt x="471583" y="3515678"/>
                  </a:cubicBezTo>
                  <a:cubicBezTo>
                    <a:pt x="576358" y="3405949"/>
                    <a:pt x="675989" y="3290983"/>
                    <a:pt x="758666" y="3163824"/>
                  </a:cubicBezTo>
                  <a:cubicBezTo>
                    <a:pt x="836105" y="3044857"/>
                    <a:pt x="897445" y="2916079"/>
                    <a:pt x="940499" y="2780824"/>
                  </a:cubicBezTo>
                  <a:cubicBezTo>
                    <a:pt x="996315" y="2605754"/>
                    <a:pt x="1020985" y="2422874"/>
                    <a:pt x="1055370" y="2242185"/>
                  </a:cubicBezTo>
                  <a:cubicBezTo>
                    <a:pt x="1078611" y="2120075"/>
                    <a:pt x="1107472" y="1999107"/>
                    <a:pt x="1136714" y="1878330"/>
                  </a:cubicBezTo>
                  <a:cubicBezTo>
                    <a:pt x="1163098" y="1769174"/>
                    <a:pt x="1189482" y="1658588"/>
                    <a:pt x="1246727" y="1562386"/>
                  </a:cubicBezTo>
                  <a:cubicBezTo>
                    <a:pt x="1279208" y="1507808"/>
                    <a:pt x="1321689" y="1459039"/>
                    <a:pt x="1378363" y="1430750"/>
                  </a:cubicBezTo>
                  <a:cubicBezTo>
                    <a:pt x="1473327" y="1383221"/>
                    <a:pt x="1584865" y="1402652"/>
                    <a:pt x="1691831" y="1394841"/>
                  </a:cubicBezTo>
                  <a:cubicBezTo>
                    <a:pt x="1771079" y="1389031"/>
                    <a:pt x="1849279" y="1368266"/>
                    <a:pt x="1914335" y="1323023"/>
                  </a:cubicBezTo>
                  <a:cubicBezTo>
                    <a:pt x="1989963" y="1270445"/>
                    <a:pt x="2041493" y="1189101"/>
                    <a:pt x="2055495" y="1098042"/>
                  </a:cubicBezTo>
                  <a:cubicBezTo>
                    <a:pt x="2064258" y="1041178"/>
                    <a:pt x="2057591" y="982980"/>
                    <a:pt x="2033969" y="930497"/>
                  </a:cubicBezTo>
                  <a:cubicBezTo>
                    <a:pt x="2002727" y="861060"/>
                    <a:pt x="1945958" y="807625"/>
                    <a:pt x="1885664" y="760571"/>
                  </a:cubicBezTo>
                  <a:cubicBezTo>
                    <a:pt x="1809179" y="700945"/>
                    <a:pt x="1725549" y="651415"/>
                    <a:pt x="1636871" y="612172"/>
                  </a:cubicBezTo>
                  <a:cubicBezTo>
                    <a:pt x="1532763" y="566071"/>
                    <a:pt x="1421606" y="532543"/>
                    <a:pt x="1335405" y="459010"/>
                  </a:cubicBezTo>
                  <a:cubicBezTo>
                    <a:pt x="1277969" y="409956"/>
                    <a:pt x="1232059" y="344615"/>
                    <a:pt x="1234916" y="269939"/>
                  </a:cubicBezTo>
                  <a:cubicBezTo>
                    <a:pt x="1237012" y="211741"/>
                    <a:pt x="1386935" y="0"/>
                    <a:pt x="1386935" y="0"/>
                  </a:cubicBezTo>
                </a:path>
              </a:pathLst>
            </a:custGeom>
            <a:noFill/>
            <a:ln w="9525" cap="rnd">
              <a:solidFill>
                <a:schemeClr val="accent2">
                  <a:alpha val="50000"/>
                </a:schemeClr>
              </a:solidFill>
              <a:prstDash val="lgDash"/>
              <a:round/>
            </a:ln>
          </p:spPr>
          <p:txBody>
            <a:bodyPr rtlCol="0" anchor="ctr"/>
            <a:lstStyle/>
            <a:p>
              <a:endParaRPr lang="en-US"/>
            </a:p>
          </p:txBody>
        </p:sp>
        <p:sp>
          <p:nvSpPr>
            <p:cNvPr id="3190" name="Freeform: Shape 3189">
              <a:extLst>
                <a:ext uri="{FF2B5EF4-FFF2-40B4-BE49-F238E27FC236}">
                  <a16:creationId xmlns:a16="http://schemas.microsoft.com/office/drawing/2014/main" id="{0E5E81DE-AC91-47A7-BCB7-F0C46AE19B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8825" y="543780"/>
              <a:ext cx="494287" cy="1905590"/>
            </a:xfrm>
            <a:custGeom>
              <a:avLst/>
              <a:gdLst>
                <a:gd name="connsiteX0" fmla="*/ 11144 w 743796"/>
                <a:gd name="connsiteY0" fmla="*/ 0 h 2867501"/>
                <a:gd name="connsiteX1" fmla="*/ 353663 w 743796"/>
                <a:gd name="connsiteY1" fmla="*/ 55245 h 2867501"/>
                <a:gd name="connsiteX2" fmla="*/ 571405 w 743796"/>
                <a:gd name="connsiteY2" fmla="*/ 179737 h 2867501"/>
                <a:gd name="connsiteX3" fmla="*/ 688658 w 743796"/>
                <a:gd name="connsiteY3" fmla="*/ 368808 h 2867501"/>
                <a:gd name="connsiteX4" fmla="*/ 731711 w 743796"/>
                <a:gd name="connsiteY4" fmla="*/ 612934 h 2867501"/>
                <a:gd name="connsiteX5" fmla="*/ 725233 w 743796"/>
                <a:gd name="connsiteY5" fmla="*/ 995648 h 2867501"/>
                <a:gd name="connsiteX6" fmla="*/ 742855 w 743796"/>
                <a:gd name="connsiteY6" fmla="*/ 1499330 h 2867501"/>
                <a:gd name="connsiteX7" fmla="*/ 707898 w 743796"/>
                <a:gd name="connsiteY7" fmla="*/ 1793081 h 2867501"/>
                <a:gd name="connsiteX8" fmla="*/ 633222 w 743796"/>
                <a:gd name="connsiteY8" fmla="*/ 2073592 h 2867501"/>
                <a:gd name="connsiteX9" fmla="*/ 404527 w 743796"/>
                <a:gd name="connsiteY9" fmla="*/ 2472404 h 2867501"/>
                <a:gd name="connsiteX10" fmla="*/ 0 w 743796"/>
                <a:gd name="connsiteY10" fmla="*/ 2867501 h 2867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3796" h="2867501">
                  <a:moveTo>
                    <a:pt x="11144" y="0"/>
                  </a:moveTo>
                  <a:cubicBezTo>
                    <a:pt x="101060" y="2953"/>
                    <a:pt x="268796" y="25146"/>
                    <a:pt x="353663" y="55245"/>
                  </a:cubicBezTo>
                  <a:cubicBezTo>
                    <a:pt x="433483" y="83534"/>
                    <a:pt x="510635" y="120967"/>
                    <a:pt x="571405" y="179737"/>
                  </a:cubicBezTo>
                  <a:cubicBezTo>
                    <a:pt x="625412" y="231934"/>
                    <a:pt x="663607" y="297942"/>
                    <a:pt x="688658" y="368808"/>
                  </a:cubicBezTo>
                  <a:cubicBezTo>
                    <a:pt x="716375" y="447103"/>
                    <a:pt x="727996" y="529876"/>
                    <a:pt x="731711" y="612934"/>
                  </a:cubicBezTo>
                  <a:cubicBezTo>
                    <a:pt x="737426" y="740474"/>
                    <a:pt x="724948" y="867918"/>
                    <a:pt x="725233" y="995648"/>
                  </a:cubicBezTo>
                  <a:cubicBezTo>
                    <a:pt x="725710" y="1163765"/>
                    <a:pt x="748665" y="1331309"/>
                    <a:pt x="742855" y="1499330"/>
                  </a:cubicBezTo>
                  <a:cubicBezTo>
                    <a:pt x="739426" y="1598009"/>
                    <a:pt x="725996" y="1696022"/>
                    <a:pt x="707898" y="1793081"/>
                  </a:cubicBezTo>
                  <a:cubicBezTo>
                    <a:pt x="690086" y="1888426"/>
                    <a:pt x="666845" y="1982724"/>
                    <a:pt x="633222" y="2073592"/>
                  </a:cubicBezTo>
                  <a:cubicBezTo>
                    <a:pt x="579692" y="2218182"/>
                    <a:pt x="499682" y="2351056"/>
                    <a:pt x="404527" y="2472404"/>
                  </a:cubicBezTo>
                  <a:cubicBezTo>
                    <a:pt x="266033" y="2648902"/>
                    <a:pt x="179642" y="2732818"/>
                    <a:pt x="0" y="2867501"/>
                  </a:cubicBezTo>
                </a:path>
              </a:pathLst>
            </a:custGeom>
            <a:noFill/>
            <a:ln w="9525" cap="rnd">
              <a:solidFill>
                <a:schemeClr val="accent2">
                  <a:alpha val="50000"/>
                </a:schemeClr>
              </a:solidFill>
              <a:prstDash val="lgDash"/>
              <a:round/>
            </a:ln>
          </p:spPr>
          <p:txBody>
            <a:bodyPr rtlCol="0" anchor="ctr"/>
            <a:lstStyle/>
            <a:p>
              <a:endParaRPr lang="en-US"/>
            </a:p>
          </p:txBody>
        </p:sp>
        <p:sp>
          <p:nvSpPr>
            <p:cNvPr id="3191" name="Freeform: Shape 3190">
              <a:extLst>
                <a:ext uri="{FF2B5EF4-FFF2-40B4-BE49-F238E27FC236}">
                  <a16:creationId xmlns:a16="http://schemas.microsoft.com/office/drawing/2014/main" id="{182FC6CF-DCC9-469A-B15F-405E32C5B58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672286"/>
              <a:ext cx="396930" cy="1690303"/>
            </a:xfrm>
            <a:custGeom>
              <a:avLst/>
              <a:gdLst>
                <a:gd name="connsiteX0" fmla="*/ 16478 w 597294"/>
                <a:gd name="connsiteY0" fmla="*/ 2079 h 2543540"/>
                <a:gd name="connsiteX1" fmla="*/ 299847 w 597294"/>
                <a:gd name="connsiteY1" fmla="*/ 53991 h 2543540"/>
                <a:gd name="connsiteX2" fmla="*/ 503206 w 597294"/>
                <a:gd name="connsiteY2" fmla="*/ 291354 h 2543540"/>
                <a:gd name="connsiteX3" fmla="*/ 525113 w 597294"/>
                <a:gd name="connsiteY3" fmla="*/ 724265 h 2543540"/>
                <a:gd name="connsiteX4" fmla="*/ 578930 w 597294"/>
                <a:gd name="connsiteY4" fmla="*/ 1117267 h 2543540"/>
                <a:gd name="connsiteX5" fmla="*/ 592931 w 597294"/>
                <a:gd name="connsiteY5" fmla="*/ 1476359 h 2543540"/>
                <a:gd name="connsiteX6" fmla="*/ 503206 w 597294"/>
                <a:gd name="connsiteY6" fmla="*/ 1859359 h 2543540"/>
                <a:gd name="connsiteX7" fmla="*/ 291846 w 597294"/>
                <a:gd name="connsiteY7" fmla="*/ 2250361 h 2543540"/>
                <a:gd name="connsiteX8" fmla="*/ 0 w 597294"/>
                <a:gd name="connsiteY8" fmla="*/ 2543540 h 25435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7294" h="2543540">
                  <a:moveTo>
                    <a:pt x="16478" y="2079"/>
                  </a:moveTo>
                  <a:cubicBezTo>
                    <a:pt x="101441" y="-6684"/>
                    <a:pt x="224885" y="12557"/>
                    <a:pt x="299847" y="53991"/>
                  </a:cubicBezTo>
                  <a:cubicBezTo>
                    <a:pt x="394240" y="106092"/>
                    <a:pt x="468440" y="189341"/>
                    <a:pt x="503206" y="291354"/>
                  </a:cubicBezTo>
                  <a:cubicBezTo>
                    <a:pt x="550069" y="429085"/>
                    <a:pt x="520827" y="577770"/>
                    <a:pt x="525113" y="724265"/>
                  </a:cubicBezTo>
                  <a:cubicBezTo>
                    <a:pt x="529019" y="856472"/>
                    <a:pt x="561118" y="986012"/>
                    <a:pt x="578930" y="1117267"/>
                  </a:cubicBezTo>
                  <a:cubicBezTo>
                    <a:pt x="595122" y="1236234"/>
                    <a:pt x="602742" y="1356630"/>
                    <a:pt x="592931" y="1476359"/>
                  </a:cubicBezTo>
                  <a:cubicBezTo>
                    <a:pt x="582073" y="1607709"/>
                    <a:pt x="549783" y="1736011"/>
                    <a:pt x="503206" y="1859359"/>
                  </a:cubicBezTo>
                  <a:cubicBezTo>
                    <a:pt x="450628" y="1998710"/>
                    <a:pt x="383857" y="2133298"/>
                    <a:pt x="291846" y="2250361"/>
                  </a:cubicBezTo>
                  <a:cubicBezTo>
                    <a:pt x="231553" y="2327132"/>
                    <a:pt x="73819" y="2479532"/>
                    <a:pt x="0" y="2543540"/>
                  </a:cubicBezTo>
                </a:path>
              </a:pathLst>
            </a:custGeom>
            <a:noFill/>
            <a:ln w="9525" cap="rnd">
              <a:solidFill>
                <a:schemeClr val="accent2">
                  <a:alpha val="50000"/>
                </a:schemeClr>
              </a:solidFill>
              <a:prstDash val="lgDash"/>
              <a:round/>
            </a:ln>
          </p:spPr>
          <p:txBody>
            <a:bodyPr rtlCol="0" anchor="ctr"/>
            <a:lstStyle/>
            <a:p>
              <a:endParaRPr lang="en-US"/>
            </a:p>
          </p:txBody>
        </p:sp>
        <p:sp>
          <p:nvSpPr>
            <p:cNvPr id="3192" name="Freeform: Shape 3191">
              <a:extLst>
                <a:ext uri="{FF2B5EF4-FFF2-40B4-BE49-F238E27FC236}">
                  <a16:creationId xmlns:a16="http://schemas.microsoft.com/office/drawing/2014/main" id="{1F1624A4-F120-495F-BCDC-908EAC4C13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3002" y="881264"/>
              <a:ext cx="258791" cy="1336561"/>
            </a:xfrm>
            <a:custGeom>
              <a:avLst/>
              <a:gdLst>
                <a:gd name="connsiteX0" fmla="*/ 0 w 389425"/>
                <a:gd name="connsiteY0" fmla="*/ 33 h 2011236"/>
                <a:gd name="connsiteX1" fmla="*/ 171260 w 389425"/>
                <a:gd name="connsiteY1" fmla="*/ 60326 h 2011236"/>
                <a:gd name="connsiteX2" fmla="*/ 211455 w 389425"/>
                <a:gd name="connsiteY2" fmla="*/ 221204 h 2011236"/>
                <a:gd name="connsiteX3" fmla="*/ 243078 w 389425"/>
                <a:gd name="connsiteY3" fmla="*/ 448089 h 2011236"/>
                <a:gd name="connsiteX4" fmla="*/ 346424 w 389425"/>
                <a:gd name="connsiteY4" fmla="*/ 789941 h 2011236"/>
                <a:gd name="connsiteX5" fmla="*/ 372237 w 389425"/>
                <a:gd name="connsiteY5" fmla="*/ 942151 h 2011236"/>
                <a:gd name="connsiteX6" fmla="*/ 386620 w 389425"/>
                <a:gd name="connsiteY6" fmla="*/ 1272478 h 2011236"/>
                <a:gd name="connsiteX7" fmla="*/ 280416 w 389425"/>
                <a:gd name="connsiteY7" fmla="*/ 1660241 h 2011236"/>
                <a:gd name="connsiteX8" fmla="*/ 151257 w 389425"/>
                <a:gd name="connsiteY8" fmla="*/ 1844073 h 2011236"/>
                <a:gd name="connsiteX9" fmla="*/ 1905 w 389425"/>
                <a:gd name="connsiteY9" fmla="*/ 2011237 h 2011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9425" h="2011236">
                  <a:moveTo>
                    <a:pt x="0" y="33"/>
                  </a:moveTo>
                  <a:cubicBezTo>
                    <a:pt x="57912" y="-824"/>
                    <a:pt x="136112" y="14892"/>
                    <a:pt x="171260" y="60326"/>
                  </a:cubicBezTo>
                  <a:cubicBezTo>
                    <a:pt x="205645" y="104903"/>
                    <a:pt x="207740" y="164244"/>
                    <a:pt x="211455" y="221204"/>
                  </a:cubicBezTo>
                  <a:cubicBezTo>
                    <a:pt x="216408" y="297594"/>
                    <a:pt x="225838" y="373604"/>
                    <a:pt x="243078" y="448089"/>
                  </a:cubicBezTo>
                  <a:cubicBezTo>
                    <a:pt x="269939" y="564199"/>
                    <a:pt x="319183" y="673927"/>
                    <a:pt x="346424" y="789941"/>
                  </a:cubicBezTo>
                  <a:cubicBezTo>
                    <a:pt x="358235" y="840043"/>
                    <a:pt x="365951" y="891097"/>
                    <a:pt x="372237" y="942151"/>
                  </a:cubicBezTo>
                  <a:cubicBezTo>
                    <a:pt x="385858" y="1051784"/>
                    <a:pt x="394049" y="1162274"/>
                    <a:pt x="386620" y="1272478"/>
                  </a:cubicBezTo>
                  <a:cubicBezTo>
                    <a:pt x="377476" y="1407828"/>
                    <a:pt x="344996" y="1541178"/>
                    <a:pt x="280416" y="1660241"/>
                  </a:cubicBezTo>
                  <a:cubicBezTo>
                    <a:pt x="244602" y="1726249"/>
                    <a:pt x="199358" y="1786352"/>
                    <a:pt x="151257" y="1844073"/>
                  </a:cubicBezTo>
                  <a:cubicBezTo>
                    <a:pt x="79534" y="1930084"/>
                    <a:pt x="89345" y="1941419"/>
                    <a:pt x="1905" y="2011237"/>
                  </a:cubicBezTo>
                </a:path>
              </a:pathLst>
            </a:custGeom>
            <a:noFill/>
            <a:ln w="9525" cap="rnd">
              <a:solidFill>
                <a:schemeClr val="accent2">
                  <a:alpha val="50000"/>
                </a:schemeClr>
              </a:solidFill>
              <a:prstDash val="lgDash"/>
              <a:round/>
            </a:ln>
          </p:spPr>
          <p:txBody>
            <a:bodyPr rtlCol="0" anchor="ctr"/>
            <a:lstStyle/>
            <a:p>
              <a:endParaRPr lang="en-US"/>
            </a:p>
          </p:txBody>
        </p:sp>
      </p:grpSp>
      <p:grpSp>
        <p:nvGrpSpPr>
          <p:cNvPr id="3194" name="Cross">
            <a:extLst>
              <a:ext uri="{FF2B5EF4-FFF2-40B4-BE49-F238E27FC236}">
                <a16:creationId xmlns:a16="http://schemas.microsoft.com/office/drawing/2014/main" id="{7486C3FB-E613-42EE-BB94-C836C350912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945264" y="149792"/>
            <a:ext cx="118872" cy="118872"/>
            <a:chOff x="1175347" y="3733800"/>
            <a:chExt cx="118872" cy="118872"/>
          </a:xfrm>
        </p:grpSpPr>
        <p:cxnSp>
          <p:nvCxnSpPr>
            <p:cNvPr id="3195" name="Straight Connector 3194">
              <a:extLst>
                <a:ext uri="{FF2B5EF4-FFF2-40B4-BE49-F238E27FC236}">
                  <a16:creationId xmlns:a16="http://schemas.microsoft.com/office/drawing/2014/main" id="{2A4D2DB4-ADC6-454F-88D2-920131F2BBB7}"/>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234783" y="3733800"/>
              <a:ext cx="0" cy="118872"/>
            </a:xfrm>
            <a:prstGeom prst="line">
              <a:avLst/>
            </a:prstGeom>
            <a:ln w="12700">
              <a:solidFill>
                <a:schemeClr val="accent5"/>
              </a:solidFill>
            </a:ln>
          </p:spPr>
          <p:style>
            <a:lnRef idx="1">
              <a:schemeClr val="accent2"/>
            </a:lnRef>
            <a:fillRef idx="0">
              <a:schemeClr val="accent2"/>
            </a:fillRef>
            <a:effectRef idx="0">
              <a:schemeClr val="accent2"/>
            </a:effectRef>
            <a:fontRef idx="minor">
              <a:schemeClr val="tx1"/>
            </a:fontRef>
          </p:style>
        </p:cxnSp>
        <p:cxnSp>
          <p:nvCxnSpPr>
            <p:cNvPr id="3196" name="Straight Connector 3195">
              <a:extLst>
                <a:ext uri="{FF2B5EF4-FFF2-40B4-BE49-F238E27FC236}">
                  <a16:creationId xmlns:a16="http://schemas.microsoft.com/office/drawing/2014/main" id="{DC9C2CC8-1779-42F6-95C3-C68E0271661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175347" y="3793236"/>
              <a:ext cx="118872" cy="0"/>
            </a:xfrm>
            <a:prstGeom prst="line">
              <a:avLst/>
            </a:prstGeom>
            <a:ln w="12700">
              <a:solidFill>
                <a:schemeClr val="accent5"/>
              </a:solidFill>
            </a:ln>
          </p:spPr>
          <p:style>
            <a:lnRef idx="1">
              <a:schemeClr val="accent2"/>
            </a:lnRef>
            <a:fillRef idx="0">
              <a:schemeClr val="accent2"/>
            </a:fillRef>
            <a:effectRef idx="0">
              <a:schemeClr val="accent2"/>
            </a:effectRef>
            <a:fontRef idx="minor">
              <a:schemeClr val="tx1"/>
            </a:fontRef>
          </p:style>
        </p:cxnSp>
      </p:grpSp>
      <p:sp>
        <p:nvSpPr>
          <p:cNvPr id="3216" name="Rectangle 174">
            <a:extLst>
              <a:ext uri="{FF2B5EF4-FFF2-40B4-BE49-F238E27FC236}">
                <a16:creationId xmlns:a16="http://schemas.microsoft.com/office/drawing/2014/main" id="{F228EAAB-3FBA-AEA7-1D5F-1E99832642B0}"/>
              </a:ext>
            </a:extLst>
          </p:cNvPr>
          <p:cNvSpPr>
            <a:spLocks noChangeArrowheads="1"/>
          </p:cNvSpPr>
          <p:nvPr/>
        </p:nvSpPr>
        <p:spPr bwMode="auto">
          <a:xfrm>
            <a:off x="3463862" y="333598"/>
            <a:ext cx="1207643" cy="447612"/>
          </a:xfrm>
          <a:prstGeom prst="rect">
            <a:avLst/>
          </a:prstGeom>
          <a:solidFill>
            <a:schemeClr val="tx2">
              <a:lumMod val="25000"/>
              <a:lumOff val="75000"/>
            </a:schemeClr>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pPr marL="0" marR="0" lvl="0" indent="0" algn="ctr" defTabSz="914400" rtl="0" eaLnBrk="0" fontAlgn="base" latinLnBrk="0" hangingPunct="0">
              <a:lnSpc>
                <a:spcPct val="150000"/>
              </a:lnSpc>
              <a:spcBef>
                <a:spcPct val="0"/>
              </a:spcBef>
              <a:spcAft>
                <a:spcPct val="0"/>
              </a:spcAft>
              <a:buClrTx/>
              <a:buSzTx/>
              <a:buFontTx/>
              <a:buNone/>
              <a:tabLst/>
            </a:pPr>
            <a:r>
              <a:rPr kumimoji="0" lang="en-US" altLang="en-US" sz="1200" i="0" u="none" strike="noStrike" cap="none" normalizeH="0" baseline="0">
                <a:ln>
                  <a:noFill/>
                </a:ln>
                <a:effectLst/>
                <a:latin typeface="Avenir Next LT Pro (Body)"/>
                <a:ea typeface="Calibri" panose="020F0502020204030204" pitchFamily="34" charset="0"/>
                <a:cs typeface="Aldhabi" panose="020F0502020204030204" pitchFamily="2" charset="-78"/>
              </a:rPr>
              <a:t>Data</a:t>
            </a:r>
            <a:endParaRPr kumimoji="0" lang="en-US" altLang="en-US" sz="2000" i="0" u="none" strike="noStrike" cap="none" normalizeH="0" baseline="0">
              <a:ln>
                <a:noFill/>
              </a:ln>
              <a:effectLst/>
              <a:latin typeface="Avenir Next LT Pro (Body)"/>
              <a:cs typeface="Aldhabi" panose="020F0502020204030204" pitchFamily="2" charset="-78"/>
            </a:endParaRPr>
          </a:p>
        </p:txBody>
      </p:sp>
      <p:sp>
        <p:nvSpPr>
          <p:cNvPr id="3217" name="Rectangle 173">
            <a:extLst>
              <a:ext uri="{FF2B5EF4-FFF2-40B4-BE49-F238E27FC236}">
                <a16:creationId xmlns:a16="http://schemas.microsoft.com/office/drawing/2014/main" id="{3A67160F-39EF-3D8B-E569-7F4ECDC75CEE}"/>
              </a:ext>
            </a:extLst>
          </p:cNvPr>
          <p:cNvSpPr>
            <a:spLocks noChangeArrowheads="1"/>
          </p:cNvSpPr>
          <p:nvPr/>
        </p:nvSpPr>
        <p:spPr bwMode="auto">
          <a:xfrm>
            <a:off x="5759767" y="342520"/>
            <a:ext cx="1145349" cy="447612"/>
          </a:xfrm>
          <a:prstGeom prst="rect">
            <a:avLst/>
          </a:prstGeom>
          <a:solidFill>
            <a:schemeClr val="tx2">
              <a:lumMod val="25000"/>
              <a:lumOff val="75000"/>
            </a:schemeClr>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sz="1200" i="0" u="none" strike="noStrike" cap="none" normalizeH="0" baseline="0">
                <a:ln>
                  <a:noFill/>
                </a:ln>
                <a:effectLst/>
                <a:latin typeface="Avenir Next LT Pro (Body)"/>
                <a:ea typeface="Calibri" panose="020F0502020204030204" pitchFamily="34" charset="0"/>
                <a:cs typeface="Aldhabi" panose="020F0502020204030204" pitchFamily="2" charset="-78"/>
              </a:rPr>
              <a:t>Exploratory Data Analysis</a:t>
            </a:r>
            <a:endParaRPr kumimoji="0" lang="en-US" altLang="en-US" sz="2000" i="0" u="none" strike="noStrike" cap="none" normalizeH="0" baseline="0">
              <a:ln>
                <a:noFill/>
              </a:ln>
              <a:effectLst/>
              <a:latin typeface="Avenir Next LT Pro (Body)"/>
              <a:cs typeface="Aldhabi" panose="020F0502020204030204" pitchFamily="2" charset="-78"/>
            </a:endParaRPr>
          </a:p>
        </p:txBody>
      </p:sp>
      <p:sp>
        <p:nvSpPr>
          <p:cNvPr id="3218" name="Rectangle 172">
            <a:extLst>
              <a:ext uri="{FF2B5EF4-FFF2-40B4-BE49-F238E27FC236}">
                <a16:creationId xmlns:a16="http://schemas.microsoft.com/office/drawing/2014/main" id="{079612F8-1AF6-EF69-1D41-5E70B417958B}"/>
              </a:ext>
            </a:extLst>
          </p:cNvPr>
          <p:cNvSpPr>
            <a:spLocks noChangeArrowheads="1"/>
          </p:cNvSpPr>
          <p:nvPr/>
        </p:nvSpPr>
        <p:spPr bwMode="auto">
          <a:xfrm>
            <a:off x="1179576" y="2260790"/>
            <a:ext cx="1478979" cy="509587"/>
          </a:xfrm>
          <a:prstGeom prst="rect">
            <a:avLst/>
          </a:prstGeom>
          <a:solidFill>
            <a:schemeClr val="tx2">
              <a:lumMod val="25000"/>
              <a:lumOff val="75000"/>
            </a:schemeClr>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sz="1200" i="0" u="none" strike="noStrike" cap="none" normalizeH="0" baseline="0">
                <a:ln>
                  <a:noFill/>
                </a:ln>
                <a:effectLst/>
                <a:latin typeface="Avenir Next LT Pro (Body)"/>
                <a:ea typeface="Calibri" panose="020F0502020204030204" pitchFamily="34" charset="0"/>
                <a:cs typeface="Aldhabi" panose="020F0502020204030204" pitchFamily="2" charset="-78"/>
              </a:rPr>
              <a:t>Handling, Missing Duplicates</a:t>
            </a:r>
            <a:endParaRPr kumimoji="0" lang="en-US" altLang="en-US" sz="2000" i="0" u="none" strike="noStrike" cap="none" normalizeH="0" baseline="0">
              <a:ln>
                <a:noFill/>
              </a:ln>
              <a:effectLst/>
              <a:latin typeface="Avenir Next LT Pro (Body)"/>
              <a:cs typeface="Aldhabi" panose="020F0502020204030204" pitchFamily="2" charset="-78"/>
            </a:endParaRPr>
          </a:p>
        </p:txBody>
      </p:sp>
      <p:sp>
        <p:nvSpPr>
          <p:cNvPr id="3219" name="Rectangle 171">
            <a:extLst>
              <a:ext uri="{FF2B5EF4-FFF2-40B4-BE49-F238E27FC236}">
                <a16:creationId xmlns:a16="http://schemas.microsoft.com/office/drawing/2014/main" id="{22BDBB6F-2E75-3C87-27AF-C78CAAB251F4}"/>
              </a:ext>
            </a:extLst>
          </p:cNvPr>
          <p:cNvSpPr>
            <a:spLocks noChangeArrowheads="1"/>
          </p:cNvSpPr>
          <p:nvPr/>
        </p:nvSpPr>
        <p:spPr bwMode="auto">
          <a:xfrm>
            <a:off x="2887155" y="2260791"/>
            <a:ext cx="1241425" cy="488950"/>
          </a:xfrm>
          <a:prstGeom prst="rect">
            <a:avLst/>
          </a:prstGeom>
          <a:solidFill>
            <a:schemeClr val="tx2">
              <a:lumMod val="25000"/>
              <a:lumOff val="75000"/>
            </a:schemeClr>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sz="1200" i="0" u="none" strike="noStrike" cap="none" normalizeH="0" baseline="0">
                <a:ln>
                  <a:noFill/>
                </a:ln>
                <a:effectLst/>
                <a:latin typeface="Avenir Next LT Pro (Body)"/>
                <a:ea typeface="Calibri" panose="020F0502020204030204" pitchFamily="34" charset="0"/>
                <a:cs typeface="Aldhabi" panose="020F0502020204030204" pitchFamily="2" charset="-78"/>
              </a:rPr>
              <a:t>Renaming Columns</a:t>
            </a:r>
            <a:endParaRPr kumimoji="0" lang="en-US" altLang="en-US" sz="2000" i="0" u="none" strike="noStrike" cap="none" normalizeH="0" baseline="0">
              <a:ln>
                <a:noFill/>
              </a:ln>
              <a:effectLst/>
              <a:latin typeface="Avenir Next LT Pro (Body)"/>
              <a:cs typeface="Aldhabi" panose="020F0502020204030204" pitchFamily="2" charset="-78"/>
            </a:endParaRPr>
          </a:p>
        </p:txBody>
      </p:sp>
      <p:sp>
        <p:nvSpPr>
          <p:cNvPr id="3220" name="Rectangle 170">
            <a:extLst>
              <a:ext uri="{FF2B5EF4-FFF2-40B4-BE49-F238E27FC236}">
                <a16:creationId xmlns:a16="http://schemas.microsoft.com/office/drawing/2014/main" id="{7B60AA72-D2C8-A9D8-4E04-DDE34D6BA907}"/>
              </a:ext>
            </a:extLst>
          </p:cNvPr>
          <p:cNvSpPr>
            <a:spLocks noChangeArrowheads="1"/>
          </p:cNvSpPr>
          <p:nvPr/>
        </p:nvSpPr>
        <p:spPr bwMode="auto">
          <a:xfrm>
            <a:off x="5616067" y="2260791"/>
            <a:ext cx="1707672" cy="488950"/>
          </a:xfrm>
          <a:prstGeom prst="rect">
            <a:avLst/>
          </a:prstGeom>
          <a:solidFill>
            <a:schemeClr val="tx2">
              <a:lumMod val="25000"/>
              <a:lumOff val="75000"/>
            </a:schemeClr>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sz="1200" i="0" u="none" strike="noStrike" cap="none" normalizeH="0" baseline="0">
                <a:ln>
                  <a:noFill/>
                </a:ln>
                <a:effectLst/>
                <a:latin typeface="Avenir Next LT Pro (Body)"/>
                <a:ea typeface="Calibri" panose="020F0502020204030204" pitchFamily="34" charset="0"/>
                <a:cs typeface="Aldhabi" panose="020F0502020204030204" pitchFamily="2" charset="-78"/>
              </a:rPr>
              <a:t>Encoding categorical Factors</a:t>
            </a:r>
            <a:endParaRPr kumimoji="0" lang="en-US" altLang="en-US" sz="2000" i="0" u="none" strike="noStrike" cap="none" normalizeH="0" baseline="0">
              <a:ln>
                <a:noFill/>
              </a:ln>
              <a:effectLst/>
              <a:latin typeface="Avenir Next LT Pro (Body)"/>
              <a:cs typeface="Aldhabi" panose="020F0502020204030204" pitchFamily="2" charset="-78"/>
            </a:endParaRPr>
          </a:p>
        </p:txBody>
      </p:sp>
      <p:sp>
        <p:nvSpPr>
          <p:cNvPr id="3221" name="Rectangle 169">
            <a:extLst>
              <a:ext uri="{FF2B5EF4-FFF2-40B4-BE49-F238E27FC236}">
                <a16:creationId xmlns:a16="http://schemas.microsoft.com/office/drawing/2014/main" id="{DADED6C4-B725-32A1-AECD-6E74FC93683F}"/>
              </a:ext>
            </a:extLst>
          </p:cNvPr>
          <p:cNvSpPr>
            <a:spLocks noChangeArrowheads="1"/>
          </p:cNvSpPr>
          <p:nvPr/>
        </p:nvSpPr>
        <p:spPr bwMode="auto">
          <a:xfrm>
            <a:off x="3217355" y="1370203"/>
            <a:ext cx="1878012" cy="290513"/>
          </a:xfrm>
          <a:prstGeom prst="rect">
            <a:avLst/>
          </a:prstGeom>
          <a:solidFill>
            <a:schemeClr val="tx2">
              <a:lumMod val="25000"/>
              <a:lumOff val="75000"/>
            </a:schemeClr>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sz="1200" i="0" u="none" strike="noStrike" cap="none" normalizeH="0" baseline="0">
                <a:ln>
                  <a:noFill/>
                </a:ln>
                <a:effectLst/>
                <a:latin typeface="Avenir Next LT Pro (Body)"/>
                <a:ea typeface="Calibri" panose="020F0502020204030204" pitchFamily="34" charset="0"/>
                <a:cs typeface="Aldhabi" panose="020F0502020204030204" pitchFamily="2" charset="-78"/>
              </a:rPr>
              <a:t>Data Preprocessing</a:t>
            </a:r>
            <a:endParaRPr kumimoji="0" lang="en-US" altLang="en-US" sz="2000" i="0" u="none" strike="noStrike" cap="none" normalizeH="0" baseline="0">
              <a:ln>
                <a:noFill/>
              </a:ln>
              <a:effectLst/>
              <a:latin typeface="Avenir Next LT Pro (Body)"/>
              <a:cs typeface="Aldhabi" panose="020F0502020204030204" pitchFamily="2" charset="-78"/>
            </a:endParaRPr>
          </a:p>
        </p:txBody>
      </p:sp>
      <p:sp>
        <p:nvSpPr>
          <p:cNvPr id="3222" name="Rectangle 168">
            <a:extLst>
              <a:ext uri="{FF2B5EF4-FFF2-40B4-BE49-F238E27FC236}">
                <a16:creationId xmlns:a16="http://schemas.microsoft.com/office/drawing/2014/main" id="{D03F02ED-37B0-6306-F964-BDB6506926E6}"/>
              </a:ext>
            </a:extLst>
          </p:cNvPr>
          <p:cNvSpPr>
            <a:spLocks noChangeArrowheads="1"/>
          </p:cNvSpPr>
          <p:nvPr/>
        </p:nvSpPr>
        <p:spPr bwMode="auto">
          <a:xfrm>
            <a:off x="5685917" y="1370203"/>
            <a:ext cx="1468438" cy="290513"/>
          </a:xfrm>
          <a:prstGeom prst="rect">
            <a:avLst/>
          </a:prstGeom>
          <a:solidFill>
            <a:schemeClr val="tx2">
              <a:lumMod val="25000"/>
              <a:lumOff val="75000"/>
            </a:schemeClr>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sz="1200" i="0" u="none" strike="noStrike" cap="none" normalizeH="0" baseline="0">
                <a:ln>
                  <a:noFill/>
                </a:ln>
                <a:effectLst/>
                <a:latin typeface="Avenir Next LT Pro (Body)"/>
                <a:ea typeface="Calibri" panose="020F0502020204030204" pitchFamily="34" charset="0"/>
                <a:cs typeface="Aldhabi" panose="020F0502020204030204" pitchFamily="2" charset="-78"/>
              </a:rPr>
              <a:t>Outlier Detection</a:t>
            </a:r>
            <a:endParaRPr kumimoji="0" lang="en-US" altLang="en-US" sz="2000" i="0" u="none" strike="noStrike" cap="none" normalizeH="0" baseline="0">
              <a:ln>
                <a:noFill/>
              </a:ln>
              <a:effectLst/>
              <a:latin typeface="Avenir Next LT Pro (Body)"/>
              <a:cs typeface="Aldhabi" panose="020F0502020204030204" pitchFamily="2" charset="-78"/>
            </a:endParaRPr>
          </a:p>
        </p:txBody>
      </p:sp>
      <p:sp>
        <p:nvSpPr>
          <p:cNvPr id="3223" name="Rectangle 167">
            <a:extLst>
              <a:ext uri="{FF2B5EF4-FFF2-40B4-BE49-F238E27FC236}">
                <a16:creationId xmlns:a16="http://schemas.microsoft.com/office/drawing/2014/main" id="{79CB3616-A3EC-4C46-28EF-461BF7A6E73A}"/>
              </a:ext>
            </a:extLst>
          </p:cNvPr>
          <p:cNvSpPr>
            <a:spLocks noChangeArrowheads="1"/>
          </p:cNvSpPr>
          <p:nvPr/>
        </p:nvSpPr>
        <p:spPr bwMode="auto">
          <a:xfrm>
            <a:off x="4315905" y="2260791"/>
            <a:ext cx="1036637" cy="461962"/>
          </a:xfrm>
          <a:prstGeom prst="rect">
            <a:avLst/>
          </a:prstGeom>
          <a:solidFill>
            <a:schemeClr val="tx2">
              <a:lumMod val="25000"/>
              <a:lumOff val="75000"/>
            </a:schemeClr>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sz="1200" i="0" u="none" strike="noStrike" cap="none" normalizeH="0" baseline="0">
                <a:ln>
                  <a:noFill/>
                </a:ln>
                <a:effectLst/>
                <a:latin typeface="Avenir Next LT Pro (Body)"/>
                <a:ea typeface="Calibri" panose="020F0502020204030204" pitchFamily="34" charset="0"/>
                <a:cs typeface="Aldhabi" panose="020F0502020204030204" pitchFamily="2" charset="-78"/>
              </a:rPr>
              <a:t>Feature Scaling</a:t>
            </a:r>
            <a:endParaRPr kumimoji="0" lang="en-US" altLang="en-US" sz="2000" i="0" u="none" strike="noStrike" cap="none" normalizeH="0" baseline="0">
              <a:ln>
                <a:noFill/>
              </a:ln>
              <a:effectLst/>
              <a:latin typeface="Avenir Next LT Pro (Body)"/>
              <a:cs typeface="Aldhabi" panose="020F0502020204030204" pitchFamily="2" charset="-78"/>
            </a:endParaRPr>
          </a:p>
        </p:txBody>
      </p:sp>
      <p:sp>
        <p:nvSpPr>
          <p:cNvPr id="3224" name="Rectangle 166">
            <a:extLst>
              <a:ext uri="{FF2B5EF4-FFF2-40B4-BE49-F238E27FC236}">
                <a16:creationId xmlns:a16="http://schemas.microsoft.com/office/drawing/2014/main" id="{3BF90A3C-52CE-063B-88DB-0BA4C3F3E349}"/>
              </a:ext>
            </a:extLst>
          </p:cNvPr>
          <p:cNvSpPr>
            <a:spLocks noChangeArrowheads="1"/>
          </p:cNvSpPr>
          <p:nvPr/>
        </p:nvSpPr>
        <p:spPr bwMode="auto">
          <a:xfrm>
            <a:off x="3382455" y="3504946"/>
            <a:ext cx="1878012" cy="398463"/>
          </a:xfrm>
          <a:prstGeom prst="rect">
            <a:avLst/>
          </a:prstGeom>
          <a:solidFill>
            <a:schemeClr val="tx2">
              <a:lumMod val="25000"/>
              <a:lumOff val="75000"/>
            </a:schemeClr>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sz="1200" i="0" u="none" strike="noStrike" cap="none" normalizeH="0" baseline="0">
                <a:ln>
                  <a:noFill/>
                </a:ln>
                <a:effectLst/>
                <a:latin typeface="Avenir Next LT Pro (Body)"/>
                <a:ea typeface="Calibri" panose="020F0502020204030204" pitchFamily="34" charset="0"/>
                <a:cs typeface="Aldhabi" panose="020F0502020204030204" pitchFamily="2" charset="-78"/>
              </a:rPr>
              <a:t>Feature Selection Using Decision Trees</a:t>
            </a:r>
            <a:endParaRPr kumimoji="0" lang="en-US" altLang="en-US" sz="2000" i="0" u="none" strike="noStrike" cap="none" normalizeH="0" baseline="0">
              <a:ln>
                <a:noFill/>
              </a:ln>
              <a:effectLst/>
              <a:latin typeface="Avenir Next LT Pro (Body)"/>
              <a:cs typeface="Aldhabi" panose="020F0502020204030204" pitchFamily="2" charset="-78"/>
            </a:endParaRPr>
          </a:p>
        </p:txBody>
      </p:sp>
      <p:sp>
        <p:nvSpPr>
          <p:cNvPr id="3225" name="Rectangle 165">
            <a:extLst>
              <a:ext uri="{FF2B5EF4-FFF2-40B4-BE49-F238E27FC236}">
                <a16:creationId xmlns:a16="http://schemas.microsoft.com/office/drawing/2014/main" id="{8DE03ED5-EFAC-D743-E86D-EFD949CAC734}"/>
              </a:ext>
            </a:extLst>
          </p:cNvPr>
          <p:cNvSpPr>
            <a:spLocks noChangeArrowheads="1"/>
          </p:cNvSpPr>
          <p:nvPr/>
        </p:nvSpPr>
        <p:spPr bwMode="auto">
          <a:xfrm>
            <a:off x="3422142" y="4242816"/>
            <a:ext cx="1878013" cy="298450"/>
          </a:xfrm>
          <a:prstGeom prst="rect">
            <a:avLst/>
          </a:prstGeom>
          <a:solidFill>
            <a:schemeClr val="tx2">
              <a:lumMod val="25000"/>
              <a:lumOff val="75000"/>
            </a:schemeClr>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sz="1200" i="0" u="none" strike="noStrike" cap="none" normalizeH="0" baseline="0">
                <a:ln>
                  <a:noFill/>
                </a:ln>
                <a:effectLst/>
                <a:latin typeface="Avenir Next LT Pro (Body)"/>
                <a:ea typeface="Calibri" panose="020F0502020204030204" pitchFamily="34" charset="0"/>
                <a:cs typeface="Aldhabi" panose="020F0502020204030204" pitchFamily="2" charset="-78"/>
              </a:rPr>
              <a:t>Model Implementations</a:t>
            </a:r>
            <a:endParaRPr kumimoji="0" lang="en-US" altLang="en-US" sz="2000" i="0" u="none" strike="noStrike" cap="none" normalizeH="0" baseline="0">
              <a:ln>
                <a:noFill/>
              </a:ln>
              <a:effectLst/>
              <a:latin typeface="Avenir Next LT Pro (Body)"/>
              <a:cs typeface="Aldhabi" panose="020F0502020204030204" pitchFamily="2" charset="-78"/>
            </a:endParaRPr>
          </a:p>
        </p:txBody>
      </p:sp>
      <p:sp>
        <p:nvSpPr>
          <p:cNvPr id="3226" name="Rectangle 164">
            <a:extLst>
              <a:ext uri="{FF2B5EF4-FFF2-40B4-BE49-F238E27FC236}">
                <a16:creationId xmlns:a16="http://schemas.microsoft.com/office/drawing/2014/main" id="{02E0EC1F-1843-05AA-45FC-17F31ABF7BE1}"/>
              </a:ext>
            </a:extLst>
          </p:cNvPr>
          <p:cNvSpPr>
            <a:spLocks noChangeArrowheads="1"/>
          </p:cNvSpPr>
          <p:nvPr/>
        </p:nvSpPr>
        <p:spPr bwMode="auto">
          <a:xfrm>
            <a:off x="514413" y="5009580"/>
            <a:ext cx="1534542" cy="394270"/>
          </a:xfrm>
          <a:prstGeom prst="rect">
            <a:avLst/>
          </a:prstGeom>
          <a:solidFill>
            <a:schemeClr val="tx2">
              <a:lumMod val="25000"/>
              <a:lumOff val="75000"/>
            </a:schemeClr>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pPr marL="0" marR="0" lvl="0" indent="0" algn="ctr" defTabSz="914400" rtl="0" eaLnBrk="0" fontAlgn="base" latinLnBrk="0" hangingPunct="0">
              <a:lnSpc>
                <a:spcPct val="150000"/>
              </a:lnSpc>
              <a:spcBef>
                <a:spcPct val="0"/>
              </a:spcBef>
              <a:spcAft>
                <a:spcPct val="0"/>
              </a:spcAft>
              <a:buClrTx/>
              <a:buSzTx/>
              <a:buFontTx/>
              <a:buNone/>
              <a:tabLst/>
            </a:pPr>
            <a:r>
              <a:rPr kumimoji="0" lang="en-US" altLang="en-US" sz="1200" i="0" u="none" strike="noStrike" cap="none" normalizeH="0" baseline="0">
                <a:ln>
                  <a:noFill/>
                </a:ln>
                <a:effectLst/>
                <a:latin typeface="Avenir Next LT Pro (Body)"/>
                <a:ea typeface="Calibri" panose="020F0502020204030204" pitchFamily="34" charset="0"/>
                <a:cs typeface="Aldhabi" panose="020F0502020204030204" pitchFamily="2" charset="-78"/>
              </a:rPr>
              <a:t>Logistic Regression</a:t>
            </a:r>
            <a:endParaRPr kumimoji="0" lang="en-US" altLang="en-US" sz="2000" i="0" u="none" strike="noStrike" cap="none" normalizeH="0" baseline="0">
              <a:ln>
                <a:noFill/>
              </a:ln>
              <a:effectLst/>
              <a:latin typeface="Avenir Next LT Pro (Body)"/>
              <a:cs typeface="Aldhabi" panose="020F0502020204030204" pitchFamily="2" charset="-78"/>
            </a:endParaRPr>
          </a:p>
        </p:txBody>
      </p:sp>
      <p:sp>
        <p:nvSpPr>
          <p:cNvPr id="3227" name="Rectangle 163">
            <a:extLst>
              <a:ext uri="{FF2B5EF4-FFF2-40B4-BE49-F238E27FC236}">
                <a16:creationId xmlns:a16="http://schemas.microsoft.com/office/drawing/2014/main" id="{FE49E392-26D9-C4DD-B77B-0038A2555D23}"/>
              </a:ext>
            </a:extLst>
          </p:cNvPr>
          <p:cNvSpPr>
            <a:spLocks noChangeArrowheads="1"/>
          </p:cNvSpPr>
          <p:nvPr/>
        </p:nvSpPr>
        <p:spPr bwMode="auto">
          <a:xfrm>
            <a:off x="2292006" y="5009579"/>
            <a:ext cx="1298409" cy="434086"/>
          </a:xfrm>
          <a:prstGeom prst="rect">
            <a:avLst/>
          </a:prstGeom>
          <a:solidFill>
            <a:schemeClr val="tx2">
              <a:lumMod val="25000"/>
              <a:lumOff val="75000"/>
            </a:schemeClr>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sz="1200" i="0" u="none" strike="noStrike" cap="none" normalizeH="0" baseline="0">
                <a:ln>
                  <a:noFill/>
                </a:ln>
                <a:effectLst/>
                <a:latin typeface="Avenir Next LT Pro (Body)"/>
                <a:ea typeface="Calibri" panose="020F0502020204030204" pitchFamily="34" charset="0"/>
                <a:cs typeface="Aldhabi" panose="020F0502020204030204" pitchFamily="2" charset="-78"/>
              </a:rPr>
              <a:t>K-Nearest Neighbors</a:t>
            </a:r>
            <a:endParaRPr kumimoji="0" lang="en-US" altLang="en-US" sz="2000" i="0" u="none" strike="noStrike" cap="none" normalizeH="0" baseline="0">
              <a:ln>
                <a:noFill/>
              </a:ln>
              <a:effectLst/>
              <a:latin typeface="Avenir Next LT Pro (Body)"/>
              <a:cs typeface="Aldhabi" panose="020F0502020204030204" pitchFamily="2" charset="-78"/>
            </a:endParaRPr>
          </a:p>
        </p:txBody>
      </p:sp>
      <p:sp>
        <p:nvSpPr>
          <p:cNvPr id="3228" name="Rectangle 162">
            <a:extLst>
              <a:ext uri="{FF2B5EF4-FFF2-40B4-BE49-F238E27FC236}">
                <a16:creationId xmlns:a16="http://schemas.microsoft.com/office/drawing/2014/main" id="{847E713A-E269-411B-4C36-E84512D2566C}"/>
              </a:ext>
            </a:extLst>
          </p:cNvPr>
          <p:cNvSpPr>
            <a:spLocks noChangeArrowheads="1"/>
          </p:cNvSpPr>
          <p:nvPr/>
        </p:nvSpPr>
        <p:spPr bwMode="auto">
          <a:xfrm>
            <a:off x="3714241" y="5009579"/>
            <a:ext cx="1268409" cy="410145"/>
          </a:xfrm>
          <a:prstGeom prst="rect">
            <a:avLst/>
          </a:prstGeom>
          <a:solidFill>
            <a:schemeClr val="tx2">
              <a:lumMod val="25000"/>
              <a:lumOff val="75000"/>
            </a:schemeClr>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sz="1200" i="0" u="none" strike="noStrike" cap="none" normalizeH="0" baseline="0">
                <a:ln>
                  <a:noFill/>
                </a:ln>
                <a:effectLst/>
                <a:latin typeface="Avenir Next LT Pro (Body)"/>
                <a:ea typeface="Calibri" panose="020F0502020204030204" pitchFamily="34" charset="0"/>
                <a:cs typeface="Aldhabi" panose="020F0502020204030204" pitchFamily="2" charset="-78"/>
              </a:rPr>
              <a:t>Support Vector Machines</a:t>
            </a:r>
            <a:endParaRPr kumimoji="0" lang="en-US" altLang="en-US" sz="2000" i="0" u="none" strike="noStrike" cap="none" normalizeH="0" baseline="0">
              <a:ln>
                <a:noFill/>
              </a:ln>
              <a:effectLst/>
              <a:latin typeface="Avenir Next LT Pro (Body)"/>
              <a:cs typeface="Aldhabi" panose="020F0502020204030204" pitchFamily="2" charset="-78"/>
            </a:endParaRPr>
          </a:p>
        </p:txBody>
      </p:sp>
      <p:sp>
        <p:nvSpPr>
          <p:cNvPr id="3229" name="Rectangle 161">
            <a:extLst>
              <a:ext uri="{FF2B5EF4-FFF2-40B4-BE49-F238E27FC236}">
                <a16:creationId xmlns:a16="http://schemas.microsoft.com/office/drawing/2014/main" id="{27E9B253-8E30-D7B7-4012-616B2A35F6A8}"/>
              </a:ext>
            </a:extLst>
          </p:cNvPr>
          <p:cNvSpPr>
            <a:spLocks noChangeArrowheads="1"/>
          </p:cNvSpPr>
          <p:nvPr/>
        </p:nvSpPr>
        <p:spPr bwMode="auto">
          <a:xfrm>
            <a:off x="5041391" y="5009579"/>
            <a:ext cx="1265231" cy="410143"/>
          </a:xfrm>
          <a:prstGeom prst="rect">
            <a:avLst/>
          </a:prstGeom>
          <a:solidFill>
            <a:schemeClr val="tx2">
              <a:lumMod val="25000"/>
              <a:lumOff val="75000"/>
            </a:schemeClr>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pPr marL="0" marR="0" lvl="0" indent="0" algn="ctr" defTabSz="914400" rtl="0" eaLnBrk="0" fontAlgn="base" latinLnBrk="0" hangingPunct="0">
              <a:lnSpc>
                <a:spcPct val="150000"/>
              </a:lnSpc>
              <a:spcBef>
                <a:spcPct val="0"/>
              </a:spcBef>
              <a:spcAft>
                <a:spcPct val="0"/>
              </a:spcAft>
              <a:buClrTx/>
              <a:buSzTx/>
              <a:buFontTx/>
              <a:buNone/>
              <a:tabLst/>
            </a:pPr>
            <a:r>
              <a:rPr kumimoji="0" lang="en-US" altLang="en-US" sz="1200" i="0" u="none" strike="noStrike" cap="none" normalizeH="0" baseline="0">
                <a:ln>
                  <a:noFill/>
                </a:ln>
                <a:effectLst/>
                <a:latin typeface="Avenir Next LT Pro (Body)"/>
                <a:ea typeface="Calibri" panose="020F0502020204030204" pitchFamily="34" charset="0"/>
                <a:cs typeface="Aldhabi" panose="020F0502020204030204" pitchFamily="2" charset="-78"/>
              </a:rPr>
              <a:t>Random Forest</a:t>
            </a:r>
            <a:endParaRPr kumimoji="0" lang="en-US" altLang="en-US" sz="2000" i="0" u="none" strike="noStrike" cap="none" normalizeH="0" baseline="0">
              <a:ln>
                <a:noFill/>
              </a:ln>
              <a:effectLst/>
              <a:latin typeface="Avenir Next LT Pro (Body)"/>
              <a:cs typeface="Aldhabi" panose="020F0502020204030204" pitchFamily="2" charset="-78"/>
            </a:endParaRPr>
          </a:p>
        </p:txBody>
      </p:sp>
      <p:sp>
        <p:nvSpPr>
          <p:cNvPr id="3230" name="Rectangle 160">
            <a:extLst>
              <a:ext uri="{FF2B5EF4-FFF2-40B4-BE49-F238E27FC236}">
                <a16:creationId xmlns:a16="http://schemas.microsoft.com/office/drawing/2014/main" id="{B2275CD8-DED3-673E-6D2B-C5DA6247A3DF}"/>
              </a:ext>
            </a:extLst>
          </p:cNvPr>
          <p:cNvSpPr>
            <a:spLocks noChangeArrowheads="1"/>
          </p:cNvSpPr>
          <p:nvPr/>
        </p:nvSpPr>
        <p:spPr bwMode="auto">
          <a:xfrm>
            <a:off x="6403466" y="5009579"/>
            <a:ext cx="1202399" cy="392685"/>
          </a:xfrm>
          <a:prstGeom prst="rect">
            <a:avLst/>
          </a:prstGeom>
          <a:solidFill>
            <a:schemeClr val="tx2">
              <a:lumMod val="25000"/>
              <a:lumOff val="75000"/>
            </a:schemeClr>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pPr marL="0" marR="0" lvl="0" indent="0" algn="ctr" defTabSz="914400" rtl="0" eaLnBrk="0" fontAlgn="base" latinLnBrk="0" hangingPunct="0">
              <a:lnSpc>
                <a:spcPct val="150000"/>
              </a:lnSpc>
              <a:spcBef>
                <a:spcPct val="0"/>
              </a:spcBef>
              <a:spcAft>
                <a:spcPct val="0"/>
              </a:spcAft>
              <a:buClrTx/>
              <a:buSzTx/>
              <a:buFontTx/>
              <a:buNone/>
              <a:tabLst/>
            </a:pPr>
            <a:r>
              <a:rPr kumimoji="0" lang="en-US" altLang="en-US" sz="1200" i="0" u="none" strike="noStrike" cap="none" normalizeH="0" baseline="0">
                <a:ln>
                  <a:noFill/>
                </a:ln>
                <a:effectLst/>
                <a:latin typeface="Avenir Next LT Pro (Body)"/>
                <a:ea typeface="Calibri" panose="020F0502020204030204" pitchFamily="34" charset="0"/>
                <a:cs typeface="Aldhabi" panose="020F0502020204030204" pitchFamily="2" charset="-78"/>
              </a:rPr>
              <a:t>XGBOOST</a:t>
            </a:r>
            <a:endParaRPr kumimoji="0" lang="en-US" altLang="en-US" sz="2000" i="0" u="none" strike="noStrike" cap="none" normalizeH="0" baseline="0">
              <a:ln>
                <a:noFill/>
              </a:ln>
              <a:effectLst/>
              <a:latin typeface="Avenir Next LT Pro (Body)"/>
              <a:cs typeface="Aldhabi" panose="020F0502020204030204" pitchFamily="2" charset="-78"/>
            </a:endParaRPr>
          </a:p>
        </p:txBody>
      </p:sp>
      <p:sp>
        <p:nvSpPr>
          <p:cNvPr id="3231" name="Rectangle 159">
            <a:extLst>
              <a:ext uri="{FF2B5EF4-FFF2-40B4-BE49-F238E27FC236}">
                <a16:creationId xmlns:a16="http://schemas.microsoft.com/office/drawing/2014/main" id="{A1A9CEC1-078B-6123-18D5-FA484208EDEB}"/>
              </a:ext>
            </a:extLst>
          </p:cNvPr>
          <p:cNvSpPr>
            <a:spLocks noChangeArrowheads="1"/>
          </p:cNvSpPr>
          <p:nvPr/>
        </p:nvSpPr>
        <p:spPr bwMode="auto">
          <a:xfrm>
            <a:off x="3380867" y="6006275"/>
            <a:ext cx="1878013" cy="292100"/>
          </a:xfrm>
          <a:prstGeom prst="rect">
            <a:avLst/>
          </a:prstGeom>
          <a:solidFill>
            <a:schemeClr val="tx2">
              <a:lumMod val="25000"/>
              <a:lumOff val="75000"/>
            </a:schemeClr>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sz="1200" i="0" u="none" strike="noStrike" cap="none" normalizeH="0" baseline="0">
                <a:ln>
                  <a:noFill/>
                </a:ln>
                <a:effectLst/>
                <a:latin typeface="Avenir Next LT Pro (Body)"/>
                <a:ea typeface="Calibri" panose="020F0502020204030204" pitchFamily="34" charset="0"/>
                <a:cs typeface="Aldhabi" panose="020F0502020204030204" pitchFamily="2" charset="-78"/>
              </a:rPr>
              <a:t>Metrics &amp; Comparison</a:t>
            </a:r>
            <a:endParaRPr kumimoji="0" lang="en-US" altLang="en-US" sz="2000" i="0" u="none" strike="noStrike" cap="none" normalizeH="0" baseline="0">
              <a:ln>
                <a:noFill/>
              </a:ln>
              <a:effectLst/>
              <a:latin typeface="Avenir Next LT Pro (Body)"/>
              <a:cs typeface="Aldhabi" panose="020F0502020204030204" pitchFamily="2" charset="-78"/>
            </a:endParaRPr>
          </a:p>
        </p:txBody>
      </p:sp>
      <p:sp>
        <p:nvSpPr>
          <p:cNvPr id="3232" name="AutoShape 158">
            <a:extLst>
              <a:ext uri="{FF2B5EF4-FFF2-40B4-BE49-F238E27FC236}">
                <a16:creationId xmlns:a16="http://schemas.microsoft.com/office/drawing/2014/main" id="{C5511CD1-0244-A2E2-0FE3-B7E3078A8548}"/>
              </a:ext>
            </a:extLst>
          </p:cNvPr>
          <p:cNvSpPr>
            <a:spLocks noChangeShapeType="1"/>
          </p:cNvSpPr>
          <p:nvPr/>
        </p:nvSpPr>
        <p:spPr bwMode="auto">
          <a:xfrm>
            <a:off x="4680649" y="633571"/>
            <a:ext cx="1069975" cy="0"/>
          </a:xfrm>
          <a:prstGeom prst="straightConnector1">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sz="2000">
              <a:latin typeface="Avenir Next LT Pro (Body)"/>
              <a:cs typeface="Aldhabi" panose="020F0502020204030204" pitchFamily="2" charset="-78"/>
            </a:endParaRPr>
          </a:p>
        </p:txBody>
      </p:sp>
      <p:sp>
        <p:nvSpPr>
          <p:cNvPr id="3233" name="AutoShape 157">
            <a:extLst>
              <a:ext uri="{FF2B5EF4-FFF2-40B4-BE49-F238E27FC236}">
                <a16:creationId xmlns:a16="http://schemas.microsoft.com/office/drawing/2014/main" id="{939B2E29-0A69-6FD4-B81D-362B9CBB4810}"/>
              </a:ext>
            </a:extLst>
          </p:cNvPr>
          <p:cNvSpPr>
            <a:spLocks noChangeShapeType="1"/>
          </p:cNvSpPr>
          <p:nvPr/>
        </p:nvSpPr>
        <p:spPr bwMode="auto">
          <a:xfrm>
            <a:off x="4126992" y="786384"/>
            <a:ext cx="0" cy="595313"/>
          </a:xfrm>
          <a:prstGeom prst="straightConnector1">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sz="2000">
              <a:latin typeface="Avenir Next LT Pro (Body)"/>
              <a:cs typeface="Aldhabi" panose="020F0502020204030204" pitchFamily="2" charset="-78"/>
            </a:endParaRPr>
          </a:p>
        </p:txBody>
      </p:sp>
      <p:sp>
        <p:nvSpPr>
          <p:cNvPr id="3234" name="AutoShape 156">
            <a:extLst>
              <a:ext uri="{FF2B5EF4-FFF2-40B4-BE49-F238E27FC236}">
                <a16:creationId xmlns:a16="http://schemas.microsoft.com/office/drawing/2014/main" id="{9034AB14-E339-90C7-88AD-268675017D33}"/>
              </a:ext>
            </a:extLst>
          </p:cNvPr>
          <p:cNvSpPr>
            <a:spLocks noChangeShapeType="1"/>
          </p:cNvSpPr>
          <p:nvPr/>
        </p:nvSpPr>
        <p:spPr bwMode="auto">
          <a:xfrm>
            <a:off x="6285230" y="777240"/>
            <a:ext cx="0" cy="595313"/>
          </a:xfrm>
          <a:prstGeom prst="straightConnector1">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sz="2000">
              <a:latin typeface="Avenir Next LT Pro (Body)"/>
              <a:cs typeface="Aldhabi" panose="020F0502020204030204" pitchFamily="2" charset="-78"/>
            </a:endParaRPr>
          </a:p>
        </p:txBody>
      </p:sp>
      <p:sp>
        <p:nvSpPr>
          <p:cNvPr id="3235" name="AutoShape 155">
            <a:extLst>
              <a:ext uri="{FF2B5EF4-FFF2-40B4-BE49-F238E27FC236}">
                <a16:creationId xmlns:a16="http://schemas.microsoft.com/office/drawing/2014/main" id="{CB5EE1C8-1C7B-D6D5-6675-FD99B6307469}"/>
              </a:ext>
            </a:extLst>
          </p:cNvPr>
          <p:cNvSpPr>
            <a:spLocks noChangeShapeType="1"/>
          </p:cNvSpPr>
          <p:nvPr/>
        </p:nvSpPr>
        <p:spPr bwMode="auto">
          <a:xfrm>
            <a:off x="2048955" y="1897253"/>
            <a:ext cx="4354512" cy="0"/>
          </a:xfrm>
          <a:prstGeom prst="straightConnector1">
            <a:avLst/>
          </a:prstGeom>
          <a:noFill/>
          <a:ln w="9525">
            <a:solidFill>
              <a:srgbClr val="000000"/>
            </a:solidFill>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sz="2000">
              <a:latin typeface="Avenir Next LT Pro (Body)"/>
              <a:cs typeface="Aldhabi" panose="020F0502020204030204" pitchFamily="2" charset="-78"/>
            </a:endParaRPr>
          </a:p>
        </p:txBody>
      </p:sp>
      <p:sp>
        <p:nvSpPr>
          <p:cNvPr id="3236" name="AutoShape 154">
            <a:extLst>
              <a:ext uri="{FF2B5EF4-FFF2-40B4-BE49-F238E27FC236}">
                <a16:creationId xmlns:a16="http://schemas.microsoft.com/office/drawing/2014/main" id="{907BCAA1-561B-05BF-DD4C-37FD8AC46EF4}"/>
              </a:ext>
            </a:extLst>
          </p:cNvPr>
          <p:cNvSpPr>
            <a:spLocks noChangeShapeType="1"/>
          </p:cNvSpPr>
          <p:nvPr/>
        </p:nvSpPr>
        <p:spPr bwMode="auto">
          <a:xfrm>
            <a:off x="4126992" y="1660716"/>
            <a:ext cx="0" cy="236537"/>
          </a:xfrm>
          <a:prstGeom prst="straightConnector1">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sz="2000">
              <a:latin typeface="Avenir Next LT Pro (Body)"/>
              <a:cs typeface="Aldhabi" panose="020F0502020204030204" pitchFamily="2" charset="-78"/>
            </a:endParaRPr>
          </a:p>
        </p:txBody>
      </p:sp>
      <p:sp>
        <p:nvSpPr>
          <p:cNvPr id="3237" name="AutoShape 153">
            <a:extLst>
              <a:ext uri="{FF2B5EF4-FFF2-40B4-BE49-F238E27FC236}">
                <a16:creationId xmlns:a16="http://schemas.microsoft.com/office/drawing/2014/main" id="{19F50D07-BB36-8126-36EB-6486AE33F199}"/>
              </a:ext>
            </a:extLst>
          </p:cNvPr>
          <p:cNvSpPr>
            <a:spLocks noChangeShapeType="1"/>
          </p:cNvSpPr>
          <p:nvPr/>
        </p:nvSpPr>
        <p:spPr bwMode="auto">
          <a:xfrm>
            <a:off x="2048955" y="1897253"/>
            <a:ext cx="0" cy="361950"/>
          </a:xfrm>
          <a:prstGeom prst="straightConnector1">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sz="2000">
              <a:latin typeface="Avenir Next LT Pro (Body)"/>
              <a:cs typeface="Aldhabi" panose="020F0502020204030204" pitchFamily="2" charset="-78"/>
            </a:endParaRPr>
          </a:p>
        </p:txBody>
      </p:sp>
      <p:sp>
        <p:nvSpPr>
          <p:cNvPr id="3238" name="AutoShape 152">
            <a:extLst>
              <a:ext uri="{FF2B5EF4-FFF2-40B4-BE49-F238E27FC236}">
                <a16:creationId xmlns:a16="http://schemas.microsoft.com/office/drawing/2014/main" id="{5D2B72A8-B87B-336F-E281-6174651D299D}"/>
              </a:ext>
            </a:extLst>
          </p:cNvPr>
          <p:cNvSpPr>
            <a:spLocks noChangeShapeType="1"/>
          </p:cNvSpPr>
          <p:nvPr/>
        </p:nvSpPr>
        <p:spPr bwMode="auto">
          <a:xfrm>
            <a:off x="3523742" y="1897253"/>
            <a:ext cx="0" cy="361950"/>
          </a:xfrm>
          <a:prstGeom prst="straightConnector1">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sz="2000">
              <a:latin typeface="Avenir Next LT Pro (Body)"/>
              <a:cs typeface="Aldhabi" panose="020F0502020204030204" pitchFamily="2" charset="-78"/>
            </a:endParaRPr>
          </a:p>
        </p:txBody>
      </p:sp>
      <p:sp>
        <p:nvSpPr>
          <p:cNvPr id="3239" name="AutoShape 151">
            <a:extLst>
              <a:ext uri="{FF2B5EF4-FFF2-40B4-BE49-F238E27FC236}">
                <a16:creationId xmlns:a16="http://schemas.microsoft.com/office/drawing/2014/main" id="{0F1E9BDB-E1C2-F579-B59C-C8DC3C104BD5}"/>
              </a:ext>
            </a:extLst>
          </p:cNvPr>
          <p:cNvSpPr>
            <a:spLocks noChangeShapeType="1"/>
          </p:cNvSpPr>
          <p:nvPr/>
        </p:nvSpPr>
        <p:spPr bwMode="auto">
          <a:xfrm>
            <a:off x="4854067" y="1897253"/>
            <a:ext cx="0" cy="361950"/>
          </a:xfrm>
          <a:prstGeom prst="straightConnector1">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sz="2000">
              <a:latin typeface="Avenir Next LT Pro (Body)"/>
              <a:cs typeface="Aldhabi" panose="020F0502020204030204" pitchFamily="2" charset="-78"/>
            </a:endParaRPr>
          </a:p>
        </p:txBody>
      </p:sp>
      <p:sp>
        <p:nvSpPr>
          <p:cNvPr id="3240" name="AutoShape 150">
            <a:extLst>
              <a:ext uri="{FF2B5EF4-FFF2-40B4-BE49-F238E27FC236}">
                <a16:creationId xmlns:a16="http://schemas.microsoft.com/office/drawing/2014/main" id="{DE15E48D-C050-E0E9-436E-55D7AEE02949}"/>
              </a:ext>
            </a:extLst>
          </p:cNvPr>
          <p:cNvSpPr>
            <a:spLocks noChangeShapeType="1"/>
          </p:cNvSpPr>
          <p:nvPr/>
        </p:nvSpPr>
        <p:spPr bwMode="auto">
          <a:xfrm>
            <a:off x="6403467" y="1897253"/>
            <a:ext cx="0" cy="361950"/>
          </a:xfrm>
          <a:prstGeom prst="straightConnector1">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sz="2000">
              <a:latin typeface="Avenir Next LT Pro (Body)"/>
              <a:cs typeface="Aldhabi" panose="020F0502020204030204" pitchFamily="2" charset="-78"/>
            </a:endParaRPr>
          </a:p>
        </p:txBody>
      </p:sp>
      <p:sp>
        <p:nvSpPr>
          <p:cNvPr id="3242" name="AutoShape 148">
            <a:extLst>
              <a:ext uri="{FF2B5EF4-FFF2-40B4-BE49-F238E27FC236}">
                <a16:creationId xmlns:a16="http://schemas.microsoft.com/office/drawing/2014/main" id="{1B56C92A-9894-BD4D-AEEC-FA9EB6872673}"/>
              </a:ext>
            </a:extLst>
          </p:cNvPr>
          <p:cNvSpPr>
            <a:spLocks noChangeShapeType="1"/>
          </p:cNvSpPr>
          <p:nvPr/>
        </p:nvSpPr>
        <p:spPr bwMode="auto">
          <a:xfrm>
            <a:off x="2058481" y="2772814"/>
            <a:ext cx="0" cy="344383"/>
          </a:xfrm>
          <a:prstGeom prst="straightConnector1">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sz="2000">
              <a:latin typeface="Avenir Next LT Pro (Body)"/>
              <a:cs typeface="Aldhabi" panose="020F0502020204030204" pitchFamily="2" charset="-78"/>
            </a:endParaRPr>
          </a:p>
        </p:txBody>
      </p:sp>
      <p:sp>
        <p:nvSpPr>
          <p:cNvPr id="3243" name="AutoShape 147">
            <a:extLst>
              <a:ext uri="{FF2B5EF4-FFF2-40B4-BE49-F238E27FC236}">
                <a16:creationId xmlns:a16="http://schemas.microsoft.com/office/drawing/2014/main" id="{911F5962-6F27-EA51-952C-4F1542474D60}"/>
              </a:ext>
            </a:extLst>
          </p:cNvPr>
          <p:cNvSpPr>
            <a:spLocks noChangeShapeType="1"/>
          </p:cNvSpPr>
          <p:nvPr/>
        </p:nvSpPr>
        <p:spPr bwMode="auto">
          <a:xfrm>
            <a:off x="4798505" y="2723261"/>
            <a:ext cx="0" cy="395859"/>
          </a:xfrm>
          <a:prstGeom prst="straightConnector1">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sz="2000">
              <a:latin typeface="Avenir Next LT Pro (Body)"/>
              <a:cs typeface="Aldhabi" panose="020F0502020204030204" pitchFamily="2" charset="-78"/>
            </a:endParaRPr>
          </a:p>
        </p:txBody>
      </p:sp>
      <p:sp>
        <p:nvSpPr>
          <p:cNvPr id="3244" name="AutoShape 146">
            <a:extLst>
              <a:ext uri="{FF2B5EF4-FFF2-40B4-BE49-F238E27FC236}">
                <a16:creationId xmlns:a16="http://schemas.microsoft.com/office/drawing/2014/main" id="{C5B0DB97-03E3-4096-D3BD-9DFE777F774F}"/>
              </a:ext>
            </a:extLst>
          </p:cNvPr>
          <p:cNvSpPr>
            <a:spLocks noChangeShapeType="1"/>
          </p:cNvSpPr>
          <p:nvPr/>
        </p:nvSpPr>
        <p:spPr bwMode="auto">
          <a:xfrm>
            <a:off x="4315905" y="3894401"/>
            <a:ext cx="0" cy="361950"/>
          </a:xfrm>
          <a:prstGeom prst="straightConnector1">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sz="2000">
              <a:latin typeface="Avenir Next LT Pro (Body)"/>
              <a:cs typeface="Aldhabi" panose="020F0502020204030204" pitchFamily="2" charset="-78"/>
            </a:endParaRPr>
          </a:p>
        </p:txBody>
      </p:sp>
      <p:sp>
        <p:nvSpPr>
          <p:cNvPr id="3245" name="AutoShape 145">
            <a:extLst>
              <a:ext uri="{FF2B5EF4-FFF2-40B4-BE49-F238E27FC236}">
                <a16:creationId xmlns:a16="http://schemas.microsoft.com/office/drawing/2014/main" id="{89C06BF1-F4FF-89FA-F3EC-B9C86B710BFB}"/>
              </a:ext>
            </a:extLst>
          </p:cNvPr>
          <p:cNvSpPr>
            <a:spLocks noChangeShapeType="1"/>
          </p:cNvSpPr>
          <p:nvPr/>
        </p:nvSpPr>
        <p:spPr bwMode="auto">
          <a:xfrm>
            <a:off x="2044192" y="3111691"/>
            <a:ext cx="4298950" cy="4762"/>
          </a:xfrm>
          <a:prstGeom prst="straightConnector1">
            <a:avLst/>
          </a:prstGeom>
          <a:noFill/>
          <a:ln w="9525">
            <a:solidFill>
              <a:srgbClr val="000000"/>
            </a:solidFill>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sz="2000">
              <a:latin typeface="Avenir Next LT Pro (Body)"/>
              <a:cs typeface="Aldhabi" panose="020F0502020204030204" pitchFamily="2" charset="-78"/>
            </a:endParaRPr>
          </a:p>
        </p:txBody>
      </p:sp>
      <p:sp>
        <p:nvSpPr>
          <p:cNvPr id="3246" name="AutoShape 144">
            <a:extLst>
              <a:ext uri="{FF2B5EF4-FFF2-40B4-BE49-F238E27FC236}">
                <a16:creationId xmlns:a16="http://schemas.microsoft.com/office/drawing/2014/main" id="{CDCD17FB-1C9D-531D-DCAE-5E04E29A4DE8}"/>
              </a:ext>
            </a:extLst>
          </p:cNvPr>
          <p:cNvSpPr>
            <a:spLocks noChangeShapeType="1"/>
          </p:cNvSpPr>
          <p:nvPr/>
        </p:nvSpPr>
        <p:spPr bwMode="auto">
          <a:xfrm>
            <a:off x="1494917" y="4782566"/>
            <a:ext cx="5410200" cy="0"/>
          </a:xfrm>
          <a:prstGeom prst="straightConnector1">
            <a:avLst/>
          </a:prstGeom>
          <a:noFill/>
          <a:ln w="9525">
            <a:solidFill>
              <a:srgbClr val="000000"/>
            </a:solidFill>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sz="2000">
              <a:latin typeface="Avenir Next LT Pro (Body)"/>
              <a:cs typeface="Aldhabi" panose="020F0502020204030204" pitchFamily="2" charset="-78"/>
            </a:endParaRPr>
          </a:p>
        </p:txBody>
      </p:sp>
      <p:sp>
        <p:nvSpPr>
          <p:cNvPr id="3247" name="AutoShape 143">
            <a:extLst>
              <a:ext uri="{FF2B5EF4-FFF2-40B4-BE49-F238E27FC236}">
                <a16:creationId xmlns:a16="http://schemas.microsoft.com/office/drawing/2014/main" id="{4C1A08DB-6359-7BE1-52FF-A906FB7B6751}"/>
              </a:ext>
            </a:extLst>
          </p:cNvPr>
          <p:cNvSpPr>
            <a:spLocks noChangeShapeType="1"/>
          </p:cNvSpPr>
          <p:nvPr/>
        </p:nvSpPr>
        <p:spPr bwMode="auto">
          <a:xfrm>
            <a:off x="1247202" y="5637594"/>
            <a:ext cx="5686174" cy="0"/>
          </a:xfrm>
          <a:prstGeom prst="straightConnector1">
            <a:avLst/>
          </a:prstGeom>
          <a:noFill/>
          <a:ln w="9525">
            <a:solidFill>
              <a:srgbClr val="000000"/>
            </a:solidFill>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sz="2000">
              <a:latin typeface="Avenir Next LT Pro (Body)"/>
              <a:cs typeface="Aldhabi" panose="020F0502020204030204" pitchFamily="2" charset="-78"/>
            </a:endParaRPr>
          </a:p>
        </p:txBody>
      </p:sp>
      <p:sp>
        <p:nvSpPr>
          <p:cNvPr id="3248" name="AutoShape 142">
            <a:extLst>
              <a:ext uri="{FF2B5EF4-FFF2-40B4-BE49-F238E27FC236}">
                <a16:creationId xmlns:a16="http://schemas.microsoft.com/office/drawing/2014/main" id="{5225B96E-7903-B2E5-DE4E-17CDEA5924D1}"/>
              </a:ext>
            </a:extLst>
          </p:cNvPr>
          <p:cNvSpPr>
            <a:spLocks noChangeShapeType="1"/>
          </p:cNvSpPr>
          <p:nvPr/>
        </p:nvSpPr>
        <p:spPr bwMode="auto">
          <a:xfrm>
            <a:off x="6338379" y="2754279"/>
            <a:ext cx="0" cy="365570"/>
          </a:xfrm>
          <a:prstGeom prst="straightConnector1">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sz="2000">
              <a:latin typeface="Avenir Next LT Pro (Body)"/>
              <a:cs typeface="Aldhabi" panose="020F0502020204030204" pitchFamily="2" charset="-78"/>
            </a:endParaRPr>
          </a:p>
        </p:txBody>
      </p:sp>
      <p:sp>
        <p:nvSpPr>
          <p:cNvPr id="3249" name="AutoShape 141">
            <a:extLst>
              <a:ext uri="{FF2B5EF4-FFF2-40B4-BE49-F238E27FC236}">
                <a16:creationId xmlns:a16="http://schemas.microsoft.com/office/drawing/2014/main" id="{760ABD00-C8BA-6F8D-B0A8-556DDCB03A89}"/>
              </a:ext>
            </a:extLst>
          </p:cNvPr>
          <p:cNvSpPr>
            <a:spLocks noChangeShapeType="1"/>
          </p:cNvSpPr>
          <p:nvPr/>
        </p:nvSpPr>
        <p:spPr bwMode="auto">
          <a:xfrm>
            <a:off x="4315905" y="3114040"/>
            <a:ext cx="0" cy="400050"/>
          </a:xfrm>
          <a:prstGeom prst="straightConnector1">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sz="2000">
              <a:latin typeface="Avenir Next LT Pro (Body)"/>
              <a:cs typeface="Aldhabi" panose="020F0502020204030204" pitchFamily="2" charset="-78"/>
            </a:endParaRPr>
          </a:p>
        </p:txBody>
      </p:sp>
      <p:sp>
        <p:nvSpPr>
          <p:cNvPr id="3250" name="AutoShape 140">
            <a:extLst>
              <a:ext uri="{FF2B5EF4-FFF2-40B4-BE49-F238E27FC236}">
                <a16:creationId xmlns:a16="http://schemas.microsoft.com/office/drawing/2014/main" id="{7CB8F5A7-6A6A-8B7A-8557-479AB25C8520}"/>
              </a:ext>
            </a:extLst>
          </p:cNvPr>
          <p:cNvSpPr>
            <a:spLocks noChangeShapeType="1"/>
          </p:cNvSpPr>
          <p:nvPr/>
        </p:nvSpPr>
        <p:spPr bwMode="auto">
          <a:xfrm>
            <a:off x="4315905" y="4534930"/>
            <a:ext cx="0" cy="242888"/>
          </a:xfrm>
          <a:prstGeom prst="straightConnector1">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sz="2000">
              <a:latin typeface="Avenir Next LT Pro (Body)"/>
              <a:cs typeface="Aldhabi" panose="020F0502020204030204" pitchFamily="2" charset="-78"/>
            </a:endParaRPr>
          </a:p>
        </p:txBody>
      </p:sp>
      <p:sp>
        <p:nvSpPr>
          <p:cNvPr id="3251" name="AutoShape 139">
            <a:extLst>
              <a:ext uri="{FF2B5EF4-FFF2-40B4-BE49-F238E27FC236}">
                <a16:creationId xmlns:a16="http://schemas.microsoft.com/office/drawing/2014/main" id="{8D59E519-ECF3-CBEE-8CA5-FE2AD8DB5027}"/>
              </a:ext>
            </a:extLst>
          </p:cNvPr>
          <p:cNvSpPr>
            <a:spLocks noChangeShapeType="1"/>
          </p:cNvSpPr>
          <p:nvPr/>
        </p:nvSpPr>
        <p:spPr bwMode="auto">
          <a:xfrm>
            <a:off x="1494917" y="4772667"/>
            <a:ext cx="0" cy="231775"/>
          </a:xfrm>
          <a:prstGeom prst="straightConnector1">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sz="2000">
              <a:latin typeface="Avenir Next LT Pro (Body)"/>
              <a:cs typeface="Aldhabi" panose="020F0502020204030204" pitchFamily="2" charset="-78"/>
            </a:endParaRPr>
          </a:p>
        </p:txBody>
      </p:sp>
      <p:sp>
        <p:nvSpPr>
          <p:cNvPr id="3252" name="AutoShape 138">
            <a:extLst>
              <a:ext uri="{FF2B5EF4-FFF2-40B4-BE49-F238E27FC236}">
                <a16:creationId xmlns:a16="http://schemas.microsoft.com/office/drawing/2014/main" id="{8CA88544-3006-6932-1CB5-F8A56226D73A}"/>
              </a:ext>
            </a:extLst>
          </p:cNvPr>
          <p:cNvSpPr>
            <a:spLocks noChangeShapeType="1"/>
          </p:cNvSpPr>
          <p:nvPr/>
        </p:nvSpPr>
        <p:spPr bwMode="auto">
          <a:xfrm>
            <a:off x="2887155" y="4784946"/>
            <a:ext cx="0" cy="223015"/>
          </a:xfrm>
          <a:prstGeom prst="straightConnector1">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sz="2000">
              <a:latin typeface="Avenir Next LT Pro (Body)"/>
              <a:cs typeface="Aldhabi" panose="020F0502020204030204" pitchFamily="2" charset="-78"/>
            </a:endParaRPr>
          </a:p>
        </p:txBody>
      </p:sp>
      <p:sp>
        <p:nvSpPr>
          <p:cNvPr id="3253" name="AutoShape 137">
            <a:extLst>
              <a:ext uri="{FF2B5EF4-FFF2-40B4-BE49-F238E27FC236}">
                <a16:creationId xmlns:a16="http://schemas.microsoft.com/office/drawing/2014/main" id="{FD28ED28-BAE4-D128-41A5-A7B6C44412EC}"/>
              </a:ext>
            </a:extLst>
          </p:cNvPr>
          <p:cNvSpPr>
            <a:spLocks noChangeShapeType="1"/>
          </p:cNvSpPr>
          <p:nvPr/>
        </p:nvSpPr>
        <p:spPr bwMode="auto">
          <a:xfrm>
            <a:off x="4315905" y="4766691"/>
            <a:ext cx="0" cy="242888"/>
          </a:xfrm>
          <a:prstGeom prst="straightConnector1">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sz="2000">
              <a:latin typeface="Avenir Next LT Pro (Body)"/>
              <a:cs typeface="Aldhabi" panose="020F0502020204030204" pitchFamily="2" charset="-78"/>
            </a:endParaRPr>
          </a:p>
        </p:txBody>
      </p:sp>
      <p:sp>
        <p:nvSpPr>
          <p:cNvPr id="3254" name="AutoShape 136">
            <a:extLst>
              <a:ext uri="{FF2B5EF4-FFF2-40B4-BE49-F238E27FC236}">
                <a16:creationId xmlns:a16="http://schemas.microsoft.com/office/drawing/2014/main" id="{ED1D7588-EB0F-C16E-6204-517C5252684D}"/>
              </a:ext>
            </a:extLst>
          </p:cNvPr>
          <p:cNvSpPr>
            <a:spLocks noChangeShapeType="1"/>
          </p:cNvSpPr>
          <p:nvPr/>
        </p:nvSpPr>
        <p:spPr bwMode="auto">
          <a:xfrm>
            <a:off x="5581142" y="4784154"/>
            <a:ext cx="0" cy="242887"/>
          </a:xfrm>
          <a:prstGeom prst="straightConnector1">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sz="2000">
              <a:latin typeface="Avenir Next LT Pro (Body)"/>
              <a:cs typeface="Aldhabi" panose="020F0502020204030204" pitchFamily="2" charset="-78"/>
            </a:endParaRPr>
          </a:p>
        </p:txBody>
      </p:sp>
      <p:sp>
        <p:nvSpPr>
          <p:cNvPr id="3255" name="AutoShape 135">
            <a:extLst>
              <a:ext uri="{FF2B5EF4-FFF2-40B4-BE49-F238E27FC236}">
                <a16:creationId xmlns:a16="http://schemas.microsoft.com/office/drawing/2014/main" id="{0C895C44-9BB8-7E1A-2812-F6E2CCCE1D40}"/>
              </a:ext>
            </a:extLst>
          </p:cNvPr>
          <p:cNvSpPr>
            <a:spLocks noChangeShapeType="1"/>
          </p:cNvSpPr>
          <p:nvPr/>
        </p:nvSpPr>
        <p:spPr bwMode="auto">
          <a:xfrm>
            <a:off x="1248029" y="5403850"/>
            <a:ext cx="0" cy="242888"/>
          </a:xfrm>
          <a:prstGeom prst="straightConnector1">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sz="2000">
              <a:latin typeface="Avenir Next LT Pro (Body)"/>
              <a:cs typeface="Aldhabi" panose="020F0502020204030204" pitchFamily="2" charset="-78"/>
            </a:endParaRPr>
          </a:p>
        </p:txBody>
      </p:sp>
      <p:sp>
        <p:nvSpPr>
          <p:cNvPr id="3256" name="AutoShape 134">
            <a:extLst>
              <a:ext uri="{FF2B5EF4-FFF2-40B4-BE49-F238E27FC236}">
                <a16:creationId xmlns:a16="http://schemas.microsoft.com/office/drawing/2014/main" id="{30212D5F-932E-57B1-A50C-9DF2AAA8D845}"/>
              </a:ext>
            </a:extLst>
          </p:cNvPr>
          <p:cNvSpPr>
            <a:spLocks noChangeShapeType="1"/>
          </p:cNvSpPr>
          <p:nvPr/>
        </p:nvSpPr>
        <p:spPr bwMode="auto">
          <a:xfrm>
            <a:off x="6900354" y="4772667"/>
            <a:ext cx="0" cy="242888"/>
          </a:xfrm>
          <a:prstGeom prst="straightConnector1">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sz="2000">
              <a:latin typeface="Avenir Next LT Pro (Body)"/>
              <a:cs typeface="Aldhabi" panose="020F0502020204030204" pitchFamily="2" charset="-78"/>
            </a:endParaRPr>
          </a:p>
        </p:txBody>
      </p:sp>
      <p:sp>
        <p:nvSpPr>
          <p:cNvPr id="3257" name="AutoShape 133">
            <a:extLst>
              <a:ext uri="{FF2B5EF4-FFF2-40B4-BE49-F238E27FC236}">
                <a16:creationId xmlns:a16="http://schemas.microsoft.com/office/drawing/2014/main" id="{17809B08-7E00-C326-B61A-52797928FE7D}"/>
              </a:ext>
            </a:extLst>
          </p:cNvPr>
          <p:cNvSpPr>
            <a:spLocks noChangeShapeType="1"/>
          </p:cNvSpPr>
          <p:nvPr/>
        </p:nvSpPr>
        <p:spPr bwMode="auto">
          <a:xfrm>
            <a:off x="2887155" y="5441671"/>
            <a:ext cx="0" cy="203059"/>
          </a:xfrm>
          <a:prstGeom prst="straightConnector1">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sz="2000">
              <a:latin typeface="Avenir Next LT Pro (Body)"/>
              <a:cs typeface="Aldhabi" panose="020F0502020204030204" pitchFamily="2" charset="-78"/>
            </a:endParaRPr>
          </a:p>
        </p:txBody>
      </p:sp>
      <p:sp>
        <p:nvSpPr>
          <p:cNvPr id="3258" name="AutoShape 132">
            <a:extLst>
              <a:ext uri="{FF2B5EF4-FFF2-40B4-BE49-F238E27FC236}">
                <a16:creationId xmlns:a16="http://schemas.microsoft.com/office/drawing/2014/main" id="{7F69172C-DFE6-EC38-8104-2D82E5AAD7E3}"/>
              </a:ext>
            </a:extLst>
          </p:cNvPr>
          <p:cNvSpPr>
            <a:spLocks noChangeShapeType="1"/>
          </p:cNvSpPr>
          <p:nvPr/>
        </p:nvSpPr>
        <p:spPr bwMode="auto">
          <a:xfrm>
            <a:off x="4315905" y="5411470"/>
            <a:ext cx="0" cy="242888"/>
          </a:xfrm>
          <a:prstGeom prst="straightConnector1">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sz="2000">
              <a:latin typeface="Avenir Next LT Pro (Body)"/>
              <a:cs typeface="Aldhabi" panose="020F0502020204030204" pitchFamily="2" charset="-78"/>
            </a:endParaRPr>
          </a:p>
        </p:txBody>
      </p:sp>
      <p:sp>
        <p:nvSpPr>
          <p:cNvPr id="3259" name="AutoShape 131">
            <a:extLst>
              <a:ext uri="{FF2B5EF4-FFF2-40B4-BE49-F238E27FC236}">
                <a16:creationId xmlns:a16="http://schemas.microsoft.com/office/drawing/2014/main" id="{E48A8254-C91C-21E4-71D7-BAE3DF485E1E}"/>
              </a:ext>
            </a:extLst>
          </p:cNvPr>
          <p:cNvSpPr>
            <a:spLocks noChangeShapeType="1"/>
          </p:cNvSpPr>
          <p:nvPr/>
        </p:nvSpPr>
        <p:spPr bwMode="auto">
          <a:xfrm>
            <a:off x="6928166" y="5406644"/>
            <a:ext cx="0" cy="242888"/>
          </a:xfrm>
          <a:prstGeom prst="straightConnector1">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sz="2000">
              <a:latin typeface="Avenir Next LT Pro (Body)"/>
              <a:cs typeface="Aldhabi" panose="020F0502020204030204" pitchFamily="2" charset="-78"/>
            </a:endParaRPr>
          </a:p>
        </p:txBody>
      </p:sp>
      <p:sp>
        <p:nvSpPr>
          <p:cNvPr id="3260" name="AutoShape 130">
            <a:extLst>
              <a:ext uri="{FF2B5EF4-FFF2-40B4-BE49-F238E27FC236}">
                <a16:creationId xmlns:a16="http://schemas.microsoft.com/office/drawing/2014/main" id="{CCCCF3AE-F6B1-1E58-B1DC-A487956171FE}"/>
              </a:ext>
            </a:extLst>
          </p:cNvPr>
          <p:cNvSpPr>
            <a:spLocks noChangeShapeType="1"/>
          </p:cNvSpPr>
          <p:nvPr/>
        </p:nvSpPr>
        <p:spPr bwMode="auto">
          <a:xfrm>
            <a:off x="5616067" y="5404866"/>
            <a:ext cx="0" cy="242888"/>
          </a:xfrm>
          <a:prstGeom prst="straightConnector1">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sz="2000">
              <a:latin typeface="Avenir Next LT Pro (Body)"/>
              <a:cs typeface="Aldhabi" panose="020F0502020204030204" pitchFamily="2" charset="-78"/>
            </a:endParaRPr>
          </a:p>
        </p:txBody>
      </p:sp>
      <p:sp>
        <p:nvSpPr>
          <p:cNvPr id="3263" name="AutoShape 146">
            <a:extLst>
              <a:ext uri="{FF2B5EF4-FFF2-40B4-BE49-F238E27FC236}">
                <a16:creationId xmlns:a16="http://schemas.microsoft.com/office/drawing/2014/main" id="{7FFCE530-8BD7-499D-DDD1-74F6556B1637}"/>
              </a:ext>
            </a:extLst>
          </p:cNvPr>
          <p:cNvSpPr>
            <a:spLocks noChangeShapeType="1"/>
          </p:cNvSpPr>
          <p:nvPr/>
        </p:nvSpPr>
        <p:spPr bwMode="auto">
          <a:xfrm>
            <a:off x="4315905" y="5641277"/>
            <a:ext cx="0" cy="361950"/>
          </a:xfrm>
          <a:prstGeom prst="straightConnector1">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sz="2000">
              <a:latin typeface="Avenir Next LT Pro (Body)"/>
              <a:cs typeface="Aldhabi" panose="020F0502020204030204" pitchFamily="2" charset="-78"/>
            </a:endParaRPr>
          </a:p>
        </p:txBody>
      </p:sp>
      <p:sp>
        <p:nvSpPr>
          <p:cNvPr id="3214" name="AutoShape 147">
            <a:extLst>
              <a:ext uri="{FF2B5EF4-FFF2-40B4-BE49-F238E27FC236}">
                <a16:creationId xmlns:a16="http://schemas.microsoft.com/office/drawing/2014/main" id="{F4AF00C3-A2BA-49DB-220A-48BEB946AD46}"/>
              </a:ext>
            </a:extLst>
          </p:cNvPr>
          <p:cNvSpPr>
            <a:spLocks noChangeShapeType="1"/>
          </p:cNvSpPr>
          <p:nvPr/>
        </p:nvSpPr>
        <p:spPr bwMode="auto">
          <a:xfrm>
            <a:off x="3535934" y="2753531"/>
            <a:ext cx="0" cy="369226"/>
          </a:xfrm>
          <a:prstGeom prst="straightConnector1">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sz="2000">
              <a:latin typeface="Avenir Next LT Pro (Body)"/>
              <a:cs typeface="Aldhabi" panose="020F0502020204030204" pitchFamily="2" charset="-78"/>
            </a:endParaRPr>
          </a:p>
        </p:txBody>
      </p:sp>
    </p:spTree>
    <p:extLst>
      <p:ext uri="{BB962C8B-B14F-4D97-AF65-F5344CB8AC3E}">
        <p14:creationId xmlns:p14="http://schemas.microsoft.com/office/powerpoint/2010/main" val="32787147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2F3883-335B-83E9-F26E-619B3275A889}"/>
              </a:ext>
            </a:extLst>
          </p:cNvPr>
          <p:cNvSpPr>
            <a:spLocks noGrp="1"/>
          </p:cNvSpPr>
          <p:nvPr>
            <p:ph type="title"/>
          </p:nvPr>
        </p:nvSpPr>
        <p:spPr>
          <a:xfrm>
            <a:off x="838200" y="0"/>
            <a:ext cx="10515600" cy="1325563"/>
          </a:xfrm>
        </p:spPr>
        <p:txBody>
          <a:bodyPr/>
          <a:lstStyle/>
          <a:p>
            <a:pPr algn="ctr"/>
            <a:r>
              <a:rPr lang="en-US"/>
              <a:t>Approach to Problem Solving</a:t>
            </a:r>
          </a:p>
        </p:txBody>
      </p:sp>
      <p:sp>
        <p:nvSpPr>
          <p:cNvPr id="3" name="Content Placeholder 2">
            <a:extLst>
              <a:ext uri="{FF2B5EF4-FFF2-40B4-BE49-F238E27FC236}">
                <a16:creationId xmlns:a16="http://schemas.microsoft.com/office/drawing/2014/main" id="{FFBF89BB-92ED-6B3A-5CD0-CF4D2127E268}"/>
              </a:ext>
            </a:extLst>
          </p:cNvPr>
          <p:cNvSpPr>
            <a:spLocks noGrp="1"/>
          </p:cNvSpPr>
          <p:nvPr>
            <p:ph idx="1"/>
          </p:nvPr>
        </p:nvSpPr>
        <p:spPr>
          <a:xfrm>
            <a:off x="411480" y="1253330"/>
            <a:ext cx="11503152" cy="5147470"/>
          </a:xfrm>
        </p:spPr>
        <p:txBody>
          <a:bodyPr>
            <a:normAutofit/>
          </a:bodyPr>
          <a:lstStyle/>
          <a:p>
            <a:pPr marL="342900" marR="0" lvl="0" indent="-342900">
              <a:lnSpc>
                <a:spcPct val="107000"/>
              </a:lnSpc>
              <a:spcAft>
                <a:spcPts val="800"/>
              </a:spcAft>
              <a:buClrTx/>
              <a:buFont typeface="+mj-lt"/>
              <a:buAutoNum type="alphaUcPeriod"/>
            </a:pPr>
            <a:r>
              <a:rPr lang="en-IN" sz="1800" b="1" kern="100">
                <a:effectLst/>
                <a:latin typeface="Avenir Next LT Pro (Body)"/>
                <a:ea typeface="Calibri" panose="020F0502020204030204" pitchFamily="34" charset="0"/>
                <a:cs typeface="Gautami" panose="020B0502040204020203" pitchFamily="34" charset="0"/>
              </a:rPr>
              <a:t>Data used/found/derived:</a:t>
            </a:r>
            <a:endParaRPr lang="en-US" sz="1800" kern="100">
              <a:effectLst/>
              <a:latin typeface="Avenir Next LT Pro (Body)"/>
              <a:ea typeface="Calibri" panose="020F0502020204030204" pitchFamily="34" charset="0"/>
              <a:cs typeface="Gautami" panose="020B0502040204020203" pitchFamily="34" charset="0"/>
            </a:endParaRPr>
          </a:p>
          <a:p>
            <a:pPr marL="457200" lvl="1">
              <a:lnSpc>
                <a:spcPct val="107000"/>
              </a:lnSpc>
              <a:spcAft>
                <a:spcPts val="800"/>
              </a:spcAft>
            </a:pPr>
            <a:r>
              <a:rPr lang="en-IN" sz="1600" kern="100">
                <a:effectLst/>
                <a:latin typeface="Avenir Next LT Pro (Body)"/>
                <a:ea typeface="Calibri" panose="020F0502020204030204" pitchFamily="34" charset="0"/>
                <a:cs typeface="Gautami" panose="020B0502040204020203" pitchFamily="34" charset="0"/>
              </a:rPr>
              <a:t>Source: </a:t>
            </a:r>
            <a:r>
              <a:rPr lang="en-IN" sz="1600" kern="100">
                <a:effectLst/>
                <a:latin typeface="Avenir Next LT Pro (Body)"/>
                <a:ea typeface="Calibri" panose="020F0502020204030204" pitchFamily="34" charset="0"/>
                <a:cs typeface="Gautami" panose="020B0502040204020203" pitchFamily="34" charset="0"/>
                <a:hlinkClick r:id="rId2"/>
              </a:rPr>
              <a:t>UCI Machine Learning Repository</a:t>
            </a:r>
            <a:endParaRPr lang="en-US" sz="1600" kern="100">
              <a:effectLst/>
              <a:latin typeface="Avenir Next LT Pro (Body)"/>
              <a:ea typeface="Calibri" panose="020F0502020204030204" pitchFamily="34" charset="0"/>
              <a:cs typeface="Gautami" panose="020B0502040204020203" pitchFamily="34" charset="0"/>
            </a:endParaRPr>
          </a:p>
          <a:p>
            <a:pPr marL="457200" lvl="1">
              <a:lnSpc>
                <a:spcPct val="107000"/>
              </a:lnSpc>
              <a:spcAft>
                <a:spcPts val="800"/>
              </a:spcAft>
            </a:pPr>
            <a:r>
              <a:rPr lang="en-IN" sz="1600" kern="100">
                <a:effectLst/>
                <a:latin typeface="Avenir Next LT Pro (Body)"/>
                <a:ea typeface="Calibri" panose="020F0502020204030204" pitchFamily="34" charset="0"/>
                <a:cs typeface="Gautami" panose="020B0502040204020203" pitchFamily="34" charset="0"/>
              </a:rPr>
              <a:t>This dataset include data for the estimation of obesity levels in individuals from the countries of Mexico, Peru and Colombia, based on their eating habits and physical condition.</a:t>
            </a:r>
            <a:endParaRPr lang="en-US" sz="1600" kern="100">
              <a:effectLst/>
              <a:latin typeface="Avenir Next LT Pro (Body)"/>
              <a:ea typeface="Calibri" panose="020F0502020204030204" pitchFamily="34" charset="0"/>
              <a:cs typeface="Gautami" panose="020B0502040204020203" pitchFamily="34" charset="0"/>
            </a:endParaRPr>
          </a:p>
          <a:p>
            <a:pPr marL="457200" lvl="1">
              <a:lnSpc>
                <a:spcPct val="107000"/>
              </a:lnSpc>
              <a:spcAft>
                <a:spcPts val="800"/>
              </a:spcAft>
            </a:pPr>
            <a:r>
              <a:rPr lang="en-IN" sz="1600" kern="100">
                <a:effectLst/>
                <a:latin typeface="Avenir Next LT Pro (Body)"/>
                <a:ea typeface="Calibri" panose="020F0502020204030204" pitchFamily="34" charset="0"/>
                <a:cs typeface="Gautami" panose="020B0502040204020203" pitchFamily="34" charset="0"/>
              </a:rPr>
              <a:t>The data was gathered from a study of 2,111 participants aged between 14 and 61 years, using a survey method. It covers various factors, including diet, physical activity, and lifestyle.</a:t>
            </a:r>
            <a:endParaRPr lang="en-US" sz="1600" kern="100">
              <a:effectLst/>
              <a:latin typeface="Avenir Next LT Pro (Body)"/>
              <a:ea typeface="Calibri" panose="020F0502020204030204" pitchFamily="34" charset="0"/>
              <a:cs typeface="Gautami" panose="020B0502040204020203" pitchFamily="34" charset="0"/>
            </a:endParaRPr>
          </a:p>
          <a:p>
            <a:pPr marL="457200" lvl="1">
              <a:lnSpc>
                <a:spcPct val="107000"/>
              </a:lnSpc>
              <a:spcAft>
                <a:spcPts val="800"/>
              </a:spcAft>
            </a:pPr>
            <a:r>
              <a:rPr lang="en-IN" sz="1600" kern="100">
                <a:effectLst/>
                <a:latin typeface="Avenir Next LT Pro (Body)"/>
                <a:ea typeface="Calibri" panose="020F0502020204030204" pitchFamily="34" charset="0"/>
                <a:cs typeface="Gautami" panose="020B0502040204020203" pitchFamily="34" charset="0"/>
              </a:rPr>
              <a:t>The records are labelled with the class variable NObesity (Obesity Level), that allows classification of the data using the values of Insufficient Weight, Normal Weight, Overweight Level I, Overweight Level II, Obesity Type I, Obesity Type II and Obesity Type III</a:t>
            </a:r>
            <a:endParaRPr lang="en-US" sz="1600" kern="100">
              <a:effectLst/>
              <a:latin typeface="Avenir Next LT Pro (Body)"/>
              <a:ea typeface="Calibri" panose="020F0502020204030204" pitchFamily="34" charset="0"/>
              <a:cs typeface="Gautami" panose="020B0502040204020203" pitchFamily="34" charset="0"/>
            </a:endParaRPr>
          </a:p>
          <a:p>
            <a:pPr marL="457200" lvl="1">
              <a:lnSpc>
                <a:spcPct val="107000"/>
              </a:lnSpc>
              <a:spcAft>
                <a:spcPts val="800"/>
              </a:spcAft>
            </a:pPr>
            <a:r>
              <a:rPr lang="en-IN" sz="1600" kern="100">
                <a:effectLst/>
                <a:latin typeface="Avenir Next LT Pro (Body)"/>
                <a:ea typeface="Calibri" panose="020F0502020204030204" pitchFamily="34" charset="0"/>
                <a:cs typeface="Gautami" panose="020B0502040204020203" pitchFamily="34" charset="0"/>
              </a:rPr>
              <a:t>Among the 17 attributes, 8 are numerical (like age and weight), and 9 are categorical (such as gender and smoking status).</a:t>
            </a:r>
            <a:endParaRPr lang="en-US" sz="1600" kern="100">
              <a:effectLst/>
              <a:latin typeface="Avenir Next LT Pro (Body)"/>
              <a:ea typeface="Calibri" panose="020F0502020204030204" pitchFamily="34" charset="0"/>
              <a:cs typeface="Gautami" panose="020B0502040204020203" pitchFamily="34" charset="0"/>
            </a:endParaRPr>
          </a:p>
          <a:p>
            <a:pPr marL="457200" lvl="1">
              <a:lnSpc>
                <a:spcPct val="107000"/>
              </a:lnSpc>
              <a:spcAft>
                <a:spcPts val="800"/>
              </a:spcAft>
            </a:pPr>
            <a:r>
              <a:rPr lang="en-IN" sz="1600" kern="100">
                <a:effectLst/>
                <a:latin typeface="Avenir Next LT Pro (Body)"/>
                <a:ea typeface="Calibri" panose="020F0502020204030204" pitchFamily="34" charset="0"/>
                <a:cs typeface="Gautami" panose="020B0502040204020203" pitchFamily="34" charset="0"/>
              </a:rPr>
              <a:t>Implemented </a:t>
            </a:r>
            <a:r>
              <a:rPr lang="en-IN" sz="1600" b="1" kern="100">
                <a:effectLst/>
                <a:latin typeface="Avenir Next LT Pro (Body)"/>
                <a:ea typeface="Calibri" panose="020F0502020204030204" pitchFamily="34" charset="0"/>
                <a:cs typeface="Gautami" panose="020B0502040204020203" pitchFamily="34" charset="0"/>
              </a:rPr>
              <a:t>Feature selection using Decision Trees </a:t>
            </a:r>
            <a:r>
              <a:rPr lang="en-IN" sz="1600" kern="100">
                <a:effectLst/>
                <a:latin typeface="Avenir Next LT Pro (Body)"/>
                <a:ea typeface="Calibri" panose="020F0502020204030204" pitchFamily="34" charset="0"/>
                <a:cs typeface="Gautami" panose="020B0502040204020203" pitchFamily="34" charset="0"/>
              </a:rPr>
              <a:t>to identify features that are most influential in predicting the target variable which significantly increases the model’s performance.</a:t>
            </a:r>
            <a:endParaRPr lang="en-US" sz="1600" kern="100">
              <a:effectLst/>
              <a:latin typeface="Avenir Next LT Pro (Body)"/>
              <a:ea typeface="Calibri" panose="020F0502020204030204" pitchFamily="34" charset="0"/>
              <a:cs typeface="Gautami" panose="020B0502040204020203" pitchFamily="34" charset="0"/>
            </a:endParaRPr>
          </a:p>
          <a:p>
            <a:endParaRPr lang="en-US">
              <a:latin typeface="Avenir Next LT Pro (Body)"/>
            </a:endParaRPr>
          </a:p>
        </p:txBody>
      </p:sp>
    </p:spTree>
    <p:extLst>
      <p:ext uri="{BB962C8B-B14F-4D97-AF65-F5344CB8AC3E}">
        <p14:creationId xmlns:p14="http://schemas.microsoft.com/office/powerpoint/2010/main" val="5746259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651CFA9-6065-4243-AC48-858E35978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65000"/>
                  <a:lumOff val="35000"/>
                </a:schemeClr>
              </a:solidFill>
              <a:latin typeface="AvenirNext LT Pro Medium" panose="020B0504020202020204" pitchFamily="34" charset="0"/>
            </a:endParaRPr>
          </a:p>
        </p:txBody>
      </p:sp>
      <p:sp>
        <p:nvSpPr>
          <p:cNvPr id="53" name="Rectangle 52">
            <a:extLst>
              <a:ext uri="{FF2B5EF4-FFF2-40B4-BE49-F238E27FC236}">
                <a16:creationId xmlns:a16="http://schemas.microsoft.com/office/drawing/2014/main" id="{37962AE0-6A1C-4B76-9D52-10E5E6D7D3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65000"/>
                  <a:lumOff val="35000"/>
                </a:schemeClr>
              </a:solidFill>
              <a:latin typeface="AvenirNext LT Pro Medium" panose="020B0504020202020204" pitchFamily="34" charset="0"/>
            </a:endParaRPr>
          </a:p>
        </p:txBody>
      </p:sp>
      <p:grpSp>
        <p:nvGrpSpPr>
          <p:cNvPr id="54" name="Top Left">
            <a:extLst>
              <a:ext uri="{FF2B5EF4-FFF2-40B4-BE49-F238E27FC236}">
                <a16:creationId xmlns:a16="http://schemas.microsoft.com/office/drawing/2014/main" id="{A97C5526-E5B9-4185-A5C6-455B9ABEE9D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849" y="-3086"/>
            <a:ext cx="2198951" cy="3349518"/>
            <a:chOff x="10849" y="-3086"/>
            <a:chExt cx="2198951" cy="3349518"/>
          </a:xfrm>
        </p:grpSpPr>
        <p:sp>
          <p:nvSpPr>
            <p:cNvPr id="55" name="Freeform: Shape 54">
              <a:extLst>
                <a:ext uri="{FF2B5EF4-FFF2-40B4-BE49-F238E27FC236}">
                  <a16:creationId xmlns:a16="http://schemas.microsoft.com/office/drawing/2014/main" id="{32618F2D-150A-4462-AA3E-0DCDD05577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692844" y="-3086"/>
              <a:ext cx="1326111" cy="59760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tx1">
                    <a:lumMod val="65000"/>
                    <a:lumOff val="35000"/>
                  </a:schemeClr>
                </a:solidFill>
                <a:latin typeface="AvenirNext LT Pro Medium" panose="020B0504020202020204" pitchFamily="34" charset="0"/>
              </a:endParaRPr>
            </a:p>
          </p:txBody>
        </p:sp>
        <p:sp>
          <p:nvSpPr>
            <p:cNvPr id="14" name="Freeform: Shape 13">
              <a:extLst>
                <a:ext uri="{FF2B5EF4-FFF2-40B4-BE49-F238E27FC236}">
                  <a16:creationId xmlns:a16="http://schemas.microsoft.com/office/drawing/2014/main" id="{0283139B-883B-4734-8A26-BC623F91A4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394" y="15241"/>
              <a:ext cx="2190406" cy="3331191"/>
            </a:xfrm>
            <a:custGeom>
              <a:avLst/>
              <a:gdLst>
                <a:gd name="connsiteX0" fmla="*/ 0 w 3296088"/>
                <a:gd name="connsiteY0" fmla="*/ 5012722 h 5012722"/>
                <a:gd name="connsiteX1" fmla="*/ 244031 w 3296088"/>
                <a:gd name="connsiteY1" fmla="*/ 4820222 h 5012722"/>
                <a:gd name="connsiteX2" fmla="*/ 729234 w 3296088"/>
                <a:gd name="connsiteY2" fmla="*/ 4360641 h 5012722"/>
                <a:gd name="connsiteX3" fmla="*/ 881444 w 3296088"/>
                <a:gd name="connsiteY3" fmla="*/ 4173950 h 5012722"/>
                <a:gd name="connsiteX4" fmla="*/ 1151287 w 3296088"/>
                <a:gd name="connsiteY4" fmla="*/ 3972877 h 5012722"/>
                <a:gd name="connsiteX5" fmla="*/ 1498664 w 3296088"/>
                <a:gd name="connsiteY5" fmla="*/ 3786188 h 5012722"/>
                <a:gd name="connsiteX6" fmla="*/ 1716881 w 3296088"/>
                <a:gd name="connsiteY6" fmla="*/ 3674174 h 5012722"/>
                <a:gd name="connsiteX7" fmla="*/ 1913573 w 3296088"/>
                <a:gd name="connsiteY7" fmla="*/ 3477387 h 5012722"/>
                <a:gd name="connsiteX8" fmla="*/ 2167700 w 3296088"/>
                <a:gd name="connsiteY8" fmla="*/ 3042190 h 5012722"/>
                <a:gd name="connsiteX9" fmla="*/ 2273903 w 3296088"/>
                <a:gd name="connsiteY9" fmla="*/ 2775014 h 5012722"/>
                <a:gd name="connsiteX10" fmla="*/ 2463356 w 3296088"/>
                <a:gd name="connsiteY10" fmla="*/ 2335530 h 5012722"/>
                <a:gd name="connsiteX11" fmla="*/ 2741866 w 3296088"/>
                <a:gd name="connsiteY11" fmla="*/ 1982248 h 5012722"/>
                <a:gd name="connsiteX12" fmla="*/ 2985897 w 3296088"/>
                <a:gd name="connsiteY12" fmla="*/ 1634681 h 5012722"/>
                <a:gd name="connsiteX13" fmla="*/ 3212687 w 3296088"/>
                <a:gd name="connsiteY13" fmla="*/ 1226820 h 5012722"/>
                <a:gd name="connsiteX14" fmla="*/ 3281553 w 3296088"/>
                <a:gd name="connsiteY14" fmla="*/ 959644 h 5012722"/>
                <a:gd name="connsiteX15" fmla="*/ 3295936 w 3296088"/>
                <a:gd name="connsiteY15" fmla="*/ 701135 h 5012722"/>
                <a:gd name="connsiteX16" fmla="*/ 3267266 w 3296088"/>
                <a:gd name="connsiteY16" fmla="*/ 436817 h 5012722"/>
                <a:gd name="connsiteX17" fmla="*/ 3105341 w 3296088"/>
                <a:gd name="connsiteY17" fmla="*/ 0 h 501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296088" h="5012722">
                  <a:moveTo>
                    <a:pt x="0" y="5012722"/>
                  </a:moveTo>
                  <a:cubicBezTo>
                    <a:pt x="81820" y="4949095"/>
                    <a:pt x="163544" y="4885468"/>
                    <a:pt x="244031" y="4820222"/>
                  </a:cubicBezTo>
                  <a:cubicBezTo>
                    <a:pt x="417671" y="4679633"/>
                    <a:pt x="589883" y="4535139"/>
                    <a:pt x="729234" y="4360641"/>
                  </a:cubicBezTo>
                  <a:cubicBezTo>
                    <a:pt x="779431" y="4297776"/>
                    <a:pt x="825818" y="4231958"/>
                    <a:pt x="881444" y="4173950"/>
                  </a:cubicBezTo>
                  <a:cubicBezTo>
                    <a:pt x="959358" y="4092607"/>
                    <a:pt x="1054799" y="4031075"/>
                    <a:pt x="1151287" y="3972877"/>
                  </a:cubicBezTo>
                  <a:cubicBezTo>
                    <a:pt x="1263968" y="3904964"/>
                    <a:pt x="1379315" y="3841337"/>
                    <a:pt x="1498664" y="3786188"/>
                  </a:cubicBezTo>
                  <a:cubicBezTo>
                    <a:pt x="1573149" y="3751802"/>
                    <a:pt x="1649159" y="3720179"/>
                    <a:pt x="1716881" y="3674174"/>
                  </a:cubicBezTo>
                  <a:cubicBezTo>
                    <a:pt x="1794034" y="3621691"/>
                    <a:pt x="1856708" y="3551492"/>
                    <a:pt x="1913573" y="3477387"/>
                  </a:cubicBezTo>
                  <a:cubicBezTo>
                    <a:pt x="2016157" y="3343751"/>
                    <a:pt x="2099024" y="3196114"/>
                    <a:pt x="2167700" y="3042190"/>
                  </a:cubicBezTo>
                  <a:cubicBezTo>
                    <a:pt x="2206752" y="2954655"/>
                    <a:pt x="2241233" y="2865215"/>
                    <a:pt x="2273903" y="2775014"/>
                  </a:cubicBezTo>
                  <a:cubicBezTo>
                    <a:pt x="2328482" y="2624423"/>
                    <a:pt x="2379440" y="2471642"/>
                    <a:pt x="2463356" y="2335530"/>
                  </a:cubicBezTo>
                  <a:cubicBezTo>
                    <a:pt x="2542127" y="2207705"/>
                    <a:pt x="2647855" y="2099501"/>
                    <a:pt x="2741866" y="1982248"/>
                  </a:cubicBezTo>
                  <a:cubicBezTo>
                    <a:pt x="2830449" y="1871758"/>
                    <a:pt x="2908554" y="1753362"/>
                    <a:pt x="2985897" y="1634681"/>
                  </a:cubicBezTo>
                  <a:cubicBezTo>
                    <a:pt x="3071146" y="1503902"/>
                    <a:pt x="3156395" y="1372172"/>
                    <a:pt x="3212687" y="1226820"/>
                  </a:cubicBezTo>
                  <a:cubicBezTo>
                    <a:pt x="3246025" y="1140809"/>
                    <a:pt x="3268790" y="1051084"/>
                    <a:pt x="3281553" y="959644"/>
                  </a:cubicBezTo>
                  <a:cubicBezTo>
                    <a:pt x="3293555" y="874014"/>
                    <a:pt x="3296888" y="787527"/>
                    <a:pt x="3295936" y="701135"/>
                  </a:cubicBezTo>
                  <a:cubicBezTo>
                    <a:pt x="3294888" y="612172"/>
                    <a:pt x="3289268" y="523018"/>
                    <a:pt x="3267266" y="436817"/>
                  </a:cubicBezTo>
                  <a:cubicBezTo>
                    <a:pt x="3227832" y="282416"/>
                    <a:pt x="3105341" y="0"/>
                    <a:pt x="3105341" y="0"/>
                  </a:cubicBezTo>
                </a:path>
              </a:pathLst>
            </a:custGeom>
            <a:noFill/>
            <a:ln w="9525" cap="rnd">
              <a:solidFill>
                <a:schemeClr val="accent2">
                  <a:alpha val="35000"/>
                </a:schemeClr>
              </a:solidFill>
              <a:prstDash val="lgDash"/>
              <a:round/>
            </a:ln>
          </p:spPr>
          <p:txBody>
            <a:bodyPr rtlCol="0" anchor="ctr"/>
            <a:lstStyle/>
            <a:p>
              <a:endParaRPr lang="en-US"/>
            </a:p>
          </p:txBody>
        </p:sp>
        <p:sp>
          <p:nvSpPr>
            <p:cNvPr id="15" name="Freeform: Shape 14">
              <a:extLst>
                <a:ext uri="{FF2B5EF4-FFF2-40B4-BE49-F238E27FC236}">
                  <a16:creationId xmlns:a16="http://schemas.microsoft.com/office/drawing/2014/main" id="{EBFCB3D8-7588-4755-B29B-5F97290D7C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978674" cy="3074959"/>
            </a:xfrm>
            <a:custGeom>
              <a:avLst/>
              <a:gdLst>
                <a:gd name="connsiteX0" fmla="*/ 0 w 2977477"/>
                <a:gd name="connsiteY0" fmla="*/ 4627150 h 4627149"/>
                <a:gd name="connsiteX1" fmla="*/ 275082 w 2977477"/>
                <a:gd name="connsiteY1" fmla="*/ 4341590 h 4627149"/>
                <a:gd name="connsiteX2" fmla="*/ 502825 w 2977477"/>
                <a:gd name="connsiteY2" fmla="*/ 4054126 h 4627149"/>
                <a:gd name="connsiteX3" fmla="*/ 666179 w 2977477"/>
                <a:gd name="connsiteY3" fmla="*/ 3890677 h 4627149"/>
                <a:gd name="connsiteX4" fmla="*/ 864203 w 2977477"/>
                <a:gd name="connsiteY4" fmla="*/ 3675983 h 4627149"/>
                <a:gd name="connsiteX5" fmla="*/ 982599 w 2977477"/>
                <a:gd name="connsiteY5" fmla="*/ 3557492 h 4627149"/>
                <a:gd name="connsiteX6" fmla="*/ 1188244 w 2977477"/>
                <a:gd name="connsiteY6" fmla="*/ 3329654 h 4627149"/>
                <a:gd name="connsiteX7" fmla="*/ 1344740 w 2977477"/>
                <a:gd name="connsiteY7" fmla="*/ 3146774 h 4627149"/>
                <a:gd name="connsiteX8" fmla="*/ 1470755 w 2977477"/>
                <a:gd name="connsiteY8" fmla="*/ 2984659 h 4627149"/>
                <a:gd name="connsiteX9" fmla="*/ 1657636 w 2977477"/>
                <a:gd name="connsiteY9" fmla="*/ 2670239 h 4627149"/>
                <a:gd name="connsiteX10" fmla="*/ 1762887 w 2977477"/>
                <a:gd name="connsiteY10" fmla="*/ 2473547 h 4627149"/>
                <a:gd name="connsiteX11" fmla="*/ 1866710 w 2977477"/>
                <a:gd name="connsiteY11" fmla="*/ 2290667 h 4627149"/>
                <a:gd name="connsiteX12" fmla="*/ 2106263 w 2977477"/>
                <a:gd name="connsiteY12" fmla="*/ 2030254 h 4627149"/>
                <a:gd name="connsiteX13" fmla="*/ 2277237 w 2977477"/>
                <a:gd name="connsiteY13" fmla="*/ 1859185 h 4627149"/>
                <a:gd name="connsiteX14" fmla="*/ 2499455 w 2977477"/>
                <a:gd name="connsiteY14" fmla="*/ 1656207 h 4627149"/>
                <a:gd name="connsiteX15" fmla="*/ 2707100 w 2977477"/>
                <a:gd name="connsiteY15" fmla="*/ 1390269 h 4627149"/>
                <a:gd name="connsiteX16" fmla="*/ 2812352 w 2977477"/>
                <a:gd name="connsiteY16" fmla="*/ 1230916 h 4627149"/>
                <a:gd name="connsiteX17" fmla="*/ 2898172 w 2977477"/>
                <a:gd name="connsiteY17" fmla="*/ 1036987 h 4627149"/>
                <a:gd name="connsiteX18" fmla="*/ 2963228 w 2977477"/>
                <a:gd name="connsiteY18" fmla="*/ 850011 h 4627149"/>
                <a:gd name="connsiteX19" fmla="*/ 2977325 w 2977477"/>
                <a:gd name="connsiteY19" fmla="*/ 745427 h 4627149"/>
                <a:gd name="connsiteX20" fmla="*/ 2929509 w 2977477"/>
                <a:gd name="connsiteY20" fmla="*/ 480155 h 4627149"/>
                <a:gd name="connsiteX21" fmla="*/ 2563082 w 2977477"/>
                <a:gd name="connsiteY21" fmla="*/ 0 h 4627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77477" h="4627149">
                  <a:moveTo>
                    <a:pt x="0" y="4627150"/>
                  </a:moveTo>
                  <a:cubicBezTo>
                    <a:pt x="79820" y="4552283"/>
                    <a:pt x="203835" y="4424648"/>
                    <a:pt x="275082" y="4341590"/>
                  </a:cubicBezTo>
                  <a:cubicBezTo>
                    <a:pt x="354711" y="4248722"/>
                    <a:pt x="421005" y="4145090"/>
                    <a:pt x="502825" y="4054126"/>
                  </a:cubicBezTo>
                  <a:cubicBezTo>
                    <a:pt x="554355" y="3996881"/>
                    <a:pt x="612362" y="3945827"/>
                    <a:pt x="666179" y="3890677"/>
                  </a:cubicBezTo>
                  <a:cubicBezTo>
                    <a:pt x="734187" y="3821049"/>
                    <a:pt x="796671" y="3746183"/>
                    <a:pt x="864203" y="3675983"/>
                  </a:cubicBezTo>
                  <a:cubicBezTo>
                    <a:pt x="902875" y="3635788"/>
                    <a:pt x="943642" y="3597593"/>
                    <a:pt x="982599" y="3557492"/>
                  </a:cubicBezTo>
                  <a:cubicBezTo>
                    <a:pt x="1053941" y="3484150"/>
                    <a:pt x="1121378" y="3407093"/>
                    <a:pt x="1188244" y="3329654"/>
                  </a:cubicBezTo>
                  <a:cubicBezTo>
                    <a:pt x="1240631" y="3268885"/>
                    <a:pt x="1293495" y="3208496"/>
                    <a:pt x="1344740" y="3146774"/>
                  </a:cubicBezTo>
                  <a:cubicBezTo>
                    <a:pt x="1388459" y="3094101"/>
                    <a:pt x="1431512" y="3040761"/>
                    <a:pt x="1470755" y="2984659"/>
                  </a:cubicBezTo>
                  <a:cubicBezTo>
                    <a:pt x="1540764" y="2884646"/>
                    <a:pt x="1598771" y="2777109"/>
                    <a:pt x="1657636" y="2670239"/>
                  </a:cubicBezTo>
                  <a:cubicBezTo>
                    <a:pt x="1693545" y="2605088"/>
                    <a:pt x="1728502" y="2539460"/>
                    <a:pt x="1762887" y="2473547"/>
                  </a:cubicBezTo>
                  <a:cubicBezTo>
                    <a:pt x="1795367" y="2411349"/>
                    <a:pt x="1826419" y="2348103"/>
                    <a:pt x="1866710" y="2290667"/>
                  </a:cubicBezTo>
                  <a:cubicBezTo>
                    <a:pt x="1934623" y="2193893"/>
                    <a:pt x="2022729" y="2114169"/>
                    <a:pt x="2106263" y="2030254"/>
                  </a:cubicBezTo>
                  <a:cubicBezTo>
                    <a:pt x="2163128" y="1973104"/>
                    <a:pt x="2218182" y="1914049"/>
                    <a:pt x="2277237" y="1859185"/>
                  </a:cubicBezTo>
                  <a:cubicBezTo>
                    <a:pt x="2350770" y="1790891"/>
                    <a:pt x="2430304" y="1728978"/>
                    <a:pt x="2499455" y="1656207"/>
                  </a:cubicBezTo>
                  <a:cubicBezTo>
                    <a:pt x="2576989" y="1574578"/>
                    <a:pt x="2641568" y="1481900"/>
                    <a:pt x="2707100" y="1390269"/>
                  </a:cubicBezTo>
                  <a:cubicBezTo>
                    <a:pt x="2744153" y="1338453"/>
                    <a:pt x="2781586" y="1286732"/>
                    <a:pt x="2812352" y="1230916"/>
                  </a:cubicBezTo>
                  <a:cubicBezTo>
                    <a:pt x="2846546" y="1168908"/>
                    <a:pt x="2872550" y="1102900"/>
                    <a:pt x="2898172" y="1036987"/>
                  </a:cubicBezTo>
                  <a:cubicBezTo>
                    <a:pt x="2922175" y="975455"/>
                    <a:pt x="2948273" y="914305"/>
                    <a:pt x="2963228" y="850011"/>
                  </a:cubicBezTo>
                  <a:cubicBezTo>
                    <a:pt x="2971229" y="815626"/>
                    <a:pt x="2976563" y="780764"/>
                    <a:pt x="2977325" y="745427"/>
                  </a:cubicBezTo>
                  <a:cubicBezTo>
                    <a:pt x="2979230" y="654844"/>
                    <a:pt x="2963323" y="564261"/>
                    <a:pt x="2929509" y="480155"/>
                  </a:cubicBezTo>
                  <a:cubicBezTo>
                    <a:pt x="2851309" y="285655"/>
                    <a:pt x="2563082" y="0"/>
                    <a:pt x="2563082" y="0"/>
                  </a:cubicBezTo>
                </a:path>
              </a:pathLst>
            </a:custGeom>
            <a:noFill/>
            <a:ln w="9525" cap="rnd">
              <a:solidFill>
                <a:schemeClr val="accent2">
                  <a:alpha val="35000"/>
                </a:schemeClr>
              </a:solidFill>
              <a:prstDash val="lgDash"/>
              <a:round/>
            </a:ln>
          </p:spPr>
          <p:txBody>
            <a:bodyPr rtlCol="0" anchor="ctr"/>
            <a:lstStyle/>
            <a:p>
              <a:endParaRPr lang="en-US"/>
            </a:p>
          </p:txBody>
        </p:sp>
        <p:sp>
          <p:nvSpPr>
            <p:cNvPr id="16" name="Freeform: Shape 15">
              <a:extLst>
                <a:ext uri="{FF2B5EF4-FFF2-40B4-BE49-F238E27FC236}">
                  <a16:creationId xmlns:a16="http://schemas.microsoft.com/office/drawing/2014/main" id="{EF46A7B4-02F2-4C37-8C5E-6D825E95DD7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92" y="15178"/>
              <a:ext cx="1566146" cy="2737264"/>
            </a:xfrm>
            <a:custGeom>
              <a:avLst/>
              <a:gdLst>
                <a:gd name="connsiteX0" fmla="*/ 1707071 w 2356712"/>
                <a:gd name="connsiteY0" fmla="*/ 0 h 4118991"/>
                <a:gd name="connsiteX1" fmla="*/ 1824514 w 2356712"/>
                <a:gd name="connsiteY1" fmla="*/ 244697 h 4118991"/>
                <a:gd name="connsiteX2" fmla="*/ 1908715 w 2356712"/>
                <a:gd name="connsiteY2" fmla="*/ 328994 h 4118991"/>
                <a:gd name="connsiteX3" fmla="*/ 2226469 w 2356712"/>
                <a:gd name="connsiteY3" fmla="*/ 603695 h 4118991"/>
                <a:gd name="connsiteX4" fmla="*/ 2355628 w 2356712"/>
                <a:gd name="connsiteY4" fmla="*/ 900494 h 4118991"/>
                <a:gd name="connsiteX5" fmla="*/ 2281428 w 2356712"/>
                <a:gd name="connsiteY5" fmla="*/ 1206913 h 4118991"/>
                <a:gd name="connsiteX6" fmla="*/ 2092452 w 2356712"/>
                <a:gd name="connsiteY6" fmla="*/ 1460659 h 4118991"/>
                <a:gd name="connsiteX7" fmla="*/ 1834039 w 2356712"/>
                <a:gd name="connsiteY7" fmla="*/ 1625822 h 4118991"/>
                <a:gd name="connsiteX8" fmla="*/ 1558862 w 2356712"/>
                <a:gd name="connsiteY8" fmla="*/ 1743075 h 4118991"/>
                <a:gd name="connsiteX9" fmla="*/ 1386554 w 2356712"/>
                <a:gd name="connsiteY9" fmla="*/ 1869948 h 4118991"/>
                <a:gd name="connsiteX10" fmla="*/ 1271683 w 2356712"/>
                <a:gd name="connsiteY10" fmla="*/ 2073402 h 4118991"/>
                <a:gd name="connsiteX11" fmla="*/ 1178338 w 2356712"/>
                <a:gd name="connsiteY11" fmla="*/ 2355914 h 4118991"/>
                <a:gd name="connsiteX12" fmla="*/ 1113758 w 2356712"/>
                <a:gd name="connsiteY12" fmla="*/ 2578513 h 4118991"/>
                <a:gd name="connsiteX13" fmla="*/ 1034796 w 2356712"/>
                <a:gd name="connsiteY13" fmla="*/ 2834640 h 4118991"/>
                <a:gd name="connsiteX14" fmla="*/ 905637 w 2356712"/>
                <a:gd name="connsiteY14" fmla="*/ 3081242 h 4118991"/>
                <a:gd name="connsiteX15" fmla="*/ 793147 w 2356712"/>
                <a:gd name="connsiteY15" fmla="*/ 3258407 h 4118991"/>
                <a:gd name="connsiteX16" fmla="*/ 546735 w 2356712"/>
                <a:gd name="connsiteY16" fmla="*/ 3571970 h 4118991"/>
                <a:gd name="connsiteX17" fmla="*/ 346996 w 2356712"/>
                <a:gd name="connsiteY17" fmla="*/ 3771900 h 4118991"/>
                <a:gd name="connsiteX18" fmla="*/ 174689 w 2356712"/>
                <a:gd name="connsiteY18" fmla="*/ 3944207 h 4118991"/>
                <a:gd name="connsiteX19" fmla="*/ 0 w 2356712"/>
                <a:gd name="connsiteY19" fmla="*/ 4118991 h 4118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356712" h="4118991">
                  <a:moveTo>
                    <a:pt x="1707071" y="0"/>
                  </a:moveTo>
                  <a:cubicBezTo>
                    <a:pt x="1715357" y="22098"/>
                    <a:pt x="1812608" y="224409"/>
                    <a:pt x="1824514" y="244697"/>
                  </a:cubicBezTo>
                  <a:cubicBezTo>
                    <a:pt x="1844802" y="279273"/>
                    <a:pt x="1876996" y="304324"/>
                    <a:pt x="1908715" y="328994"/>
                  </a:cubicBezTo>
                  <a:cubicBezTo>
                    <a:pt x="2019967" y="415195"/>
                    <a:pt x="2137886" y="494633"/>
                    <a:pt x="2226469" y="603695"/>
                  </a:cubicBezTo>
                  <a:cubicBezTo>
                    <a:pt x="2296287" y="689610"/>
                    <a:pt x="2347817" y="790480"/>
                    <a:pt x="2355628" y="900494"/>
                  </a:cubicBezTo>
                  <a:cubicBezTo>
                    <a:pt x="2363248" y="1007078"/>
                    <a:pt x="2329910" y="1111187"/>
                    <a:pt x="2281428" y="1206913"/>
                  </a:cubicBezTo>
                  <a:cubicBezTo>
                    <a:pt x="2233422" y="1301877"/>
                    <a:pt x="2170938" y="1388936"/>
                    <a:pt x="2092452" y="1460659"/>
                  </a:cubicBezTo>
                  <a:cubicBezTo>
                    <a:pt x="2016538" y="1530001"/>
                    <a:pt x="1927765" y="1583436"/>
                    <a:pt x="1834039" y="1625822"/>
                  </a:cubicBezTo>
                  <a:cubicBezTo>
                    <a:pt x="1743075" y="1666970"/>
                    <a:pt x="1647730" y="1697736"/>
                    <a:pt x="1558862" y="1743075"/>
                  </a:cubicBezTo>
                  <a:cubicBezTo>
                    <a:pt x="1494758" y="1775841"/>
                    <a:pt x="1434275" y="1816132"/>
                    <a:pt x="1386554" y="1869948"/>
                  </a:cubicBezTo>
                  <a:cubicBezTo>
                    <a:pt x="1334548" y="1928622"/>
                    <a:pt x="1300544" y="2000345"/>
                    <a:pt x="1271683" y="2073402"/>
                  </a:cubicBezTo>
                  <a:cubicBezTo>
                    <a:pt x="1235202" y="2165699"/>
                    <a:pt x="1206722" y="2260759"/>
                    <a:pt x="1178338" y="2355914"/>
                  </a:cubicBezTo>
                  <a:cubicBezTo>
                    <a:pt x="1156240" y="2429923"/>
                    <a:pt x="1134237" y="2504028"/>
                    <a:pt x="1113758" y="2578513"/>
                  </a:cubicBezTo>
                  <a:cubicBezTo>
                    <a:pt x="1090041" y="2664714"/>
                    <a:pt x="1068134" y="2751678"/>
                    <a:pt x="1034796" y="2834640"/>
                  </a:cubicBezTo>
                  <a:cubicBezTo>
                    <a:pt x="1000125" y="2920841"/>
                    <a:pt x="953643" y="3001613"/>
                    <a:pt x="905637" y="3081242"/>
                  </a:cubicBezTo>
                  <a:cubicBezTo>
                    <a:pt x="869442" y="3141155"/>
                    <a:pt x="832295" y="3200400"/>
                    <a:pt x="793147" y="3258407"/>
                  </a:cubicBezTo>
                  <a:cubicBezTo>
                    <a:pt x="718661" y="3368802"/>
                    <a:pt x="637223" y="3474434"/>
                    <a:pt x="546735" y="3571970"/>
                  </a:cubicBezTo>
                  <a:cubicBezTo>
                    <a:pt x="482632" y="3641027"/>
                    <a:pt x="414147" y="3705797"/>
                    <a:pt x="346996" y="3771900"/>
                  </a:cubicBezTo>
                  <a:cubicBezTo>
                    <a:pt x="288989" y="3828764"/>
                    <a:pt x="232029" y="3886676"/>
                    <a:pt x="174689" y="3944207"/>
                  </a:cubicBezTo>
                  <a:cubicBezTo>
                    <a:pt x="116586" y="4002596"/>
                    <a:pt x="58293" y="4060698"/>
                    <a:pt x="0" y="4118991"/>
                  </a:cubicBezTo>
                </a:path>
              </a:pathLst>
            </a:custGeom>
            <a:noFill/>
            <a:ln w="9525" cap="rnd">
              <a:solidFill>
                <a:schemeClr val="accent2">
                  <a:alpha val="35000"/>
                </a:schemeClr>
              </a:solidFill>
              <a:prstDash val="lgDash"/>
              <a:round/>
            </a:ln>
          </p:spPr>
          <p:txBody>
            <a:bodyPr rtlCol="0" anchor="ctr"/>
            <a:lstStyle/>
            <a:p>
              <a:endParaRPr lang="en-US"/>
            </a:p>
          </p:txBody>
        </p:sp>
        <p:sp>
          <p:nvSpPr>
            <p:cNvPr id="17" name="Freeform: Shape 16">
              <a:extLst>
                <a:ext uri="{FF2B5EF4-FFF2-40B4-BE49-F238E27FC236}">
                  <a16:creationId xmlns:a16="http://schemas.microsoft.com/office/drawing/2014/main" id="{B9D6B09A-3EDF-421A-AE6D-76FEFB45C8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368431" cy="2644975"/>
            </a:xfrm>
            <a:custGeom>
              <a:avLst/>
              <a:gdLst>
                <a:gd name="connsiteX0" fmla="*/ 0 w 2059193"/>
                <a:gd name="connsiteY0" fmla="*/ 3980116 h 3980116"/>
                <a:gd name="connsiteX1" fmla="*/ 471583 w 2059193"/>
                <a:gd name="connsiteY1" fmla="*/ 3515678 h 3980116"/>
                <a:gd name="connsiteX2" fmla="*/ 758666 w 2059193"/>
                <a:gd name="connsiteY2" fmla="*/ 3163824 h 3980116"/>
                <a:gd name="connsiteX3" fmla="*/ 940499 w 2059193"/>
                <a:gd name="connsiteY3" fmla="*/ 2780824 h 3980116"/>
                <a:gd name="connsiteX4" fmla="*/ 1055370 w 2059193"/>
                <a:gd name="connsiteY4" fmla="*/ 2242185 h 3980116"/>
                <a:gd name="connsiteX5" fmla="*/ 1136714 w 2059193"/>
                <a:gd name="connsiteY5" fmla="*/ 1878330 h 3980116"/>
                <a:gd name="connsiteX6" fmla="*/ 1246727 w 2059193"/>
                <a:gd name="connsiteY6" fmla="*/ 1562386 h 3980116"/>
                <a:gd name="connsiteX7" fmla="*/ 1378363 w 2059193"/>
                <a:gd name="connsiteY7" fmla="*/ 1430750 h 3980116"/>
                <a:gd name="connsiteX8" fmla="*/ 1691831 w 2059193"/>
                <a:gd name="connsiteY8" fmla="*/ 1394841 h 3980116"/>
                <a:gd name="connsiteX9" fmla="*/ 1914335 w 2059193"/>
                <a:gd name="connsiteY9" fmla="*/ 1323023 h 3980116"/>
                <a:gd name="connsiteX10" fmla="*/ 2055495 w 2059193"/>
                <a:gd name="connsiteY10" fmla="*/ 1098042 h 3980116"/>
                <a:gd name="connsiteX11" fmla="*/ 2033969 w 2059193"/>
                <a:gd name="connsiteY11" fmla="*/ 930497 h 3980116"/>
                <a:gd name="connsiteX12" fmla="*/ 1885664 w 2059193"/>
                <a:gd name="connsiteY12" fmla="*/ 760571 h 3980116"/>
                <a:gd name="connsiteX13" fmla="*/ 1636871 w 2059193"/>
                <a:gd name="connsiteY13" fmla="*/ 612172 h 3980116"/>
                <a:gd name="connsiteX14" fmla="*/ 1335405 w 2059193"/>
                <a:gd name="connsiteY14" fmla="*/ 459010 h 3980116"/>
                <a:gd name="connsiteX15" fmla="*/ 1234916 w 2059193"/>
                <a:gd name="connsiteY15" fmla="*/ 269939 h 3980116"/>
                <a:gd name="connsiteX16" fmla="*/ 1386935 w 2059193"/>
                <a:gd name="connsiteY16" fmla="*/ 0 h 39801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9193" h="3980116">
                  <a:moveTo>
                    <a:pt x="0" y="3980116"/>
                  </a:moveTo>
                  <a:cubicBezTo>
                    <a:pt x="91345" y="3889534"/>
                    <a:pt x="382715" y="3608737"/>
                    <a:pt x="471583" y="3515678"/>
                  </a:cubicBezTo>
                  <a:cubicBezTo>
                    <a:pt x="576358" y="3405949"/>
                    <a:pt x="675989" y="3290983"/>
                    <a:pt x="758666" y="3163824"/>
                  </a:cubicBezTo>
                  <a:cubicBezTo>
                    <a:pt x="836105" y="3044857"/>
                    <a:pt x="897445" y="2916079"/>
                    <a:pt x="940499" y="2780824"/>
                  </a:cubicBezTo>
                  <a:cubicBezTo>
                    <a:pt x="996315" y="2605754"/>
                    <a:pt x="1020985" y="2422874"/>
                    <a:pt x="1055370" y="2242185"/>
                  </a:cubicBezTo>
                  <a:cubicBezTo>
                    <a:pt x="1078611" y="2120075"/>
                    <a:pt x="1107472" y="1999107"/>
                    <a:pt x="1136714" y="1878330"/>
                  </a:cubicBezTo>
                  <a:cubicBezTo>
                    <a:pt x="1163098" y="1769174"/>
                    <a:pt x="1189482" y="1658588"/>
                    <a:pt x="1246727" y="1562386"/>
                  </a:cubicBezTo>
                  <a:cubicBezTo>
                    <a:pt x="1279208" y="1507808"/>
                    <a:pt x="1321689" y="1459039"/>
                    <a:pt x="1378363" y="1430750"/>
                  </a:cubicBezTo>
                  <a:cubicBezTo>
                    <a:pt x="1473327" y="1383221"/>
                    <a:pt x="1584865" y="1402652"/>
                    <a:pt x="1691831" y="1394841"/>
                  </a:cubicBezTo>
                  <a:cubicBezTo>
                    <a:pt x="1771079" y="1389031"/>
                    <a:pt x="1849279" y="1368266"/>
                    <a:pt x="1914335" y="1323023"/>
                  </a:cubicBezTo>
                  <a:cubicBezTo>
                    <a:pt x="1989963" y="1270445"/>
                    <a:pt x="2041493" y="1189101"/>
                    <a:pt x="2055495" y="1098042"/>
                  </a:cubicBezTo>
                  <a:cubicBezTo>
                    <a:pt x="2064258" y="1041178"/>
                    <a:pt x="2057591" y="982980"/>
                    <a:pt x="2033969" y="930497"/>
                  </a:cubicBezTo>
                  <a:cubicBezTo>
                    <a:pt x="2002727" y="861060"/>
                    <a:pt x="1945958" y="807625"/>
                    <a:pt x="1885664" y="760571"/>
                  </a:cubicBezTo>
                  <a:cubicBezTo>
                    <a:pt x="1809179" y="700945"/>
                    <a:pt x="1725549" y="651415"/>
                    <a:pt x="1636871" y="612172"/>
                  </a:cubicBezTo>
                  <a:cubicBezTo>
                    <a:pt x="1532763" y="566071"/>
                    <a:pt x="1421606" y="532543"/>
                    <a:pt x="1335405" y="459010"/>
                  </a:cubicBezTo>
                  <a:cubicBezTo>
                    <a:pt x="1277969" y="409956"/>
                    <a:pt x="1232059" y="344615"/>
                    <a:pt x="1234916" y="269939"/>
                  </a:cubicBezTo>
                  <a:cubicBezTo>
                    <a:pt x="1237012" y="211741"/>
                    <a:pt x="1386935" y="0"/>
                    <a:pt x="1386935" y="0"/>
                  </a:cubicBezTo>
                </a:path>
              </a:pathLst>
            </a:custGeom>
            <a:noFill/>
            <a:ln w="9525" cap="rnd">
              <a:solidFill>
                <a:schemeClr val="accent2">
                  <a:alpha val="35000"/>
                </a:schemeClr>
              </a:solidFill>
              <a:prstDash val="lgDash"/>
              <a:round/>
            </a:ln>
          </p:spPr>
          <p:txBody>
            <a:bodyPr rtlCol="0" anchor="ctr"/>
            <a:lstStyle/>
            <a:p>
              <a:endParaRPr lang="en-US"/>
            </a:p>
          </p:txBody>
        </p:sp>
        <p:sp>
          <p:nvSpPr>
            <p:cNvPr id="18" name="Freeform: Shape 17">
              <a:extLst>
                <a:ext uri="{FF2B5EF4-FFF2-40B4-BE49-F238E27FC236}">
                  <a16:creationId xmlns:a16="http://schemas.microsoft.com/office/drawing/2014/main" id="{C20CF77B-DB97-4B8D-9400-E4E8ED6B04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8825" y="543780"/>
              <a:ext cx="494287" cy="1905590"/>
            </a:xfrm>
            <a:custGeom>
              <a:avLst/>
              <a:gdLst>
                <a:gd name="connsiteX0" fmla="*/ 11144 w 743796"/>
                <a:gd name="connsiteY0" fmla="*/ 0 h 2867501"/>
                <a:gd name="connsiteX1" fmla="*/ 353663 w 743796"/>
                <a:gd name="connsiteY1" fmla="*/ 55245 h 2867501"/>
                <a:gd name="connsiteX2" fmla="*/ 571405 w 743796"/>
                <a:gd name="connsiteY2" fmla="*/ 179737 h 2867501"/>
                <a:gd name="connsiteX3" fmla="*/ 688658 w 743796"/>
                <a:gd name="connsiteY3" fmla="*/ 368808 h 2867501"/>
                <a:gd name="connsiteX4" fmla="*/ 731711 w 743796"/>
                <a:gd name="connsiteY4" fmla="*/ 612934 h 2867501"/>
                <a:gd name="connsiteX5" fmla="*/ 725233 w 743796"/>
                <a:gd name="connsiteY5" fmla="*/ 995648 h 2867501"/>
                <a:gd name="connsiteX6" fmla="*/ 742855 w 743796"/>
                <a:gd name="connsiteY6" fmla="*/ 1499330 h 2867501"/>
                <a:gd name="connsiteX7" fmla="*/ 707898 w 743796"/>
                <a:gd name="connsiteY7" fmla="*/ 1793081 h 2867501"/>
                <a:gd name="connsiteX8" fmla="*/ 633222 w 743796"/>
                <a:gd name="connsiteY8" fmla="*/ 2073592 h 2867501"/>
                <a:gd name="connsiteX9" fmla="*/ 404527 w 743796"/>
                <a:gd name="connsiteY9" fmla="*/ 2472404 h 2867501"/>
                <a:gd name="connsiteX10" fmla="*/ 0 w 743796"/>
                <a:gd name="connsiteY10" fmla="*/ 2867501 h 2867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3796" h="2867501">
                  <a:moveTo>
                    <a:pt x="11144" y="0"/>
                  </a:moveTo>
                  <a:cubicBezTo>
                    <a:pt x="101060" y="2953"/>
                    <a:pt x="268796" y="25146"/>
                    <a:pt x="353663" y="55245"/>
                  </a:cubicBezTo>
                  <a:cubicBezTo>
                    <a:pt x="433483" y="83534"/>
                    <a:pt x="510635" y="120967"/>
                    <a:pt x="571405" y="179737"/>
                  </a:cubicBezTo>
                  <a:cubicBezTo>
                    <a:pt x="625412" y="231934"/>
                    <a:pt x="663607" y="297942"/>
                    <a:pt x="688658" y="368808"/>
                  </a:cubicBezTo>
                  <a:cubicBezTo>
                    <a:pt x="716375" y="447103"/>
                    <a:pt x="727996" y="529876"/>
                    <a:pt x="731711" y="612934"/>
                  </a:cubicBezTo>
                  <a:cubicBezTo>
                    <a:pt x="737426" y="740474"/>
                    <a:pt x="724948" y="867918"/>
                    <a:pt x="725233" y="995648"/>
                  </a:cubicBezTo>
                  <a:cubicBezTo>
                    <a:pt x="725710" y="1163765"/>
                    <a:pt x="748665" y="1331309"/>
                    <a:pt x="742855" y="1499330"/>
                  </a:cubicBezTo>
                  <a:cubicBezTo>
                    <a:pt x="739426" y="1598009"/>
                    <a:pt x="725996" y="1696022"/>
                    <a:pt x="707898" y="1793081"/>
                  </a:cubicBezTo>
                  <a:cubicBezTo>
                    <a:pt x="690086" y="1888426"/>
                    <a:pt x="666845" y="1982724"/>
                    <a:pt x="633222" y="2073592"/>
                  </a:cubicBezTo>
                  <a:cubicBezTo>
                    <a:pt x="579692" y="2218182"/>
                    <a:pt x="499682" y="2351056"/>
                    <a:pt x="404527" y="2472404"/>
                  </a:cubicBezTo>
                  <a:cubicBezTo>
                    <a:pt x="266033" y="2648902"/>
                    <a:pt x="179642" y="2732818"/>
                    <a:pt x="0" y="2867501"/>
                  </a:cubicBezTo>
                </a:path>
              </a:pathLst>
            </a:custGeom>
            <a:noFill/>
            <a:ln w="9525" cap="rnd">
              <a:solidFill>
                <a:schemeClr val="accent2">
                  <a:alpha val="35000"/>
                </a:schemeClr>
              </a:solidFill>
              <a:prstDash val="lgDash"/>
              <a:round/>
            </a:ln>
          </p:spPr>
          <p:txBody>
            <a:bodyPr rtlCol="0" anchor="ctr"/>
            <a:lstStyle/>
            <a:p>
              <a:endParaRPr lang="en-US"/>
            </a:p>
          </p:txBody>
        </p:sp>
        <p:sp>
          <p:nvSpPr>
            <p:cNvPr id="19" name="Freeform: Shape 18">
              <a:extLst>
                <a:ext uri="{FF2B5EF4-FFF2-40B4-BE49-F238E27FC236}">
                  <a16:creationId xmlns:a16="http://schemas.microsoft.com/office/drawing/2014/main" id="{5EEEE768-C64B-4296-8921-8D9F342AF9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672286"/>
              <a:ext cx="396930" cy="1690303"/>
            </a:xfrm>
            <a:custGeom>
              <a:avLst/>
              <a:gdLst>
                <a:gd name="connsiteX0" fmla="*/ 16478 w 597294"/>
                <a:gd name="connsiteY0" fmla="*/ 2079 h 2543540"/>
                <a:gd name="connsiteX1" fmla="*/ 299847 w 597294"/>
                <a:gd name="connsiteY1" fmla="*/ 53991 h 2543540"/>
                <a:gd name="connsiteX2" fmla="*/ 503206 w 597294"/>
                <a:gd name="connsiteY2" fmla="*/ 291354 h 2543540"/>
                <a:gd name="connsiteX3" fmla="*/ 525113 w 597294"/>
                <a:gd name="connsiteY3" fmla="*/ 724265 h 2543540"/>
                <a:gd name="connsiteX4" fmla="*/ 578930 w 597294"/>
                <a:gd name="connsiteY4" fmla="*/ 1117267 h 2543540"/>
                <a:gd name="connsiteX5" fmla="*/ 592931 w 597294"/>
                <a:gd name="connsiteY5" fmla="*/ 1476359 h 2543540"/>
                <a:gd name="connsiteX6" fmla="*/ 503206 w 597294"/>
                <a:gd name="connsiteY6" fmla="*/ 1859359 h 2543540"/>
                <a:gd name="connsiteX7" fmla="*/ 291846 w 597294"/>
                <a:gd name="connsiteY7" fmla="*/ 2250361 h 2543540"/>
                <a:gd name="connsiteX8" fmla="*/ 0 w 597294"/>
                <a:gd name="connsiteY8" fmla="*/ 2543540 h 25435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7294" h="2543540">
                  <a:moveTo>
                    <a:pt x="16478" y="2079"/>
                  </a:moveTo>
                  <a:cubicBezTo>
                    <a:pt x="101441" y="-6684"/>
                    <a:pt x="224885" y="12557"/>
                    <a:pt x="299847" y="53991"/>
                  </a:cubicBezTo>
                  <a:cubicBezTo>
                    <a:pt x="394240" y="106092"/>
                    <a:pt x="468440" y="189341"/>
                    <a:pt x="503206" y="291354"/>
                  </a:cubicBezTo>
                  <a:cubicBezTo>
                    <a:pt x="550069" y="429085"/>
                    <a:pt x="520827" y="577770"/>
                    <a:pt x="525113" y="724265"/>
                  </a:cubicBezTo>
                  <a:cubicBezTo>
                    <a:pt x="529019" y="856472"/>
                    <a:pt x="561118" y="986012"/>
                    <a:pt x="578930" y="1117267"/>
                  </a:cubicBezTo>
                  <a:cubicBezTo>
                    <a:pt x="595122" y="1236234"/>
                    <a:pt x="602742" y="1356630"/>
                    <a:pt x="592931" y="1476359"/>
                  </a:cubicBezTo>
                  <a:cubicBezTo>
                    <a:pt x="582073" y="1607709"/>
                    <a:pt x="549783" y="1736011"/>
                    <a:pt x="503206" y="1859359"/>
                  </a:cubicBezTo>
                  <a:cubicBezTo>
                    <a:pt x="450628" y="1998710"/>
                    <a:pt x="383857" y="2133298"/>
                    <a:pt x="291846" y="2250361"/>
                  </a:cubicBezTo>
                  <a:cubicBezTo>
                    <a:pt x="231553" y="2327132"/>
                    <a:pt x="73819" y="2479532"/>
                    <a:pt x="0" y="2543540"/>
                  </a:cubicBezTo>
                </a:path>
              </a:pathLst>
            </a:custGeom>
            <a:noFill/>
            <a:ln w="9525" cap="rnd">
              <a:solidFill>
                <a:schemeClr val="accent2">
                  <a:alpha val="35000"/>
                </a:schemeClr>
              </a:solidFill>
              <a:prstDash val="lgDash"/>
              <a:round/>
            </a:ln>
          </p:spPr>
          <p:txBody>
            <a:bodyPr rtlCol="0" anchor="ctr"/>
            <a:lstStyle/>
            <a:p>
              <a:endParaRPr lang="en-US"/>
            </a:p>
          </p:txBody>
        </p:sp>
        <p:sp>
          <p:nvSpPr>
            <p:cNvPr id="20" name="Freeform: Shape 19">
              <a:extLst>
                <a:ext uri="{FF2B5EF4-FFF2-40B4-BE49-F238E27FC236}">
                  <a16:creationId xmlns:a16="http://schemas.microsoft.com/office/drawing/2014/main" id="{399A0EBB-E594-42E3-9628-D6F0E625D3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3002" y="881264"/>
              <a:ext cx="258791" cy="1336561"/>
            </a:xfrm>
            <a:custGeom>
              <a:avLst/>
              <a:gdLst>
                <a:gd name="connsiteX0" fmla="*/ 0 w 389425"/>
                <a:gd name="connsiteY0" fmla="*/ 33 h 2011236"/>
                <a:gd name="connsiteX1" fmla="*/ 171260 w 389425"/>
                <a:gd name="connsiteY1" fmla="*/ 60326 h 2011236"/>
                <a:gd name="connsiteX2" fmla="*/ 211455 w 389425"/>
                <a:gd name="connsiteY2" fmla="*/ 221204 h 2011236"/>
                <a:gd name="connsiteX3" fmla="*/ 243078 w 389425"/>
                <a:gd name="connsiteY3" fmla="*/ 448089 h 2011236"/>
                <a:gd name="connsiteX4" fmla="*/ 346424 w 389425"/>
                <a:gd name="connsiteY4" fmla="*/ 789941 h 2011236"/>
                <a:gd name="connsiteX5" fmla="*/ 372237 w 389425"/>
                <a:gd name="connsiteY5" fmla="*/ 942151 h 2011236"/>
                <a:gd name="connsiteX6" fmla="*/ 386620 w 389425"/>
                <a:gd name="connsiteY6" fmla="*/ 1272478 h 2011236"/>
                <a:gd name="connsiteX7" fmla="*/ 280416 w 389425"/>
                <a:gd name="connsiteY7" fmla="*/ 1660241 h 2011236"/>
                <a:gd name="connsiteX8" fmla="*/ 151257 w 389425"/>
                <a:gd name="connsiteY8" fmla="*/ 1844073 h 2011236"/>
                <a:gd name="connsiteX9" fmla="*/ 1905 w 389425"/>
                <a:gd name="connsiteY9" fmla="*/ 2011237 h 2011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9425" h="2011236">
                  <a:moveTo>
                    <a:pt x="0" y="33"/>
                  </a:moveTo>
                  <a:cubicBezTo>
                    <a:pt x="57912" y="-824"/>
                    <a:pt x="136112" y="14892"/>
                    <a:pt x="171260" y="60326"/>
                  </a:cubicBezTo>
                  <a:cubicBezTo>
                    <a:pt x="205645" y="104903"/>
                    <a:pt x="207740" y="164244"/>
                    <a:pt x="211455" y="221204"/>
                  </a:cubicBezTo>
                  <a:cubicBezTo>
                    <a:pt x="216408" y="297594"/>
                    <a:pt x="225838" y="373604"/>
                    <a:pt x="243078" y="448089"/>
                  </a:cubicBezTo>
                  <a:cubicBezTo>
                    <a:pt x="269939" y="564199"/>
                    <a:pt x="319183" y="673927"/>
                    <a:pt x="346424" y="789941"/>
                  </a:cubicBezTo>
                  <a:cubicBezTo>
                    <a:pt x="358235" y="840043"/>
                    <a:pt x="365951" y="891097"/>
                    <a:pt x="372237" y="942151"/>
                  </a:cubicBezTo>
                  <a:cubicBezTo>
                    <a:pt x="385858" y="1051784"/>
                    <a:pt x="394049" y="1162274"/>
                    <a:pt x="386620" y="1272478"/>
                  </a:cubicBezTo>
                  <a:cubicBezTo>
                    <a:pt x="377476" y="1407828"/>
                    <a:pt x="344996" y="1541178"/>
                    <a:pt x="280416" y="1660241"/>
                  </a:cubicBezTo>
                  <a:cubicBezTo>
                    <a:pt x="244602" y="1726249"/>
                    <a:pt x="199358" y="1786352"/>
                    <a:pt x="151257" y="1844073"/>
                  </a:cubicBezTo>
                  <a:cubicBezTo>
                    <a:pt x="79534" y="1930084"/>
                    <a:pt x="89345" y="1941419"/>
                    <a:pt x="1905" y="2011237"/>
                  </a:cubicBezTo>
                </a:path>
              </a:pathLst>
            </a:custGeom>
            <a:noFill/>
            <a:ln w="9525" cap="rnd">
              <a:solidFill>
                <a:schemeClr val="accent2">
                  <a:alpha val="35000"/>
                </a:schemeClr>
              </a:solidFill>
              <a:prstDash val="lgDash"/>
              <a:round/>
            </a:ln>
          </p:spPr>
          <p:txBody>
            <a:bodyPr rtlCol="0" anchor="ctr"/>
            <a:lstStyle/>
            <a:p>
              <a:endParaRPr lang="en-US"/>
            </a:p>
          </p:txBody>
        </p:sp>
      </p:grpSp>
      <p:grpSp>
        <p:nvGrpSpPr>
          <p:cNvPr id="56" name="Bottom Right">
            <a:extLst>
              <a:ext uri="{FF2B5EF4-FFF2-40B4-BE49-F238E27FC236}">
                <a16:creationId xmlns:a16="http://schemas.microsoft.com/office/drawing/2014/main" id="{92EC3874-05DD-47EE-9CA4-F0534A94681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980400" y="3276601"/>
            <a:ext cx="4211600" cy="3581399"/>
            <a:chOff x="7980400" y="3276601"/>
            <a:chExt cx="4211600" cy="3581399"/>
          </a:xfrm>
        </p:grpSpPr>
        <p:sp>
          <p:nvSpPr>
            <p:cNvPr id="57" name="Freeform: Shape 56">
              <a:extLst>
                <a:ext uri="{FF2B5EF4-FFF2-40B4-BE49-F238E27FC236}">
                  <a16:creationId xmlns:a16="http://schemas.microsoft.com/office/drawing/2014/main" id="{170FD15C-3AF3-48D2-BB71-1E8F0EA5DC0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439256" y="6178637"/>
              <a:ext cx="1482102" cy="67936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tx1">
                    <a:lumMod val="65000"/>
                    <a:lumOff val="35000"/>
                  </a:schemeClr>
                </a:solidFill>
                <a:latin typeface="AvenirNext LT Pro Medium" panose="020B0504020202020204" pitchFamily="34" charset="0"/>
              </a:endParaRPr>
            </a:p>
          </p:txBody>
        </p:sp>
        <p:grpSp>
          <p:nvGrpSpPr>
            <p:cNvPr id="58" name="Graphic 157">
              <a:extLst>
                <a:ext uri="{FF2B5EF4-FFF2-40B4-BE49-F238E27FC236}">
                  <a16:creationId xmlns:a16="http://schemas.microsoft.com/office/drawing/2014/main" id="{4E831CDE-CEE1-496B-AEDB-FB2A196FCA7D}"/>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8662740" y="3276601"/>
              <a:ext cx="3529260" cy="3581398"/>
              <a:chOff x="4114800" y="1423987"/>
              <a:chExt cx="3961542" cy="4007547"/>
            </a:xfrm>
            <a:noFill/>
          </p:grpSpPr>
          <p:sp>
            <p:nvSpPr>
              <p:cNvPr id="26" name="Freeform: Shape 25">
                <a:extLst>
                  <a:ext uri="{FF2B5EF4-FFF2-40B4-BE49-F238E27FC236}">
                    <a16:creationId xmlns:a16="http://schemas.microsoft.com/office/drawing/2014/main" id="{93AA54E4-E5E3-435E-8667-AE6F80B5AD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14800" y="1423987"/>
                <a:ext cx="3946874" cy="3989641"/>
              </a:xfrm>
              <a:custGeom>
                <a:avLst/>
                <a:gdLst>
                  <a:gd name="connsiteX0" fmla="*/ 0 w 3946874"/>
                  <a:gd name="connsiteY0" fmla="*/ 3989641 h 3989641"/>
                  <a:gd name="connsiteX1" fmla="*/ 79439 w 3946874"/>
                  <a:gd name="connsiteY1" fmla="*/ 3891153 h 3989641"/>
                  <a:gd name="connsiteX2" fmla="*/ 297371 w 3946874"/>
                  <a:gd name="connsiteY2" fmla="*/ 3626930 h 3989641"/>
                  <a:gd name="connsiteX3" fmla="*/ 454343 w 3946874"/>
                  <a:gd name="connsiteY3" fmla="*/ 3440335 h 3989641"/>
                  <a:gd name="connsiteX4" fmla="*/ 622363 w 3946874"/>
                  <a:gd name="connsiteY4" fmla="*/ 3290697 h 3989641"/>
                  <a:gd name="connsiteX5" fmla="*/ 927068 w 3946874"/>
                  <a:gd name="connsiteY5" fmla="*/ 3087434 h 3989641"/>
                  <a:gd name="connsiteX6" fmla="*/ 1176338 w 3946874"/>
                  <a:gd name="connsiteY6" fmla="*/ 2915603 h 3989641"/>
                  <a:gd name="connsiteX7" fmla="*/ 1394270 w 3946874"/>
                  <a:gd name="connsiteY7" fmla="*/ 2780729 h 3989641"/>
                  <a:gd name="connsiteX8" fmla="*/ 1601057 w 3946874"/>
                  <a:gd name="connsiteY8" fmla="*/ 2723483 h 3989641"/>
                  <a:gd name="connsiteX9" fmla="*/ 1756220 w 3946874"/>
                  <a:gd name="connsiteY9" fmla="*/ 2743772 h 3989641"/>
                  <a:gd name="connsiteX10" fmla="*/ 1889189 w 3946874"/>
                  <a:gd name="connsiteY10" fmla="*/ 2765965 h 3989641"/>
                  <a:gd name="connsiteX11" fmla="*/ 2007394 w 3946874"/>
                  <a:gd name="connsiteY11" fmla="*/ 2765965 h 3989641"/>
                  <a:gd name="connsiteX12" fmla="*/ 2184654 w 3946874"/>
                  <a:gd name="connsiteY12" fmla="*/ 2671763 h 3989641"/>
                  <a:gd name="connsiteX13" fmla="*/ 2372773 w 3946874"/>
                  <a:gd name="connsiteY13" fmla="*/ 2538984 h 3989641"/>
                  <a:gd name="connsiteX14" fmla="*/ 2439543 w 3946874"/>
                  <a:gd name="connsiteY14" fmla="*/ 2510504 h 3989641"/>
                  <a:gd name="connsiteX15" fmla="*/ 2650617 w 3946874"/>
                  <a:gd name="connsiteY15" fmla="*/ 2434781 h 3989641"/>
                  <a:gd name="connsiteX16" fmla="*/ 2785110 w 3946874"/>
                  <a:gd name="connsiteY16" fmla="*/ 2383060 h 3989641"/>
                  <a:gd name="connsiteX17" fmla="*/ 2897315 w 3946874"/>
                  <a:gd name="connsiteY17" fmla="*/ 2318861 h 3989641"/>
                  <a:gd name="connsiteX18" fmla="*/ 2997994 w 3946874"/>
                  <a:gd name="connsiteY18" fmla="*/ 2226183 h 3989641"/>
                  <a:gd name="connsiteX19" fmla="*/ 3061240 w 3946874"/>
                  <a:gd name="connsiteY19" fmla="*/ 2141506 h 3989641"/>
                  <a:gd name="connsiteX20" fmla="*/ 3152108 w 3946874"/>
                  <a:gd name="connsiteY20" fmla="*/ 2005203 h 3989641"/>
                  <a:gd name="connsiteX21" fmla="*/ 3274124 w 3946874"/>
                  <a:gd name="connsiteY21" fmla="*/ 1871567 h 3989641"/>
                  <a:gd name="connsiteX22" fmla="*/ 3388138 w 3946874"/>
                  <a:gd name="connsiteY22" fmla="*/ 1770888 h 3989641"/>
                  <a:gd name="connsiteX23" fmla="*/ 3466529 w 3946874"/>
                  <a:gd name="connsiteY23" fmla="*/ 1679162 h 3989641"/>
                  <a:gd name="connsiteX24" fmla="*/ 3538633 w 3946874"/>
                  <a:gd name="connsiteY24" fmla="*/ 1551718 h 3989641"/>
                  <a:gd name="connsiteX25" fmla="*/ 3588544 w 3946874"/>
                  <a:gd name="connsiteY25" fmla="*/ 1376172 h 3989641"/>
                  <a:gd name="connsiteX26" fmla="*/ 3597402 w 3946874"/>
                  <a:gd name="connsiteY26" fmla="*/ 1293305 h 3989641"/>
                  <a:gd name="connsiteX27" fmla="*/ 3721227 w 3946874"/>
                  <a:gd name="connsiteY27" fmla="*/ 880491 h 3989641"/>
                  <a:gd name="connsiteX28" fmla="*/ 3761137 w 3946874"/>
                  <a:gd name="connsiteY28" fmla="*/ 463677 h 3989641"/>
                  <a:gd name="connsiteX29" fmla="*/ 3946874 w 3946874"/>
                  <a:gd name="connsiteY29" fmla="*/ 0 h 3989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3946874" h="3989641">
                    <a:moveTo>
                      <a:pt x="0" y="3989641"/>
                    </a:moveTo>
                    <a:cubicBezTo>
                      <a:pt x="19050" y="3957257"/>
                      <a:pt x="50959" y="3916013"/>
                      <a:pt x="79439" y="3891153"/>
                    </a:cubicBezTo>
                    <a:cubicBezTo>
                      <a:pt x="165544" y="3815906"/>
                      <a:pt x="227933" y="3717989"/>
                      <a:pt x="297371" y="3626930"/>
                    </a:cubicBezTo>
                    <a:cubicBezTo>
                      <a:pt x="346615" y="3562255"/>
                      <a:pt x="398050" y="3499009"/>
                      <a:pt x="454343" y="3440335"/>
                    </a:cubicBezTo>
                    <a:cubicBezTo>
                      <a:pt x="506349" y="3386042"/>
                      <a:pt x="562642" y="3336227"/>
                      <a:pt x="622363" y="3290697"/>
                    </a:cubicBezTo>
                    <a:cubicBezTo>
                      <a:pt x="719519" y="3216688"/>
                      <a:pt x="824960" y="3154585"/>
                      <a:pt x="927068" y="3087434"/>
                    </a:cubicBezTo>
                    <a:cubicBezTo>
                      <a:pt x="1011365" y="3031998"/>
                      <a:pt x="1093565" y="2973324"/>
                      <a:pt x="1176338" y="2915603"/>
                    </a:cubicBezTo>
                    <a:cubicBezTo>
                      <a:pt x="1246537" y="2866644"/>
                      <a:pt x="1317308" y="2818066"/>
                      <a:pt x="1394270" y="2780729"/>
                    </a:cubicBezTo>
                    <a:cubicBezTo>
                      <a:pt x="1459421" y="2749106"/>
                      <a:pt x="1528763" y="2724436"/>
                      <a:pt x="1601057" y="2723483"/>
                    </a:cubicBezTo>
                    <a:cubicBezTo>
                      <a:pt x="1653350" y="2722721"/>
                      <a:pt x="1704785" y="2733485"/>
                      <a:pt x="1756220" y="2743772"/>
                    </a:cubicBezTo>
                    <a:cubicBezTo>
                      <a:pt x="1800320" y="2752630"/>
                      <a:pt x="1844612" y="2760250"/>
                      <a:pt x="1889189" y="2765965"/>
                    </a:cubicBezTo>
                    <a:cubicBezTo>
                      <a:pt x="1928622" y="2771013"/>
                      <a:pt x="1968437" y="2773299"/>
                      <a:pt x="2007394" y="2765965"/>
                    </a:cubicBezTo>
                    <a:cubicBezTo>
                      <a:pt x="2073878" y="2753487"/>
                      <a:pt x="2130647" y="2712911"/>
                      <a:pt x="2184654" y="2671763"/>
                    </a:cubicBezTo>
                    <a:cubicBezTo>
                      <a:pt x="2245900" y="2625090"/>
                      <a:pt x="2304002" y="2573465"/>
                      <a:pt x="2372773" y="2538984"/>
                    </a:cubicBezTo>
                    <a:cubicBezTo>
                      <a:pt x="2394395" y="2528126"/>
                      <a:pt x="2416874" y="2518982"/>
                      <a:pt x="2439543" y="2510504"/>
                    </a:cubicBezTo>
                    <a:cubicBezTo>
                      <a:pt x="2509552" y="2484215"/>
                      <a:pt x="2580037" y="2459450"/>
                      <a:pt x="2650617" y="2434781"/>
                    </a:cubicBezTo>
                    <a:cubicBezTo>
                      <a:pt x="2695956" y="2418874"/>
                      <a:pt x="2741295" y="2402872"/>
                      <a:pt x="2785110" y="2383060"/>
                    </a:cubicBezTo>
                    <a:cubicBezTo>
                      <a:pt x="2824448" y="2365248"/>
                      <a:pt x="2862358" y="2344198"/>
                      <a:pt x="2897315" y="2318861"/>
                    </a:cubicBezTo>
                    <a:cubicBezTo>
                      <a:pt x="2934367" y="2292096"/>
                      <a:pt x="2968085" y="2260854"/>
                      <a:pt x="2997994" y="2226183"/>
                    </a:cubicBezTo>
                    <a:cubicBezTo>
                      <a:pt x="3020949" y="2199513"/>
                      <a:pt x="3041714" y="2170938"/>
                      <a:pt x="3061240" y="2141506"/>
                    </a:cubicBezTo>
                    <a:cubicBezTo>
                      <a:pt x="3091529" y="2095976"/>
                      <a:pt x="3119533" y="2049018"/>
                      <a:pt x="3152108" y="2005203"/>
                    </a:cubicBezTo>
                    <a:cubicBezTo>
                      <a:pt x="3188113" y="1956626"/>
                      <a:pt x="3229261" y="1912144"/>
                      <a:pt x="3274124" y="1871567"/>
                    </a:cubicBezTo>
                    <a:cubicBezTo>
                      <a:pt x="3311747" y="1837563"/>
                      <a:pt x="3351848" y="1806321"/>
                      <a:pt x="3388138" y="1770888"/>
                    </a:cubicBezTo>
                    <a:cubicBezTo>
                      <a:pt x="3416999" y="1742694"/>
                      <a:pt x="3443002" y="1711833"/>
                      <a:pt x="3466529" y="1679162"/>
                    </a:cubicBezTo>
                    <a:cubicBezTo>
                      <a:pt x="3495008" y="1639348"/>
                      <a:pt x="3519392" y="1596771"/>
                      <a:pt x="3538633" y="1551718"/>
                    </a:cubicBezTo>
                    <a:cubicBezTo>
                      <a:pt x="3562731" y="1495616"/>
                      <a:pt x="3578924" y="1436465"/>
                      <a:pt x="3588544" y="1376172"/>
                    </a:cubicBezTo>
                    <a:cubicBezTo>
                      <a:pt x="3592925" y="1348740"/>
                      <a:pt x="3595688" y="1321022"/>
                      <a:pt x="3597402" y="1293305"/>
                    </a:cubicBezTo>
                    <a:cubicBezTo>
                      <a:pt x="3605974" y="1155859"/>
                      <a:pt x="3717703" y="1018127"/>
                      <a:pt x="3721227" y="880491"/>
                    </a:cubicBezTo>
                    <a:cubicBezTo>
                      <a:pt x="3724751" y="740855"/>
                      <a:pt x="3743135" y="602171"/>
                      <a:pt x="3761137" y="463677"/>
                    </a:cubicBezTo>
                    <a:cubicBezTo>
                      <a:pt x="3776186" y="347758"/>
                      <a:pt x="3934968" y="116205"/>
                      <a:pt x="3946874" y="0"/>
                    </a:cubicBezTo>
                  </a:path>
                </a:pathLst>
              </a:custGeom>
              <a:noFill/>
              <a:ln w="9525" cap="rnd">
                <a:solidFill>
                  <a:schemeClr val="accent2">
                    <a:alpha val="35000"/>
                  </a:schemeClr>
                </a:solidFill>
                <a:prstDash val="lgDash"/>
                <a:round/>
              </a:ln>
            </p:spPr>
            <p:txBody>
              <a:bodyPr rtlCol="0" anchor="ctr"/>
              <a:lstStyle/>
              <a:p>
                <a:endParaRPr lang="en-US"/>
              </a:p>
            </p:txBody>
          </p:sp>
          <p:sp>
            <p:nvSpPr>
              <p:cNvPr id="27" name="Freeform: Shape 26">
                <a:extLst>
                  <a:ext uri="{FF2B5EF4-FFF2-40B4-BE49-F238E27FC236}">
                    <a16:creationId xmlns:a16="http://schemas.microsoft.com/office/drawing/2014/main" id="{59585BA2-83E2-46ED-B377-86D4F16551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95978" y="2441733"/>
                <a:ext cx="3665410" cy="2985611"/>
              </a:xfrm>
              <a:custGeom>
                <a:avLst/>
                <a:gdLst>
                  <a:gd name="connsiteX0" fmla="*/ 0 w 3665410"/>
                  <a:gd name="connsiteY0" fmla="*/ 2985611 h 2985611"/>
                  <a:gd name="connsiteX1" fmla="*/ 166211 w 3665410"/>
                  <a:gd name="connsiteY1" fmla="*/ 2699766 h 2985611"/>
                  <a:gd name="connsiteX2" fmla="*/ 397002 w 3665410"/>
                  <a:gd name="connsiteY2" fmla="*/ 2414969 h 2985611"/>
                  <a:gd name="connsiteX3" fmla="*/ 620173 w 3665410"/>
                  <a:gd name="connsiteY3" fmla="*/ 2237899 h 2985611"/>
                  <a:gd name="connsiteX4" fmla="*/ 823341 w 3665410"/>
                  <a:gd name="connsiteY4" fmla="*/ 2085499 h 2985611"/>
                  <a:gd name="connsiteX5" fmla="*/ 1089565 w 3665410"/>
                  <a:gd name="connsiteY5" fmla="*/ 1911477 h 2985611"/>
                  <a:gd name="connsiteX6" fmla="*/ 1145000 w 3665410"/>
                  <a:gd name="connsiteY6" fmla="*/ 1886807 h 2985611"/>
                  <a:gd name="connsiteX7" fmla="*/ 1375791 w 3665410"/>
                  <a:gd name="connsiteY7" fmla="*/ 1842135 h 2985611"/>
                  <a:gd name="connsiteX8" fmla="*/ 1486567 w 3665410"/>
                  <a:gd name="connsiteY8" fmla="*/ 1857566 h 2985611"/>
                  <a:gd name="connsiteX9" fmla="*/ 1568101 w 3665410"/>
                  <a:gd name="connsiteY9" fmla="*/ 1871377 h 2985611"/>
                  <a:gd name="connsiteX10" fmla="*/ 1810607 w 3665410"/>
                  <a:gd name="connsiteY10" fmla="*/ 1871377 h 2985611"/>
                  <a:gd name="connsiteX11" fmla="*/ 1997964 w 3665410"/>
                  <a:gd name="connsiteY11" fmla="*/ 1790605 h 2985611"/>
                  <a:gd name="connsiteX12" fmla="*/ 2109883 w 3665410"/>
                  <a:gd name="connsiteY12" fmla="*/ 1702784 h 2985611"/>
                  <a:gd name="connsiteX13" fmla="*/ 2321433 w 3665410"/>
                  <a:gd name="connsiteY13" fmla="*/ 1552384 h 2985611"/>
                  <a:gd name="connsiteX14" fmla="*/ 2558891 w 3665410"/>
                  <a:gd name="connsiteY14" fmla="*/ 1453420 h 2985611"/>
                  <a:gd name="connsiteX15" fmla="*/ 2709767 w 3665410"/>
                  <a:gd name="connsiteY15" fmla="*/ 1377887 h 2985611"/>
                  <a:gd name="connsiteX16" fmla="*/ 2885408 w 3665410"/>
                  <a:gd name="connsiteY16" fmla="*/ 1237393 h 2985611"/>
                  <a:gd name="connsiteX17" fmla="*/ 3017711 w 3665410"/>
                  <a:gd name="connsiteY17" fmla="*/ 1072229 h 2985611"/>
                  <a:gd name="connsiteX18" fmla="*/ 3150680 w 3665410"/>
                  <a:gd name="connsiteY18" fmla="*/ 921830 h 2985611"/>
                  <a:gd name="connsiteX19" fmla="*/ 3255169 w 3665410"/>
                  <a:gd name="connsiteY19" fmla="*/ 801815 h 2985611"/>
                  <a:gd name="connsiteX20" fmla="*/ 3339275 w 3665410"/>
                  <a:gd name="connsiteY20" fmla="*/ 694182 h 2985611"/>
                  <a:gd name="connsiteX21" fmla="*/ 3409188 w 3665410"/>
                  <a:gd name="connsiteY21" fmla="*/ 546926 h 2985611"/>
                  <a:gd name="connsiteX22" fmla="*/ 3464243 w 3665410"/>
                  <a:gd name="connsiteY22" fmla="*/ 347663 h 2985611"/>
                  <a:gd name="connsiteX23" fmla="*/ 3665411 w 3665410"/>
                  <a:gd name="connsiteY23" fmla="*/ 0 h 2985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665410" h="2985611">
                    <a:moveTo>
                      <a:pt x="0" y="2985611"/>
                    </a:moveTo>
                    <a:cubicBezTo>
                      <a:pt x="0" y="2985611"/>
                      <a:pt x="86773" y="2802827"/>
                      <a:pt x="166211" y="2699766"/>
                    </a:cubicBezTo>
                    <a:cubicBezTo>
                      <a:pt x="240983" y="2602706"/>
                      <a:pt x="309182" y="2500122"/>
                      <a:pt x="397002" y="2414969"/>
                    </a:cubicBezTo>
                    <a:cubicBezTo>
                      <a:pt x="465296" y="2348865"/>
                      <a:pt x="543592" y="2294477"/>
                      <a:pt x="620173" y="2237899"/>
                    </a:cubicBezTo>
                    <a:cubicBezTo>
                      <a:pt x="688277" y="2187607"/>
                      <a:pt x="755333" y="2135886"/>
                      <a:pt x="823341" y="2085499"/>
                    </a:cubicBezTo>
                    <a:cubicBezTo>
                      <a:pt x="908685" y="2022253"/>
                      <a:pt x="994791" y="1959197"/>
                      <a:pt x="1089565" y="1911477"/>
                    </a:cubicBezTo>
                    <a:cubicBezTo>
                      <a:pt x="1107662" y="1902428"/>
                      <a:pt x="1126141" y="1894141"/>
                      <a:pt x="1145000" y="1886807"/>
                    </a:cubicBezTo>
                    <a:cubicBezTo>
                      <a:pt x="1218819" y="1858232"/>
                      <a:pt x="1296924" y="1838611"/>
                      <a:pt x="1375791" y="1842135"/>
                    </a:cubicBezTo>
                    <a:cubicBezTo>
                      <a:pt x="1413129" y="1843754"/>
                      <a:pt x="1449896" y="1850422"/>
                      <a:pt x="1486567" y="1857566"/>
                    </a:cubicBezTo>
                    <a:cubicBezTo>
                      <a:pt x="1513618" y="1862804"/>
                      <a:pt x="1540859" y="1867376"/>
                      <a:pt x="1568101" y="1871377"/>
                    </a:cubicBezTo>
                    <a:cubicBezTo>
                      <a:pt x="1648778" y="1883188"/>
                      <a:pt x="1730978" y="1887665"/>
                      <a:pt x="1810607" y="1871377"/>
                    </a:cubicBezTo>
                    <a:cubicBezTo>
                      <a:pt x="1877854" y="1857661"/>
                      <a:pt x="1941100" y="1829086"/>
                      <a:pt x="1997964" y="1790605"/>
                    </a:cubicBezTo>
                    <a:cubicBezTo>
                      <a:pt x="2037302" y="1764030"/>
                      <a:pt x="2073497" y="1733264"/>
                      <a:pt x="2109883" y="1702784"/>
                    </a:cubicBezTo>
                    <a:cubicBezTo>
                      <a:pt x="2176367" y="1647063"/>
                      <a:pt x="2244852" y="1593151"/>
                      <a:pt x="2321433" y="1552384"/>
                    </a:cubicBezTo>
                    <a:cubicBezTo>
                      <a:pt x="2397157" y="1512094"/>
                      <a:pt x="2479548" y="1486281"/>
                      <a:pt x="2558891" y="1453420"/>
                    </a:cubicBezTo>
                    <a:cubicBezTo>
                      <a:pt x="2610898" y="1431798"/>
                      <a:pt x="2661571" y="1407033"/>
                      <a:pt x="2709767" y="1377887"/>
                    </a:cubicBezTo>
                    <a:cubicBezTo>
                      <a:pt x="2774252" y="1338929"/>
                      <a:pt x="2834069" y="1292447"/>
                      <a:pt x="2885408" y="1237393"/>
                    </a:cubicBezTo>
                    <a:cubicBezTo>
                      <a:pt x="2933605" y="1185767"/>
                      <a:pt x="2973324" y="1127093"/>
                      <a:pt x="3017711" y="1072229"/>
                    </a:cubicBezTo>
                    <a:cubicBezTo>
                      <a:pt x="3059811" y="1020223"/>
                      <a:pt x="3105912" y="971645"/>
                      <a:pt x="3150680" y="921830"/>
                    </a:cubicBezTo>
                    <a:cubicBezTo>
                      <a:pt x="3186113" y="882396"/>
                      <a:pt x="3220593" y="842010"/>
                      <a:pt x="3255169" y="801815"/>
                    </a:cubicBezTo>
                    <a:cubicBezTo>
                      <a:pt x="3284887" y="767239"/>
                      <a:pt x="3314605" y="732473"/>
                      <a:pt x="3339275" y="694182"/>
                    </a:cubicBezTo>
                    <a:cubicBezTo>
                      <a:pt x="3368707" y="648367"/>
                      <a:pt x="3390138" y="597980"/>
                      <a:pt x="3409188" y="546926"/>
                    </a:cubicBezTo>
                    <a:cubicBezTo>
                      <a:pt x="3433382" y="482156"/>
                      <a:pt x="3453384" y="415861"/>
                      <a:pt x="3464243" y="347663"/>
                    </a:cubicBezTo>
                    <a:cubicBezTo>
                      <a:pt x="3476244" y="272224"/>
                      <a:pt x="3661696" y="76295"/>
                      <a:pt x="3665411" y="0"/>
                    </a:cubicBezTo>
                  </a:path>
                </a:pathLst>
              </a:custGeom>
              <a:noFill/>
              <a:ln w="9525" cap="rnd">
                <a:solidFill>
                  <a:schemeClr val="accent2">
                    <a:alpha val="35000"/>
                  </a:schemeClr>
                </a:solidFill>
                <a:prstDash val="lgDash"/>
                <a:round/>
              </a:ln>
            </p:spPr>
            <p:txBody>
              <a:bodyPr rtlCol="0" anchor="ctr"/>
              <a:lstStyle/>
              <a:p>
                <a:endParaRPr lang="en-US"/>
              </a:p>
            </p:txBody>
          </p:sp>
          <p:sp>
            <p:nvSpPr>
              <p:cNvPr id="28" name="Freeform: Shape 27">
                <a:extLst>
                  <a:ext uri="{FF2B5EF4-FFF2-40B4-BE49-F238E27FC236}">
                    <a16:creationId xmlns:a16="http://schemas.microsoft.com/office/drawing/2014/main" id="{C15FDA69-033D-45F7-8CB5-4BC51040E2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90402" y="5229700"/>
                <a:ext cx="285940" cy="199072"/>
              </a:xfrm>
              <a:custGeom>
                <a:avLst/>
                <a:gdLst>
                  <a:gd name="connsiteX0" fmla="*/ 0 w 285940"/>
                  <a:gd name="connsiteY0" fmla="*/ 199073 h 199072"/>
                  <a:gd name="connsiteX1" fmla="*/ 285940 w 285940"/>
                  <a:gd name="connsiteY1" fmla="*/ 0 h 199072"/>
                </a:gdLst>
                <a:ahLst/>
                <a:cxnLst>
                  <a:cxn ang="0">
                    <a:pos x="connsiteX0" y="connsiteY0"/>
                  </a:cxn>
                  <a:cxn ang="0">
                    <a:pos x="connsiteX1" y="connsiteY1"/>
                  </a:cxn>
                </a:cxnLst>
                <a:rect l="l" t="t" r="r" b="b"/>
                <a:pathLst>
                  <a:path w="285940" h="199072">
                    <a:moveTo>
                      <a:pt x="0" y="199073"/>
                    </a:moveTo>
                    <a:cubicBezTo>
                      <a:pt x="0" y="199073"/>
                      <a:pt x="242125" y="39243"/>
                      <a:pt x="285940" y="0"/>
                    </a:cubicBezTo>
                  </a:path>
                </a:pathLst>
              </a:custGeom>
              <a:noFill/>
              <a:ln w="9525" cap="rnd">
                <a:solidFill>
                  <a:schemeClr val="accent2">
                    <a:alpha val="35000"/>
                  </a:schemeClr>
                </a:solidFill>
                <a:prstDash val="lgDash"/>
                <a:round/>
              </a:ln>
            </p:spPr>
            <p:txBody>
              <a:bodyPr rtlCol="0" anchor="ctr"/>
              <a:lstStyle/>
              <a:p>
                <a:endParaRPr lang="en-US"/>
              </a:p>
            </p:txBody>
          </p:sp>
          <p:sp>
            <p:nvSpPr>
              <p:cNvPr id="29" name="Freeform: Shape 28">
                <a:extLst>
                  <a:ext uri="{FF2B5EF4-FFF2-40B4-BE49-F238E27FC236}">
                    <a16:creationId xmlns:a16="http://schemas.microsoft.com/office/drawing/2014/main" id="{E8307457-2BDD-4E1B-86B0-0B11C1B14E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393114" y="5049773"/>
                <a:ext cx="655796" cy="381190"/>
              </a:xfrm>
              <a:custGeom>
                <a:avLst/>
                <a:gdLst>
                  <a:gd name="connsiteX0" fmla="*/ 0 w 655796"/>
                  <a:gd name="connsiteY0" fmla="*/ 381190 h 381190"/>
                  <a:gd name="connsiteX1" fmla="*/ 655796 w 655796"/>
                  <a:gd name="connsiteY1" fmla="*/ 0 h 381190"/>
                </a:gdLst>
                <a:ahLst/>
                <a:cxnLst>
                  <a:cxn ang="0">
                    <a:pos x="connsiteX0" y="connsiteY0"/>
                  </a:cxn>
                  <a:cxn ang="0">
                    <a:pos x="connsiteX1" y="connsiteY1"/>
                  </a:cxn>
                </a:cxnLst>
                <a:rect l="l" t="t" r="r" b="b"/>
                <a:pathLst>
                  <a:path w="655796" h="381190">
                    <a:moveTo>
                      <a:pt x="0" y="381190"/>
                    </a:moveTo>
                    <a:cubicBezTo>
                      <a:pt x="0" y="381190"/>
                      <a:pt x="461105" y="172117"/>
                      <a:pt x="655796" y="0"/>
                    </a:cubicBezTo>
                  </a:path>
                </a:pathLst>
              </a:custGeom>
              <a:noFill/>
              <a:ln w="9525" cap="rnd">
                <a:solidFill>
                  <a:schemeClr val="accent2">
                    <a:alpha val="35000"/>
                  </a:schemeClr>
                </a:solidFill>
                <a:prstDash val="lgDash"/>
                <a:round/>
              </a:ln>
            </p:spPr>
            <p:txBody>
              <a:bodyPr rtlCol="0" anchor="ctr"/>
              <a:lstStyle/>
              <a:p>
                <a:endParaRPr lang="en-US"/>
              </a:p>
            </p:txBody>
          </p:sp>
          <p:sp>
            <p:nvSpPr>
              <p:cNvPr id="30" name="Freeform: Shape 29">
                <a:extLst>
                  <a:ext uri="{FF2B5EF4-FFF2-40B4-BE49-F238E27FC236}">
                    <a16:creationId xmlns:a16="http://schemas.microsoft.com/office/drawing/2014/main" id="{ABE53357-59FC-47FD-A904-1DDBC0E1521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154072" y="3867816"/>
                <a:ext cx="2907315" cy="1544764"/>
              </a:xfrm>
              <a:custGeom>
                <a:avLst/>
                <a:gdLst>
                  <a:gd name="connsiteX0" fmla="*/ 0 w 2907315"/>
                  <a:gd name="connsiteY0" fmla="*/ 1544764 h 1544764"/>
                  <a:gd name="connsiteX1" fmla="*/ 201644 w 2907315"/>
                  <a:gd name="connsiteY1" fmla="*/ 1352550 h 1544764"/>
                  <a:gd name="connsiteX2" fmla="*/ 423196 w 2907315"/>
                  <a:gd name="connsiteY2" fmla="*/ 1196054 h 1544764"/>
                  <a:gd name="connsiteX3" fmla="*/ 782193 w 2907315"/>
                  <a:gd name="connsiteY3" fmla="*/ 1099947 h 1544764"/>
                  <a:gd name="connsiteX4" fmla="*/ 1052513 w 2907315"/>
                  <a:gd name="connsiteY4" fmla="*/ 1042321 h 1544764"/>
                  <a:gd name="connsiteX5" fmla="*/ 1311783 w 2907315"/>
                  <a:gd name="connsiteY5" fmla="*/ 1056037 h 1544764"/>
                  <a:gd name="connsiteX6" fmla="*/ 1484662 w 2907315"/>
                  <a:gd name="connsiteY6" fmla="*/ 1083469 h 1544764"/>
                  <a:gd name="connsiteX7" fmla="*/ 1788224 w 2907315"/>
                  <a:gd name="connsiteY7" fmla="*/ 1023080 h 1544764"/>
                  <a:gd name="connsiteX8" fmla="*/ 2269045 w 2907315"/>
                  <a:gd name="connsiteY8" fmla="*/ 734758 h 1544764"/>
                  <a:gd name="connsiteX9" fmla="*/ 2534984 w 2907315"/>
                  <a:gd name="connsiteY9" fmla="*/ 572738 h 1544764"/>
                  <a:gd name="connsiteX10" fmla="*/ 2907316 w 2907315"/>
                  <a:gd name="connsiteY10" fmla="*/ 0 h 1544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907315" h="1544764">
                    <a:moveTo>
                      <a:pt x="0" y="1544764"/>
                    </a:moveTo>
                    <a:cubicBezTo>
                      <a:pt x="0" y="1544764"/>
                      <a:pt x="98012" y="1443990"/>
                      <a:pt x="201644" y="1352550"/>
                    </a:cubicBezTo>
                    <a:cubicBezTo>
                      <a:pt x="271272" y="1291209"/>
                      <a:pt x="343662" y="1234249"/>
                      <a:pt x="423196" y="1196054"/>
                    </a:cubicBezTo>
                    <a:cubicBezTo>
                      <a:pt x="537591" y="1141095"/>
                      <a:pt x="661226" y="1127189"/>
                      <a:pt x="782193" y="1099947"/>
                    </a:cubicBezTo>
                    <a:cubicBezTo>
                      <a:pt x="872300" y="1079659"/>
                      <a:pt x="961358" y="1051370"/>
                      <a:pt x="1052513" y="1042321"/>
                    </a:cubicBezTo>
                    <a:cubicBezTo>
                      <a:pt x="1139000" y="1033653"/>
                      <a:pt x="1225868" y="1040321"/>
                      <a:pt x="1311783" y="1056037"/>
                    </a:cubicBezTo>
                    <a:cubicBezTo>
                      <a:pt x="1369314" y="1066609"/>
                      <a:pt x="1426559" y="1079373"/>
                      <a:pt x="1484662" y="1083469"/>
                    </a:cubicBezTo>
                    <a:cubicBezTo>
                      <a:pt x="1587913" y="1090803"/>
                      <a:pt x="1690402" y="1064800"/>
                      <a:pt x="1788224" y="1023080"/>
                    </a:cubicBezTo>
                    <a:cubicBezTo>
                      <a:pt x="1956721" y="951262"/>
                      <a:pt x="2106549" y="825722"/>
                      <a:pt x="2269045" y="734758"/>
                    </a:cubicBezTo>
                    <a:cubicBezTo>
                      <a:pt x="2359438" y="684181"/>
                      <a:pt x="2452497" y="640556"/>
                      <a:pt x="2534984" y="572738"/>
                    </a:cubicBezTo>
                    <a:cubicBezTo>
                      <a:pt x="2673001" y="459391"/>
                      <a:pt x="2847023" y="191453"/>
                      <a:pt x="2907316" y="0"/>
                    </a:cubicBezTo>
                  </a:path>
                </a:pathLst>
              </a:custGeom>
              <a:noFill/>
              <a:ln w="9525" cap="rnd">
                <a:solidFill>
                  <a:schemeClr val="accent2">
                    <a:alpha val="35000"/>
                  </a:schemeClr>
                </a:solidFill>
                <a:prstDash val="lgDash"/>
                <a:round/>
              </a:ln>
            </p:spPr>
            <p:txBody>
              <a:bodyPr rtlCol="0" anchor="ctr"/>
              <a:lstStyle/>
              <a:p>
                <a:endParaRPr lang="en-US"/>
              </a:p>
            </p:txBody>
          </p:sp>
          <p:sp>
            <p:nvSpPr>
              <p:cNvPr id="31" name="Freeform: Shape 30">
                <a:extLst>
                  <a:ext uri="{FF2B5EF4-FFF2-40B4-BE49-F238E27FC236}">
                    <a16:creationId xmlns:a16="http://schemas.microsoft.com/office/drawing/2014/main" id="{1DC07FFC-92FC-4B86-91D7-44BD070FB76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07946" y="3479100"/>
                <a:ext cx="3168300" cy="1952434"/>
              </a:xfrm>
              <a:custGeom>
                <a:avLst/>
                <a:gdLst>
                  <a:gd name="connsiteX0" fmla="*/ 0 w 3168300"/>
                  <a:gd name="connsiteY0" fmla="*/ 1952435 h 1952434"/>
                  <a:gd name="connsiteX1" fmla="*/ 202121 w 3168300"/>
                  <a:gd name="connsiteY1" fmla="*/ 1687068 h 1952434"/>
                  <a:gd name="connsiteX2" fmla="*/ 545116 w 3168300"/>
                  <a:gd name="connsiteY2" fmla="*/ 1450277 h 1952434"/>
                  <a:gd name="connsiteX3" fmla="*/ 906780 w 3168300"/>
                  <a:gd name="connsiteY3" fmla="*/ 1354455 h 1952434"/>
                  <a:gd name="connsiteX4" fmla="*/ 1332262 w 3168300"/>
                  <a:gd name="connsiteY4" fmla="*/ 1285304 h 1952434"/>
                  <a:gd name="connsiteX5" fmla="*/ 1691259 w 3168300"/>
                  <a:gd name="connsiteY5" fmla="*/ 1240060 h 1952434"/>
                  <a:gd name="connsiteX6" fmla="*/ 2010346 w 3168300"/>
                  <a:gd name="connsiteY6" fmla="*/ 1141667 h 1952434"/>
                  <a:gd name="connsiteX7" fmla="*/ 2393252 w 3168300"/>
                  <a:gd name="connsiteY7" fmla="*/ 1027271 h 1952434"/>
                  <a:gd name="connsiteX8" fmla="*/ 2582037 w 3168300"/>
                  <a:gd name="connsiteY8" fmla="*/ 958120 h 1952434"/>
                  <a:gd name="connsiteX9" fmla="*/ 2760155 w 3168300"/>
                  <a:gd name="connsiteY9" fmla="*/ 827723 h 1952434"/>
                  <a:gd name="connsiteX10" fmla="*/ 2914364 w 3168300"/>
                  <a:gd name="connsiteY10" fmla="*/ 567023 h 1952434"/>
                  <a:gd name="connsiteX11" fmla="*/ 3168301 w 3168300"/>
                  <a:gd name="connsiteY11" fmla="*/ 0 h 1952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68300" h="1952434">
                    <a:moveTo>
                      <a:pt x="0" y="1952435"/>
                    </a:moveTo>
                    <a:cubicBezTo>
                      <a:pt x="0" y="1952435"/>
                      <a:pt x="91059" y="1796415"/>
                      <a:pt x="202121" y="1687068"/>
                    </a:cubicBezTo>
                    <a:cubicBezTo>
                      <a:pt x="301943" y="1588675"/>
                      <a:pt x="416528" y="1505617"/>
                      <a:pt x="545116" y="1450277"/>
                    </a:cubicBezTo>
                    <a:cubicBezTo>
                      <a:pt x="659987" y="1400747"/>
                      <a:pt x="783622" y="1377601"/>
                      <a:pt x="906780" y="1354455"/>
                    </a:cubicBezTo>
                    <a:cubicBezTo>
                      <a:pt x="1048036" y="1327976"/>
                      <a:pt x="1189482" y="1301972"/>
                      <a:pt x="1332262" y="1285304"/>
                    </a:cubicBezTo>
                    <a:cubicBezTo>
                      <a:pt x="1452182" y="1271302"/>
                      <a:pt x="1573340" y="1265873"/>
                      <a:pt x="1691259" y="1240060"/>
                    </a:cubicBezTo>
                    <a:cubicBezTo>
                      <a:pt x="1800035" y="1216247"/>
                      <a:pt x="1904619" y="1176718"/>
                      <a:pt x="2010346" y="1141667"/>
                    </a:cubicBezTo>
                    <a:cubicBezTo>
                      <a:pt x="2136743" y="1099661"/>
                      <a:pt x="2265902" y="1066229"/>
                      <a:pt x="2393252" y="1027271"/>
                    </a:cubicBezTo>
                    <a:cubicBezTo>
                      <a:pt x="2457450" y="1007650"/>
                      <a:pt x="2521744" y="987552"/>
                      <a:pt x="2582037" y="958120"/>
                    </a:cubicBezTo>
                    <a:cubicBezTo>
                      <a:pt x="2648807" y="925449"/>
                      <a:pt x="2710815" y="883349"/>
                      <a:pt x="2760155" y="827723"/>
                    </a:cubicBezTo>
                    <a:cubicBezTo>
                      <a:pt x="2827496" y="751904"/>
                      <a:pt x="2867978" y="657511"/>
                      <a:pt x="2914364" y="567023"/>
                    </a:cubicBezTo>
                    <a:cubicBezTo>
                      <a:pt x="2972753" y="453200"/>
                      <a:pt x="3119152" y="118015"/>
                      <a:pt x="3168301" y="0"/>
                    </a:cubicBezTo>
                  </a:path>
                </a:pathLst>
              </a:custGeom>
              <a:noFill/>
              <a:ln w="9525" cap="rnd">
                <a:solidFill>
                  <a:schemeClr val="accent2">
                    <a:alpha val="35000"/>
                  </a:schemeClr>
                </a:solidFill>
                <a:prstDash val="lgDash"/>
                <a:round/>
              </a:ln>
            </p:spPr>
            <p:txBody>
              <a:bodyPr rtlCol="0" anchor="ctr"/>
              <a:lstStyle/>
              <a:p>
                <a:endParaRPr lang="en-US"/>
              </a:p>
            </p:txBody>
          </p:sp>
          <p:sp>
            <p:nvSpPr>
              <p:cNvPr id="32" name="Freeform: Shape 31">
                <a:extLst>
                  <a:ext uri="{FF2B5EF4-FFF2-40B4-BE49-F238E27FC236}">
                    <a16:creationId xmlns:a16="http://schemas.microsoft.com/office/drawing/2014/main" id="{BDA817E7-2BA6-4DDA-A9BE-B3CE938B0E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04778" y="2976752"/>
                <a:ext cx="3356800" cy="2452020"/>
              </a:xfrm>
              <a:custGeom>
                <a:avLst/>
                <a:gdLst>
                  <a:gd name="connsiteX0" fmla="*/ 0 w 3356800"/>
                  <a:gd name="connsiteY0" fmla="*/ 2452021 h 2452020"/>
                  <a:gd name="connsiteX1" fmla="*/ 130874 w 3356800"/>
                  <a:gd name="connsiteY1" fmla="*/ 2247710 h 2452020"/>
                  <a:gd name="connsiteX2" fmla="*/ 437197 w 3356800"/>
                  <a:gd name="connsiteY2" fmla="*/ 1941195 h 2452020"/>
                  <a:gd name="connsiteX3" fmla="*/ 737140 w 3356800"/>
                  <a:gd name="connsiteY3" fmla="*/ 1736884 h 2452020"/>
                  <a:gd name="connsiteX4" fmla="*/ 1031843 w 3356800"/>
                  <a:gd name="connsiteY4" fmla="*/ 1685068 h 2452020"/>
                  <a:gd name="connsiteX5" fmla="*/ 1287304 w 3356800"/>
                  <a:gd name="connsiteY5" fmla="*/ 1655826 h 2452020"/>
                  <a:gd name="connsiteX6" fmla="*/ 1471994 w 3356800"/>
                  <a:gd name="connsiteY6" fmla="*/ 1634300 h 2452020"/>
                  <a:gd name="connsiteX7" fmla="*/ 1898237 w 3356800"/>
                  <a:gd name="connsiteY7" fmla="*/ 1512665 h 2452020"/>
                  <a:gd name="connsiteX8" fmla="*/ 2229136 w 3356800"/>
                  <a:gd name="connsiteY8" fmla="*/ 1355598 h 2452020"/>
                  <a:gd name="connsiteX9" fmla="*/ 2512314 w 3356800"/>
                  <a:gd name="connsiteY9" fmla="*/ 1238631 h 2452020"/>
                  <a:gd name="connsiteX10" fmla="*/ 2758535 w 3356800"/>
                  <a:gd name="connsiteY10" fmla="*/ 1096994 h 2452020"/>
                  <a:gd name="connsiteX11" fmla="*/ 2935510 w 3356800"/>
                  <a:gd name="connsiteY11" fmla="*/ 919925 h 2452020"/>
                  <a:gd name="connsiteX12" fmla="*/ 3081719 w 3356800"/>
                  <a:gd name="connsiteY12" fmla="*/ 687419 h 2452020"/>
                  <a:gd name="connsiteX13" fmla="*/ 3356800 w 3356800"/>
                  <a:gd name="connsiteY13" fmla="*/ 0 h 245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56800" h="2452020">
                    <a:moveTo>
                      <a:pt x="0" y="2452021"/>
                    </a:moveTo>
                    <a:cubicBezTo>
                      <a:pt x="0" y="2452021"/>
                      <a:pt x="57150" y="2344198"/>
                      <a:pt x="130874" y="2247710"/>
                    </a:cubicBezTo>
                    <a:cubicBezTo>
                      <a:pt x="218694" y="2132648"/>
                      <a:pt x="328136" y="2036635"/>
                      <a:pt x="437197" y="1941195"/>
                    </a:cubicBezTo>
                    <a:cubicBezTo>
                      <a:pt x="529304" y="1860709"/>
                      <a:pt x="623030" y="1779556"/>
                      <a:pt x="737140" y="1736884"/>
                    </a:cubicBezTo>
                    <a:cubicBezTo>
                      <a:pt x="830866" y="1701736"/>
                      <a:pt x="932021" y="1695450"/>
                      <a:pt x="1031843" y="1685068"/>
                    </a:cubicBezTo>
                    <a:cubicBezTo>
                      <a:pt x="1117092" y="1676210"/>
                      <a:pt x="1202055" y="1665160"/>
                      <a:pt x="1287304" y="1655826"/>
                    </a:cubicBezTo>
                    <a:cubicBezTo>
                      <a:pt x="1348931" y="1649063"/>
                      <a:pt x="1410653" y="1643539"/>
                      <a:pt x="1471994" y="1634300"/>
                    </a:cubicBezTo>
                    <a:cubicBezTo>
                      <a:pt x="1618679" y="1612011"/>
                      <a:pt x="1761935" y="1571149"/>
                      <a:pt x="1898237" y="1512665"/>
                    </a:cubicBezTo>
                    <a:cubicBezTo>
                      <a:pt x="2010442" y="1464564"/>
                      <a:pt x="2117503" y="1405128"/>
                      <a:pt x="2229136" y="1355598"/>
                    </a:cubicBezTo>
                    <a:cubicBezTo>
                      <a:pt x="2322481" y="1314164"/>
                      <a:pt x="2418969" y="1280160"/>
                      <a:pt x="2512314" y="1238631"/>
                    </a:cubicBezTo>
                    <a:cubicBezTo>
                      <a:pt x="2599087" y="1199960"/>
                      <a:pt x="2683193" y="1154811"/>
                      <a:pt x="2758535" y="1096994"/>
                    </a:cubicBezTo>
                    <a:cubicBezTo>
                      <a:pt x="2825020" y="1046035"/>
                      <a:pt x="2883789" y="985837"/>
                      <a:pt x="2935510" y="919925"/>
                    </a:cubicBezTo>
                    <a:cubicBezTo>
                      <a:pt x="2992184" y="847725"/>
                      <a:pt x="3039904" y="769144"/>
                      <a:pt x="3081719" y="687419"/>
                    </a:cubicBezTo>
                    <a:cubicBezTo>
                      <a:pt x="3138297" y="576739"/>
                      <a:pt x="3314129" y="116776"/>
                      <a:pt x="3356800" y="0"/>
                    </a:cubicBezTo>
                  </a:path>
                </a:pathLst>
              </a:custGeom>
              <a:noFill/>
              <a:ln w="9525" cap="rnd">
                <a:solidFill>
                  <a:schemeClr val="accent2">
                    <a:alpha val="35000"/>
                  </a:schemeClr>
                </a:solidFill>
                <a:prstDash val="lgDash"/>
                <a:round/>
              </a:ln>
            </p:spPr>
            <p:txBody>
              <a:bodyPr rtlCol="0" anchor="ctr"/>
              <a:lstStyle/>
              <a:p>
                <a:endParaRPr lang="en-US"/>
              </a:p>
            </p:txBody>
          </p:sp>
        </p:grpSp>
        <p:sp>
          <p:nvSpPr>
            <p:cNvPr id="25" name="Freeform: Shape 24">
              <a:extLst>
                <a:ext uri="{FF2B5EF4-FFF2-40B4-BE49-F238E27FC236}">
                  <a16:creationId xmlns:a16="http://schemas.microsoft.com/office/drawing/2014/main" id="{C6A443FE-CA29-481D-BD91-3440C734B7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980400" y="5197178"/>
              <a:ext cx="4211600" cy="1660822"/>
            </a:xfrm>
            <a:custGeom>
              <a:avLst/>
              <a:gdLst>
                <a:gd name="connsiteX0" fmla="*/ 4211600 w 4211600"/>
                <a:gd name="connsiteY0" fmla="*/ 0 h 1660822"/>
                <a:gd name="connsiteX1" fmla="*/ 4211600 w 4211600"/>
                <a:gd name="connsiteY1" fmla="*/ 58430 h 1660822"/>
                <a:gd name="connsiteX2" fmla="*/ 4136524 w 4211600"/>
                <a:gd name="connsiteY2" fmla="*/ 208808 h 1660822"/>
                <a:gd name="connsiteX3" fmla="*/ 3973354 w 4211600"/>
                <a:gd name="connsiteY3" fmla="*/ 437313 h 1660822"/>
                <a:gd name="connsiteX4" fmla="*/ 3884746 w 4211600"/>
                <a:gd name="connsiteY4" fmla="*/ 553613 h 1660822"/>
                <a:gd name="connsiteX5" fmla="*/ 3849435 w 4211600"/>
                <a:gd name="connsiteY5" fmla="*/ 603143 h 1660822"/>
                <a:gd name="connsiteX6" fmla="*/ 3661849 w 4211600"/>
                <a:gd name="connsiteY6" fmla="*/ 819075 h 1660822"/>
                <a:gd name="connsiteX7" fmla="*/ 3402589 w 4211600"/>
                <a:gd name="connsiteY7" fmla="*/ 952996 h 1660822"/>
                <a:gd name="connsiteX8" fmla="*/ 3130202 w 4211600"/>
                <a:gd name="connsiteY8" fmla="*/ 1023386 h 1660822"/>
                <a:gd name="connsiteX9" fmla="*/ 2914657 w 4211600"/>
                <a:gd name="connsiteY9" fmla="*/ 1068058 h 1660822"/>
                <a:gd name="connsiteX10" fmla="*/ 2582149 w 4211600"/>
                <a:gd name="connsiteY10" fmla="*/ 1138924 h 1660822"/>
                <a:gd name="connsiteX11" fmla="*/ 2483958 w 4211600"/>
                <a:gd name="connsiteY11" fmla="*/ 1162356 h 1660822"/>
                <a:gd name="connsiteX12" fmla="*/ 2123750 w 4211600"/>
                <a:gd name="connsiteY12" fmla="*/ 1238651 h 1660822"/>
                <a:gd name="connsiteX13" fmla="*/ 1761444 w 4211600"/>
                <a:gd name="connsiteY13" fmla="*/ 1273417 h 1660822"/>
                <a:gd name="connsiteX14" fmla="*/ 1608382 w 4211600"/>
                <a:gd name="connsiteY14" fmla="*/ 1284466 h 1660822"/>
                <a:gd name="connsiteX15" fmla="*/ 999942 w 4211600"/>
                <a:gd name="connsiteY15" fmla="*/ 1354284 h 1660822"/>
                <a:gd name="connsiteX16" fmla="*/ 484705 w 4211600"/>
                <a:gd name="connsiteY16" fmla="*/ 1450487 h 1660822"/>
                <a:gd name="connsiteX17" fmla="*/ 113310 w 4211600"/>
                <a:gd name="connsiteY17" fmla="*/ 1613700 h 1660822"/>
                <a:gd name="connsiteX18" fmla="*/ 39668 w 4211600"/>
                <a:gd name="connsiteY18" fmla="*/ 1660822 h 1660822"/>
                <a:gd name="connsiteX19" fmla="*/ 0 w 4211600"/>
                <a:gd name="connsiteY19" fmla="*/ 1660822 h 1660822"/>
                <a:gd name="connsiteX20" fmla="*/ 96701 w 4211600"/>
                <a:gd name="connsiteY20" fmla="*/ 1598934 h 1660822"/>
                <a:gd name="connsiteX21" fmla="*/ 474335 w 4211600"/>
                <a:gd name="connsiteY21" fmla="*/ 1433056 h 1660822"/>
                <a:gd name="connsiteX22" fmla="*/ 994299 w 4211600"/>
                <a:gd name="connsiteY22" fmla="*/ 1335806 h 1660822"/>
                <a:gd name="connsiteX23" fmla="*/ 1605231 w 4211600"/>
                <a:gd name="connsiteY23" fmla="*/ 1265702 h 1660822"/>
                <a:gd name="connsiteX24" fmla="*/ 1758819 w 4211600"/>
                <a:gd name="connsiteY24" fmla="*/ 1254558 h 1660822"/>
                <a:gd name="connsiteX25" fmla="*/ 2118106 w 4211600"/>
                <a:gd name="connsiteY25" fmla="*/ 1220077 h 1660822"/>
                <a:gd name="connsiteX26" fmla="*/ 2475557 w 4211600"/>
                <a:gd name="connsiteY26" fmla="*/ 1144353 h 1660822"/>
                <a:gd name="connsiteX27" fmla="*/ 2573878 w 4211600"/>
                <a:gd name="connsiteY27" fmla="*/ 1120827 h 1660822"/>
                <a:gd name="connsiteX28" fmla="*/ 2907437 w 4211600"/>
                <a:gd name="connsiteY28" fmla="*/ 1049675 h 1660822"/>
                <a:gd name="connsiteX29" fmla="*/ 3122589 w 4211600"/>
                <a:gd name="connsiteY29" fmla="*/ 1005098 h 1660822"/>
                <a:gd name="connsiteX30" fmla="*/ 3391169 w 4211600"/>
                <a:gd name="connsiteY30" fmla="*/ 935756 h 1660822"/>
                <a:gd name="connsiteX31" fmla="*/ 3642290 w 4211600"/>
                <a:gd name="connsiteY31" fmla="*/ 806216 h 1660822"/>
                <a:gd name="connsiteX32" fmla="*/ 3825937 w 4211600"/>
                <a:gd name="connsiteY32" fmla="*/ 594475 h 1660822"/>
                <a:gd name="connsiteX33" fmla="*/ 3861381 w 4211600"/>
                <a:gd name="connsiteY33" fmla="*/ 544755 h 1660822"/>
                <a:gd name="connsiteX34" fmla="*/ 3950381 w 4211600"/>
                <a:gd name="connsiteY34" fmla="*/ 427978 h 1660822"/>
                <a:gd name="connsiteX35" fmla="*/ 4112370 w 4211600"/>
                <a:gd name="connsiteY35" fmla="*/ 201378 h 1660822"/>
                <a:gd name="connsiteX36" fmla="*/ 4195989 w 4211600"/>
                <a:gd name="connsiteY36" fmla="*/ 33834 h 1660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4211600" h="1660822">
                  <a:moveTo>
                    <a:pt x="4211600" y="0"/>
                  </a:moveTo>
                  <a:lnTo>
                    <a:pt x="4211600" y="58430"/>
                  </a:lnTo>
                  <a:lnTo>
                    <a:pt x="4136524" y="208808"/>
                  </a:lnTo>
                  <a:cubicBezTo>
                    <a:pt x="4089791" y="287770"/>
                    <a:pt x="4030588" y="363780"/>
                    <a:pt x="3973354" y="437313"/>
                  </a:cubicBezTo>
                  <a:cubicBezTo>
                    <a:pt x="3943819" y="475222"/>
                    <a:pt x="3913231" y="514465"/>
                    <a:pt x="3884746" y="553613"/>
                  </a:cubicBezTo>
                  <a:cubicBezTo>
                    <a:pt x="3872801" y="569996"/>
                    <a:pt x="3861119" y="586569"/>
                    <a:pt x="3849435" y="603143"/>
                  </a:cubicBezTo>
                  <a:cubicBezTo>
                    <a:pt x="3796665" y="678009"/>
                    <a:pt x="3742187" y="755352"/>
                    <a:pt x="3661849" y="819075"/>
                  </a:cubicBezTo>
                  <a:cubicBezTo>
                    <a:pt x="3596214" y="871176"/>
                    <a:pt x="3509050" y="916230"/>
                    <a:pt x="3402589" y="952996"/>
                  </a:cubicBezTo>
                  <a:cubicBezTo>
                    <a:pt x="3312406" y="984048"/>
                    <a:pt x="3215660" y="1005003"/>
                    <a:pt x="3130202" y="1023386"/>
                  </a:cubicBezTo>
                  <a:cubicBezTo>
                    <a:pt x="3058529" y="1038816"/>
                    <a:pt x="2985412" y="1053675"/>
                    <a:pt x="2914657" y="1068058"/>
                  </a:cubicBezTo>
                  <a:cubicBezTo>
                    <a:pt x="2805176" y="1090251"/>
                    <a:pt x="2692021" y="1113207"/>
                    <a:pt x="2582149" y="1138924"/>
                  </a:cubicBezTo>
                  <a:cubicBezTo>
                    <a:pt x="2549330" y="1146639"/>
                    <a:pt x="2516644" y="1154450"/>
                    <a:pt x="2483958" y="1162356"/>
                  </a:cubicBezTo>
                  <a:cubicBezTo>
                    <a:pt x="2367257" y="1190550"/>
                    <a:pt x="2246621" y="1219601"/>
                    <a:pt x="2123750" y="1238651"/>
                  </a:cubicBezTo>
                  <a:cubicBezTo>
                    <a:pt x="2004294" y="1257129"/>
                    <a:pt x="1880769" y="1265416"/>
                    <a:pt x="1761444" y="1273417"/>
                  </a:cubicBezTo>
                  <a:cubicBezTo>
                    <a:pt x="1711167" y="1276751"/>
                    <a:pt x="1659184" y="1280275"/>
                    <a:pt x="1608382" y="1284466"/>
                  </a:cubicBezTo>
                  <a:cubicBezTo>
                    <a:pt x="1408589" y="1300944"/>
                    <a:pt x="1214570" y="1325805"/>
                    <a:pt x="999942" y="1354284"/>
                  </a:cubicBezTo>
                  <a:cubicBezTo>
                    <a:pt x="826403" y="1377240"/>
                    <a:pt x="647744" y="1400957"/>
                    <a:pt x="484705" y="1450487"/>
                  </a:cubicBezTo>
                  <a:cubicBezTo>
                    <a:pt x="355831" y="1489635"/>
                    <a:pt x="231387" y="1544374"/>
                    <a:pt x="113310" y="1613700"/>
                  </a:cubicBezTo>
                  <a:lnTo>
                    <a:pt x="39668" y="1660822"/>
                  </a:lnTo>
                  <a:lnTo>
                    <a:pt x="0" y="1660822"/>
                  </a:lnTo>
                  <a:lnTo>
                    <a:pt x="96701" y="1598934"/>
                  </a:lnTo>
                  <a:cubicBezTo>
                    <a:pt x="216635" y="1528533"/>
                    <a:pt x="343196" y="1472919"/>
                    <a:pt x="474335" y="1433056"/>
                  </a:cubicBezTo>
                  <a:cubicBezTo>
                    <a:pt x="639999" y="1382669"/>
                    <a:pt x="820102" y="1358856"/>
                    <a:pt x="994299" y="1335806"/>
                  </a:cubicBezTo>
                  <a:cubicBezTo>
                    <a:pt x="1210239" y="1307231"/>
                    <a:pt x="1404650" y="1282275"/>
                    <a:pt x="1605231" y="1265702"/>
                  </a:cubicBezTo>
                  <a:cubicBezTo>
                    <a:pt x="1656428" y="1261511"/>
                    <a:pt x="1708411" y="1257987"/>
                    <a:pt x="1758819" y="1254558"/>
                  </a:cubicBezTo>
                  <a:cubicBezTo>
                    <a:pt x="1877487" y="1246557"/>
                    <a:pt x="2000094" y="1238365"/>
                    <a:pt x="2118106" y="1220077"/>
                  </a:cubicBezTo>
                  <a:cubicBezTo>
                    <a:pt x="2239531" y="1201313"/>
                    <a:pt x="2359513" y="1172357"/>
                    <a:pt x="2475557" y="1144353"/>
                  </a:cubicBezTo>
                  <a:cubicBezTo>
                    <a:pt x="2508243" y="1136448"/>
                    <a:pt x="2541060" y="1128542"/>
                    <a:pt x="2573878" y="1120827"/>
                  </a:cubicBezTo>
                  <a:cubicBezTo>
                    <a:pt x="2684276" y="1094919"/>
                    <a:pt x="2797694" y="1071963"/>
                    <a:pt x="2907437" y="1049675"/>
                  </a:cubicBezTo>
                  <a:cubicBezTo>
                    <a:pt x="2978061" y="1035387"/>
                    <a:pt x="3051178" y="1020528"/>
                    <a:pt x="3122589" y="1005098"/>
                  </a:cubicBezTo>
                  <a:cubicBezTo>
                    <a:pt x="3206997" y="986810"/>
                    <a:pt x="3302823" y="966141"/>
                    <a:pt x="3391169" y="935756"/>
                  </a:cubicBezTo>
                  <a:cubicBezTo>
                    <a:pt x="3494479" y="900132"/>
                    <a:pt x="3578886" y="856508"/>
                    <a:pt x="3642290" y="806216"/>
                  </a:cubicBezTo>
                  <a:cubicBezTo>
                    <a:pt x="3720133" y="744303"/>
                    <a:pt x="3773953" y="668103"/>
                    <a:pt x="3825937" y="594475"/>
                  </a:cubicBezTo>
                  <a:cubicBezTo>
                    <a:pt x="3837621" y="577902"/>
                    <a:pt x="3849435" y="561233"/>
                    <a:pt x="3861381" y="544755"/>
                  </a:cubicBezTo>
                  <a:cubicBezTo>
                    <a:pt x="3889997" y="505416"/>
                    <a:pt x="3920715" y="465983"/>
                    <a:pt x="3950381" y="427978"/>
                  </a:cubicBezTo>
                  <a:cubicBezTo>
                    <a:pt x="4007353" y="354921"/>
                    <a:pt x="4066163" y="279388"/>
                    <a:pt x="4112370" y="201378"/>
                  </a:cubicBezTo>
                  <a:cubicBezTo>
                    <a:pt x="4144662" y="146800"/>
                    <a:pt x="4170785" y="89364"/>
                    <a:pt x="4195989" y="33834"/>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59" name="Content Placeholder 2">
            <a:extLst>
              <a:ext uri="{FF2B5EF4-FFF2-40B4-BE49-F238E27FC236}">
                <a16:creationId xmlns:a16="http://schemas.microsoft.com/office/drawing/2014/main" id="{1BFE24DB-94A0-FE77-B009-80CE625F3470}"/>
              </a:ext>
            </a:extLst>
          </p:cNvPr>
          <p:cNvSpPr>
            <a:spLocks noGrp="1"/>
          </p:cNvSpPr>
          <p:nvPr>
            <p:ph idx="1"/>
          </p:nvPr>
        </p:nvSpPr>
        <p:spPr>
          <a:xfrm>
            <a:off x="521088" y="2055813"/>
            <a:ext cx="10994549" cy="4087403"/>
          </a:xfrm>
        </p:spPr>
        <p:txBody>
          <a:bodyPr>
            <a:normAutofit/>
          </a:bodyPr>
          <a:lstStyle/>
          <a:p>
            <a:pPr marL="457200" lvl="1">
              <a:lnSpc>
                <a:spcPct val="100000"/>
              </a:lnSpc>
              <a:spcAft>
                <a:spcPts val="800"/>
              </a:spcAft>
            </a:pPr>
            <a:r>
              <a:rPr lang="en-IN" sz="1800" b="1" kern="100">
                <a:effectLst/>
                <a:latin typeface="Avenir Next LT Pro (Body)"/>
                <a:ea typeface="Calibri" panose="020F0502020204030204" pitchFamily="34" charset="0"/>
                <a:cs typeface="Gautami" panose="020B0502040204020203" pitchFamily="34" charset="0"/>
              </a:rPr>
              <a:t>Logistic Regression: </a:t>
            </a:r>
            <a:r>
              <a:rPr lang="en-IN" sz="1800" kern="100">
                <a:effectLst/>
                <a:latin typeface="Avenir Next LT Pro (Body)"/>
                <a:ea typeface="Calibri" panose="020F0502020204030204" pitchFamily="34" charset="0"/>
                <a:cs typeface="Gautami" panose="020B0502040204020203" pitchFamily="34" charset="0"/>
              </a:rPr>
              <a:t>Implemented with default settings, this model uses a linear approach for classification tasks. It's efficient for binary and multiclass problems.</a:t>
            </a:r>
            <a:endParaRPr lang="en-US" sz="1800" kern="100">
              <a:effectLst/>
              <a:latin typeface="Avenir Next LT Pro (Body)"/>
              <a:ea typeface="Calibri" panose="020F0502020204030204" pitchFamily="34" charset="0"/>
              <a:cs typeface="Gautami" panose="020B0502040204020203" pitchFamily="34" charset="0"/>
            </a:endParaRPr>
          </a:p>
          <a:p>
            <a:pPr marL="457200" lvl="1">
              <a:lnSpc>
                <a:spcPct val="100000"/>
              </a:lnSpc>
              <a:spcAft>
                <a:spcPts val="800"/>
              </a:spcAft>
            </a:pPr>
            <a:r>
              <a:rPr lang="en-IN" sz="1800" b="1" kern="100">
                <a:effectLst/>
                <a:latin typeface="Avenir Next LT Pro (Body)"/>
                <a:ea typeface="Calibri" panose="020F0502020204030204" pitchFamily="34" charset="0"/>
                <a:cs typeface="Gautami" panose="020B0502040204020203" pitchFamily="34" charset="0"/>
              </a:rPr>
              <a:t>K-Nearest Neighbour (KNN): </a:t>
            </a:r>
            <a:r>
              <a:rPr lang="en-IN" sz="1800" kern="100">
                <a:effectLst/>
                <a:latin typeface="Avenir Next LT Pro (Body)"/>
                <a:ea typeface="Calibri" panose="020F0502020204030204" pitchFamily="34" charset="0"/>
                <a:cs typeface="Gautami" panose="020B0502040204020203" pitchFamily="34" charset="0"/>
              </a:rPr>
              <a:t>Configured with k = 10, this model classifies data based on the majority class of the nearest </a:t>
            </a:r>
            <a:r>
              <a:rPr lang="en-IN" sz="1800" kern="100" err="1">
                <a:effectLst/>
                <a:latin typeface="Avenir Next LT Pro (Body)"/>
                <a:ea typeface="Calibri" panose="020F0502020204030204" pitchFamily="34" charset="0"/>
                <a:cs typeface="Gautami" panose="020B0502040204020203" pitchFamily="34" charset="0"/>
              </a:rPr>
              <a:t>neighbors</a:t>
            </a:r>
            <a:r>
              <a:rPr lang="en-IN" sz="1800" kern="100">
                <a:effectLst/>
                <a:latin typeface="Avenir Next LT Pro (Body)"/>
                <a:ea typeface="Calibri" panose="020F0502020204030204" pitchFamily="34" charset="0"/>
                <a:cs typeface="Gautami" panose="020B0502040204020203" pitchFamily="34" charset="0"/>
              </a:rPr>
              <a:t>. It’s simple and effective for smaller datasets.</a:t>
            </a:r>
            <a:endParaRPr lang="en-US" sz="1800" kern="100">
              <a:effectLst/>
              <a:latin typeface="Avenir Next LT Pro (Body)"/>
              <a:ea typeface="Calibri" panose="020F0502020204030204" pitchFamily="34" charset="0"/>
              <a:cs typeface="Gautami" panose="020B0502040204020203" pitchFamily="34" charset="0"/>
            </a:endParaRPr>
          </a:p>
          <a:p>
            <a:pPr marL="457200" lvl="1">
              <a:lnSpc>
                <a:spcPct val="100000"/>
              </a:lnSpc>
              <a:spcAft>
                <a:spcPts val="800"/>
              </a:spcAft>
            </a:pPr>
            <a:r>
              <a:rPr lang="en-IN" sz="1800" b="1" kern="100">
                <a:effectLst/>
                <a:latin typeface="Avenir Next LT Pro (Body)"/>
                <a:ea typeface="Calibri" panose="020F0502020204030204" pitchFamily="34" charset="0"/>
                <a:cs typeface="Gautami" panose="020B0502040204020203" pitchFamily="34" charset="0"/>
              </a:rPr>
              <a:t>Support Vector Machine (SVM): </a:t>
            </a:r>
            <a:r>
              <a:rPr lang="en-IN" sz="1800" kern="100">
                <a:effectLst/>
                <a:latin typeface="Avenir Next LT Pro (Body)"/>
                <a:ea typeface="Calibri" panose="020F0502020204030204" pitchFamily="34" charset="0"/>
                <a:cs typeface="Gautami" panose="020B0502040204020203" pitchFamily="34" charset="0"/>
              </a:rPr>
              <a:t>Applied with the RBF kernel, it maps data into higher dimensions to handle non-linear relationships effectively.</a:t>
            </a:r>
            <a:endParaRPr lang="en-US" sz="1800" kern="100">
              <a:effectLst/>
              <a:latin typeface="Avenir Next LT Pro (Body)"/>
              <a:ea typeface="Calibri" panose="020F0502020204030204" pitchFamily="34" charset="0"/>
              <a:cs typeface="Gautami" panose="020B0502040204020203" pitchFamily="34" charset="0"/>
            </a:endParaRPr>
          </a:p>
          <a:p>
            <a:pPr marL="457200" lvl="1">
              <a:lnSpc>
                <a:spcPct val="100000"/>
              </a:lnSpc>
              <a:spcAft>
                <a:spcPts val="800"/>
              </a:spcAft>
            </a:pPr>
            <a:r>
              <a:rPr lang="en-IN" sz="1800" b="1" kern="100">
                <a:effectLst/>
                <a:latin typeface="Avenir Next LT Pro (Body)"/>
                <a:ea typeface="Calibri" panose="020F0502020204030204" pitchFamily="34" charset="0"/>
                <a:cs typeface="Gautami" panose="020B0502040204020203" pitchFamily="34" charset="0"/>
              </a:rPr>
              <a:t>Random Forest: </a:t>
            </a:r>
            <a:r>
              <a:rPr lang="en-IN" sz="1800" kern="100">
                <a:effectLst/>
                <a:latin typeface="Avenir Next LT Pro (Body)"/>
                <a:ea typeface="Calibri" panose="020F0502020204030204" pitchFamily="34" charset="0"/>
                <a:cs typeface="Gautami" panose="020B0502040204020203" pitchFamily="34" charset="0"/>
              </a:rPr>
              <a:t>Configured with 100 trees, ensuring robust performance and reduced variance through ensemble learning.</a:t>
            </a:r>
            <a:endParaRPr lang="en-US" sz="1800" kern="100">
              <a:effectLst/>
              <a:latin typeface="Avenir Next LT Pro (Body)"/>
              <a:ea typeface="Calibri" panose="020F0502020204030204" pitchFamily="34" charset="0"/>
              <a:cs typeface="Gautami" panose="020B0502040204020203" pitchFamily="34" charset="0"/>
            </a:endParaRPr>
          </a:p>
          <a:p>
            <a:pPr marL="457200" lvl="1">
              <a:lnSpc>
                <a:spcPct val="100000"/>
              </a:lnSpc>
              <a:spcAft>
                <a:spcPts val="800"/>
              </a:spcAft>
            </a:pPr>
            <a:r>
              <a:rPr lang="en-IN" sz="1800" b="1" kern="100" err="1">
                <a:effectLst/>
                <a:latin typeface="Avenir Next LT Pro (Body)"/>
                <a:ea typeface="Calibri" panose="020F0502020204030204" pitchFamily="34" charset="0"/>
                <a:cs typeface="Gautami" panose="020B0502040204020203" pitchFamily="34" charset="0"/>
              </a:rPr>
              <a:t>XGBoost</a:t>
            </a:r>
            <a:r>
              <a:rPr lang="en-IN" sz="1800" b="1" kern="100">
                <a:effectLst/>
                <a:latin typeface="Avenir Next LT Pro (Body)"/>
                <a:ea typeface="Calibri" panose="020F0502020204030204" pitchFamily="34" charset="0"/>
                <a:cs typeface="Gautami" panose="020B0502040204020203" pitchFamily="34" charset="0"/>
              </a:rPr>
              <a:t>: </a:t>
            </a:r>
            <a:r>
              <a:rPr lang="en-IN" sz="1800" kern="100">
                <a:effectLst/>
                <a:latin typeface="Avenir Next LT Pro (Body)"/>
                <a:ea typeface="Calibri" panose="020F0502020204030204" pitchFamily="34" charset="0"/>
                <a:cs typeface="Gautami" panose="020B0502040204020203" pitchFamily="34" charset="0"/>
              </a:rPr>
              <a:t>Configured with a learning rate of 0.3, a maximum depth of 6, and 100 estimators, balancing efficiency and accuracy with these parameters.</a:t>
            </a:r>
            <a:endParaRPr lang="en-US" sz="1800" kern="100">
              <a:effectLst/>
              <a:latin typeface="Avenir Next LT Pro (Body)"/>
              <a:ea typeface="Calibri" panose="020F0502020204030204" pitchFamily="34" charset="0"/>
              <a:cs typeface="Gautami" panose="020B0502040204020203" pitchFamily="34" charset="0"/>
            </a:endParaRPr>
          </a:p>
          <a:p>
            <a:pPr>
              <a:lnSpc>
                <a:spcPct val="100000"/>
              </a:lnSpc>
            </a:pPr>
            <a:endParaRPr lang="en-US" sz="1800">
              <a:latin typeface="Avenir Next LT Pro (Body)"/>
            </a:endParaRPr>
          </a:p>
        </p:txBody>
      </p:sp>
      <p:sp>
        <p:nvSpPr>
          <p:cNvPr id="5" name="Title 1">
            <a:extLst>
              <a:ext uri="{FF2B5EF4-FFF2-40B4-BE49-F238E27FC236}">
                <a16:creationId xmlns:a16="http://schemas.microsoft.com/office/drawing/2014/main" id="{012C172C-EC9A-7CA6-5C8D-8CABC87084DE}"/>
              </a:ext>
            </a:extLst>
          </p:cNvPr>
          <p:cNvSpPr txBox="1">
            <a:spLocks/>
          </p:cNvSpPr>
          <p:nvPr/>
        </p:nvSpPr>
        <p:spPr>
          <a:xfrm>
            <a:off x="760562" y="280009"/>
            <a:ext cx="10515600" cy="1325563"/>
          </a:xfrm>
          <a:prstGeom prst="rect">
            <a:avLst/>
          </a:prstGeom>
        </p:spPr>
        <p:txBody>
          <a:bodyPr vert="horz" lIns="91440" tIns="45720" rIns="91440" bIns="45720" rtlCol="0" anchor="ctr">
            <a:normAutofit/>
          </a:bodyPr>
          <a:lstStyle>
            <a:lvl1pPr algn="l" defTabSz="914400" rtl="0" eaLnBrk="1" latinLnBrk="0" hangingPunct="1">
              <a:lnSpc>
                <a:spcPct val="100000"/>
              </a:lnSpc>
              <a:spcBef>
                <a:spcPct val="0"/>
              </a:spcBef>
              <a:buNone/>
              <a:defRPr sz="4400" kern="1200">
                <a:solidFill>
                  <a:schemeClr val="tx2"/>
                </a:solidFill>
                <a:latin typeface="+mj-lt"/>
                <a:ea typeface="+mj-ea"/>
                <a:cs typeface="+mj-cs"/>
              </a:defRPr>
            </a:lvl1pPr>
          </a:lstStyle>
          <a:p>
            <a:pPr algn="ctr"/>
            <a:r>
              <a:rPr lang="en-US"/>
              <a:t>B. Models chosen to apply and test</a:t>
            </a:r>
          </a:p>
        </p:txBody>
      </p:sp>
    </p:spTree>
    <p:extLst>
      <p:ext uri="{BB962C8B-B14F-4D97-AF65-F5344CB8AC3E}">
        <p14:creationId xmlns:p14="http://schemas.microsoft.com/office/powerpoint/2010/main" val="411552174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43" name="Rectangle 342">
            <a:extLst>
              <a:ext uri="{FF2B5EF4-FFF2-40B4-BE49-F238E27FC236}">
                <a16:creationId xmlns:a16="http://schemas.microsoft.com/office/drawing/2014/main" id="{247A131F-D5DE-41A5-B4CF-4F345319B4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2"/>
          </a:solid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65000"/>
                  <a:lumOff val="35000"/>
                </a:schemeClr>
              </a:solidFill>
              <a:latin typeface="AvenirNext LT Pro Medium" panose="020B0504020202020204" pitchFamily="34" charset="0"/>
            </a:endParaRPr>
          </a:p>
        </p:txBody>
      </p:sp>
      <p:sp>
        <p:nvSpPr>
          <p:cNvPr id="344" name="Freeform: Shape 343">
            <a:extLst>
              <a:ext uri="{FF2B5EF4-FFF2-40B4-BE49-F238E27FC236}">
                <a16:creationId xmlns:a16="http://schemas.microsoft.com/office/drawing/2014/main" id="{3AF4666D-BD98-40A5-A75F-478B982010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692844" y="-3086"/>
            <a:ext cx="1326111" cy="59760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spcAft>
                <a:spcPts val="600"/>
              </a:spcAft>
            </a:pPr>
            <a:r>
              <a:rPr lang="en-US">
                <a:solidFill>
                  <a:schemeClr val="tx1">
                    <a:lumMod val="65000"/>
                    <a:lumOff val="35000"/>
                  </a:schemeClr>
                </a:solidFill>
                <a:latin typeface="AvenirNext LT Pro Medium" panose="020B0504020202020204" pitchFamily="34" charset="0"/>
              </a:rPr>
              <a:t> </a:t>
            </a:r>
          </a:p>
        </p:txBody>
      </p:sp>
      <p:sp>
        <p:nvSpPr>
          <p:cNvPr id="345" name="Freeform: Shape 344">
            <a:extLst>
              <a:ext uri="{FF2B5EF4-FFF2-40B4-BE49-F238E27FC236}">
                <a16:creationId xmlns:a16="http://schemas.microsoft.com/office/drawing/2014/main" id="{68680585-71F9-4721-A998-4974171D2E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9256" y="6172200"/>
            <a:ext cx="1482102" cy="67936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spcAft>
                <a:spcPts val="600"/>
              </a:spcAft>
            </a:pPr>
            <a:r>
              <a:rPr lang="en-US">
                <a:solidFill>
                  <a:schemeClr val="tx1">
                    <a:lumMod val="65000"/>
                    <a:lumOff val="35000"/>
                  </a:schemeClr>
                </a:solidFill>
                <a:latin typeface="AvenirNext LT Pro Medium" panose="020B0504020202020204" pitchFamily="34" charset="0"/>
              </a:rPr>
              <a:t> </a:t>
            </a:r>
          </a:p>
        </p:txBody>
      </p:sp>
      <p:sp>
        <p:nvSpPr>
          <p:cNvPr id="346" name="Freeform: Shape 345">
            <a:extLst>
              <a:ext uri="{FF2B5EF4-FFF2-40B4-BE49-F238E27FC236}">
                <a16:creationId xmlns:a16="http://schemas.microsoft.com/office/drawing/2014/main" id="{12BC95C2-2EEC-4F59-ABA8-660B0D059C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977352" y="5197178"/>
            <a:ext cx="4211600" cy="1660822"/>
          </a:xfrm>
          <a:custGeom>
            <a:avLst/>
            <a:gdLst>
              <a:gd name="connsiteX0" fmla="*/ 4211600 w 4211600"/>
              <a:gd name="connsiteY0" fmla="*/ 0 h 1660822"/>
              <a:gd name="connsiteX1" fmla="*/ 4211600 w 4211600"/>
              <a:gd name="connsiteY1" fmla="*/ 58430 h 1660822"/>
              <a:gd name="connsiteX2" fmla="*/ 4136524 w 4211600"/>
              <a:gd name="connsiteY2" fmla="*/ 208808 h 1660822"/>
              <a:gd name="connsiteX3" fmla="*/ 3973354 w 4211600"/>
              <a:gd name="connsiteY3" fmla="*/ 437313 h 1660822"/>
              <a:gd name="connsiteX4" fmla="*/ 3884746 w 4211600"/>
              <a:gd name="connsiteY4" fmla="*/ 553613 h 1660822"/>
              <a:gd name="connsiteX5" fmla="*/ 3849435 w 4211600"/>
              <a:gd name="connsiteY5" fmla="*/ 603143 h 1660822"/>
              <a:gd name="connsiteX6" fmla="*/ 3661849 w 4211600"/>
              <a:gd name="connsiteY6" fmla="*/ 819075 h 1660822"/>
              <a:gd name="connsiteX7" fmla="*/ 3402589 w 4211600"/>
              <a:gd name="connsiteY7" fmla="*/ 952996 h 1660822"/>
              <a:gd name="connsiteX8" fmla="*/ 3130202 w 4211600"/>
              <a:gd name="connsiteY8" fmla="*/ 1023386 h 1660822"/>
              <a:gd name="connsiteX9" fmla="*/ 2914657 w 4211600"/>
              <a:gd name="connsiteY9" fmla="*/ 1068058 h 1660822"/>
              <a:gd name="connsiteX10" fmla="*/ 2582149 w 4211600"/>
              <a:gd name="connsiteY10" fmla="*/ 1138924 h 1660822"/>
              <a:gd name="connsiteX11" fmla="*/ 2483958 w 4211600"/>
              <a:gd name="connsiteY11" fmla="*/ 1162356 h 1660822"/>
              <a:gd name="connsiteX12" fmla="*/ 2123750 w 4211600"/>
              <a:gd name="connsiteY12" fmla="*/ 1238651 h 1660822"/>
              <a:gd name="connsiteX13" fmla="*/ 1761444 w 4211600"/>
              <a:gd name="connsiteY13" fmla="*/ 1273417 h 1660822"/>
              <a:gd name="connsiteX14" fmla="*/ 1608382 w 4211600"/>
              <a:gd name="connsiteY14" fmla="*/ 1284466 h 1660822"/>
              <a:gd name="connsiteX15" fmla="*/ 999942 w 4211600"/>
              <a:gd name="connsiteY15" fmla="*/ 1354284 h 1660822"/>
              <a:gd name="connsiteX16" fmla="*/ 484705 w 4211600"/>
              <a:gd name="connsiteY16" fmla="*/ 1450487 h 1660822"/>
              <a:gd name="connsiteX17" fmla="*/ 113310 w 4211600"/>
              <a:gd name="connsiteY17" fmla="*/ 1613700 h 1660822"/>
              <a:gd name="connsiteX18" fmla="*/ 39668 w 4211600"/>
              <a:gd name="connsiteY18" fmla="*/ 1660822 h 1660822"/>
              <a:gd name="connsiteX19" fmla="*/ 0 w 4211600"/>
              <a:gd name="connsiteY19" fmla="*/ 1660822 h 1660822"/>
              <a:gd name="connsiteX20" fmla="*/ 96701 w 4211600"/>
              <a:gd name="connsiteY20" fmla="*/ 1598934 h 1660822"/>
              <a:gd name="connsiteX21" fmla="*/ 474335 w 4211600"/>
              <a:gd name="connsiteY21" fmla="*/ 1433056 h 1660822"/>
              <a:gd name="connsiteX22" fmla="*/ 994299 w 4211600"/>
              <a:gd name="connsiteY22" fmla="*/ 1335806 h 1660822"/>
              <a:gd name="connsiteX23" fmla="*/ 1605231 w 4211600"/>
              <a:gd name="connsiteY23" fmla="*/ 1265702 h 1660822"/>
              <a:gd name="connsiteX24" fmla="*/ 1758819 w 4211600"/>
              <a:gd name="connsiteY24" fmla="*/ 1254558 h 1660822"/>
              <a:gd name="connsiteX25" fmla="*/ 2118106 w 4211600"/>
              <a:gd name="connsiteY25" fmla="*/ 1220077 h 1660822"/>
              <a:gd name="connsiteX26" fmla="*/ 2475557 w 4211600"/>
              <a:gd name="connsiteY26" fmla="*/ 1144353 h 1660822"/>
              <a:gd name="connsiteX27" fmla="*/ 2573878 w 4211600"/>
              <a:gd name="connsiteY27" fmla="*/ 1120827 h 1660822"/>
              <a:gd name="connsiteX28" fmla="*/ 2907437 w 4211600"/>
              <a:gd name="connsiteY28" fmla="*/ 1049675 h 1660822"/>
              <a:gd name="connsiteX29" fmla="*/ 3122589 w 4211600"/>
              <a:gd name="connsiteY29" fmla="*/ 1005098 h 1660822"/>
              <a:gd name="connsiteX30" fmla="*/ 3391169 w 4211600"/>
              <a:gd name="connsiteY30" fmla="*/ 935756 h 1660822"/>
              <a:gd name="connsiteX31" fmla="*/ 3642290 w 4211600"/>
              <a:gd name="connsiteY31" fmla="*/ 806216 h 1660822"/>
              <a:gd name="connsiteX32" fmla="*/ 3825937 w 4211600"/>
              <a:gd name="connsiteY32" fmla="*/ 594475 h 1660822"/>
              <a:gd name="connsiteX33" fmla="*/ 3861381 w 4211600"/>
              <a:gd name="connsiteY33" fmla="*/ 544755 h 1660822"/>
              <a:gd name="connsiteX34" fmla="*/ 3950381 w 4211600"/>
              <a:gd name="connsiteY34" fmla="*/ 427978 h 1660822"/>
              <a:gd name="connsiteX35" fmla="*/ 4112370 w 4211600"/>
              <a:gd name="connsiteY35" fmla="*/ 201378 h 1660822"/>
              <a:gd name="connsiteX36" fmla="*/ 4195989 w 4211600"/>
              <a:gd name="connsiteY36" fmla="*/ 33834 h 1660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4211600" h="1660822">
                <a:moveTo>
                  <a:pt x="4211600" y="0"/>
                </a:moveTo>
                <a:lnTo>
                  <a:pt x="4211600" y="58430"/>
                </a:lnTo>
                <a:lnTo>
                  <a:pt x="4136524" y="208808"/>
                </a:lnTo>
                <a:cubicBezTo>
                  <a:pt x="4089791" y="287770"/>
                  <a:pt x="4030588" y="363780"/>
                  <a:pt x="3973354" y="437313"/>
                </a:cubicBezTo>
                <a:cubicBezTo>
                  <a:pt x="3943819" y="475222"/>
                  <a:pt x="3913231" y="514465"/>
                  <a:pt x="3884746" y="553613"/>
                </a:cubicBezTo>
                <a:cubicBezTo>
                  <a:pt x="3872801" y="569996"/>
                  <a:pt x="3861119" y="586569"/>
                  <a:pt x="3849435" y="603143"/>
                </a:cubicBezTo>
                <a:cubicBezTo>
                  <a:pt x="3796665" y="678009"/>
                  <a:pt x="3742187" y="755352"/>
                  <a:pt x="3661849" y="819075"/>
                </a:cubicBezTo>
                <a:cubicBezTo>
                  <a:pt x="3596214" y="871176"/>
                  <a:pt x="3509050" y="916230"/>
                  <a:pt x="3402589" y="952996"/>
                </a:cubicBezTo>
                <a:cubicBezTo>
                  <a:pt x="3312406" y="984048"/>
                  <a:pt x="3215660" y="1005003"/>
                  <a:pt x="3130202" y="1023386"/>
                </a:cubicBezTo>
                <a:cubicBezTo>
                  <a:pt x="3058529" y="1038816"/>
                  <a:pt x="2985412" y="1053675"/>
                  <a:pt x="2914657" y="1068058"/>
                </a:cubicBezTo>
                <a:cubicBezTo>
                  <a:pt x="2805176" y="1090251"/>
                  <a:pt x="2692021" y="1113207"/>
                  <a:pt x="2582149" y="1138924"/>
                </a:cubicBezTo>
                <a:cubicBezTo>
                  <a:pt x="2549330" y="1146639"/>
                  <a:pt x="2516644" y="1154450"/>
                  <a:pt x="2483958" y="1162356"/>
                </a:cubicBezTo>
                <a:cubicBezTo>
                  <a:pt x="2367257" y="1190550"/>
                  <a:pt x="2246621" y="1219601"/>
                  <a:pt x="2123750" y="1238651"/>
                </a:cubicBezTo>
                <a:cubicBezTo>
                  <a:pt x="2004294" y="1257129"/>
                  <a:pt x="1880769" y="1265416"/>
                  <a:pt x="1761444" y="1273417"/>
                </a:cubicBezTo>
                <a:cubicBezTo>
                  <a:pt x="1711167" y="1276751"/>
                  <a:pt x="1659184" y="1280275"/>
                  <a:pt x="1608382" y="1284466"/>
                </a:cubicBezTo>
                <a:cubicBezTo>
                  <a:pt x="1408589" y="1300944"/>
                  <a:pt x="1214570" y="1325805"/>
                  <a:pt x="999942" y="1354284"/>
                </a:cubicBezTo>
                <a:cubicBezTo>
                  <a:pt x="826403" y="1377240"/>
                  <a:pt x="647744" y="1400957"/>
                  <a:pt x="484705" y="1450487"/>
                </a:cubicBezTo>
                <a:cubicBezTo>
                  <a:pt x="355831" y="1489635"/>
                  <a:pt x="231387" y="1544374"/>
                  <a:pt x="113310" y="1613700"/>
                </a:cubicBezTo>
                <a:lnTo>
                  <a:pt x="39668" y="1660822"/>
                </a:lnTo>
                <a:lnTo>
                  <a:pt x="0" y="1660822"/>
                </a:lnTo>
                <a:lnTo>
                  <a:pt x="96701" y="1598934"/>
                </a:lnTo>
                <a:cubicBezTo>
                  <a:pt x="216635" y="1528533"/>
                  <a:pt x="343196" y="1472919"/>
                  <a:pt x="474335" y="1433056"/>
                </a:cubicBezTo>
                <a:cubicBezTo>
                  <a:pt x="639999" y="1382669"/>
                  <a:pt x="820102" y="1358856"/>
                  <a:pt x="994299" y="1335806"/>
                </a:cubicBezTo>
                <a:cubicBezTo>
                  <a:pt x="1210239" y="1307231"/>
                  <a:pt x="1404650" y="1282275"/>
                  <a:pt x="1605231" y="1265702"/>
                </a:cubicBezTo>
                <a:cubicBezTo>
                  <a:pt x="1656428" y="1261511"/>
                  <a:pt x="1708411" y="1257987"/>
                  <a:pt x="1758819" y="1254558"/>
                </a:cubicBezTo>
                <a:cubicBezTo>
                  <a:pt x="1877487" y="1246557"/>
                  <a:pt x="2000094" y="1238365"/>
                  <a:pt x="2118106" y="1220077"/>
                </a:cubicBezTo>
                <a:cubicBezTo>
                  <a:pt x="2239531" y="1201313"/>
                  <a:pt x="2359513" y="1172357"/>
                  <a:pt x="2475557" y="1144353"/>
                </a:cubicBezTo>
                <a:cubicBezTo>
                  <a:pt x="2508243" y="1136448"/>
                  <a:pt x="2541060" y="1128542"/>
                  <a:pt x="2573878" y="1120827"/>
                </a:cubicBezTo>
                <a:cubicBezTo>
                  <a:pt x="2684276" y="1094919"/>
                  <a:pt x="2797694" y="1071963"/>
                  <a:pt x="2907437" y="1049675"/>
                </a:cubicBezTo>
                <a:cubicBezTo>
                  <a:pt x="2978061" y="1035387"/>
                  <a:pt x="3051178" y="1020528"/>
                  <a:pt x="3122589" y="1005098"/>
                </a:cubicBezTo>
                <a:cubicBezTo>
                  <a:pt x="3206997" y="986810"/>
                  <a:pt x="3302823" y="966141"/>
                  <a:pt x="3391169" y="935756"/>
                </a:cubicBezTo>
                <a:cubicBezTo>
                  <a:pt x="3494479" y="900132"/>
                  <a:pt x="3578886" y="856508"/>
                  <a:pt x="3642290" y="806216"/>
                </a:cubicBezTo>
                <a:cubicBezTo>
                  <a:pt x="3720133" y="744303"/>
                  <a:pt x="3773953" y="668103"/>
                  <a:pt x="3825937" y="594475"/>
                </a:cubicBezTo>
                <a:cubicBezTo>
                  <a:pt x="3837621" y="577902"/>
                  <a:pt x="3849435" y="561233"/>
                  <a:pt x="3861381" y="544755"/>
                </a:cubicBezTo>
                <a:cubicBezTo>
                  <a:pt x="3889997" y="505416"/>
                  <a:pt x="3920715" y="465983"/>
                  <a:pt x="3950381" y="427978"/>
                </a:cubicBezTo>
                <a:cubicBezTo>
                  <a:pt x="4007353" y="354921"/>
                  <a:pt x="4066163" y="279388"/>
                  <a:pt x="4112370" y="201378"/>
                </a:cubicBezTo>
                <a:cubicBezTo>
                  <a:pt x="4144662" y="146800"/>
                  <a:pt x="4170785" y="89364"/>
                  <a:pt x="4195989" y="33834"/>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347" name="Graphic 141">
            <a:extLst>
              <a:ext uri="{FF2B5EF4-FFF2-40B4-BE49-F238E27FC236}">
                <a16:creationId xmlns:a16="http://schemas.microsoft.com/office/drawing/2014/main" id="{03E9870D-4BBA-43AF-8D44-BBADF020CFF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849" y="15178"/>
            <a:ext cx="2198951" cy="3331254"/>
            <a:chOff x="4473129" y="923925"/>
            <a:chExt cx="3308947" cy="5012817"/>
          </a:xfrm>
          <a:noFill/>
        </p:grpSpPr>
        <p:sp>
          <p:nvSpPr>
            <p:cNvPr id="256" name="Freeform: Shape 255">
              <a:extLst>
                <a:ext uri="{FF2B5EF4-FFF2-40B4-BE49-F238E27FC236}">
                  <a16:creationId xmlns:a16="http://schemas.microsoft.com/office/drawing/2014/main" id="{34BC5055-C77D-43CD-BB1D-A77B6779CD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85988" y="924020"/>
              <a:ext cx="3296088" cy="5012722"/>
            </a:xfrm>
            <a:custGeom>
              <a:avLst/>
              <a:gdLst>
                <a:gd name="connsiteX0" fmla="*/ 0 w 3296088"/>
                <a:gd name="connsiteY0" fmla="*/ 5012722 h 5012722"/>
                <a:gd name="connsiteX1" fmla="*/ 244031 w 3296088"/>
                <a:gd name="connsiteY1" fmla="*/ 4820222 h 5012722"/>
                <a:gd name="connsiteX2" fmla="*/ 729234 w 3296088"/>
                <a:gd name="connsiteY2" fmla="*/ 4360641 h 5012722"/>
                <a:gd name="connsiteX3" fmla="*/ 881444 w 3296088"/>
                <a:gd name="connsiteY3" fmla="*/ 4173950 h 5012722"/>
                <a:gd name="connsiteX4" fmla="*/ 1151287 w 3296088"/>
                <a:gd name="connsiteY4" fmla="*/ 3972877 h 5012722"/>
                <a:gd name="connsiteX5" fmla="*/ 1498664 w 3296088"/>
                <a:gd name="connsiteY5" fmla="*/ 3786188 h 5012722"/>
                <a:gd name="connsiteX6" fmla="*/ 1716881 w 3296088"/>
                <a:gd name="connsiteY6" fmla="*/ 3674174 h 5012722"/>
                <a:gd name="connsiteX7" fmla="*/ 1913573 w 3296088"/>
                <a:gd name="connsiteY7" fmla="*/ 3477387 h 5012722"/>
                <a:gd name="connsiteX8" fmla="*/ 2167700 w 3296088"/>
                <a:gd name="connsiteY8" fmla="*/ 3042190 h 5012722"/>
                <a:gd name="connsiteX9" fmla="*/ 2273903 w 3296088"/>
                <a:gd name="connsiteY9" fmla="*/ 2775014 h 5012722"/>
                <a:gd name="connsiteX10" fmla="*/ 2463356 w 3296088"/>
                <a:gd name="connsiteY10" fmla="*/ 2335530 h 5012722"/>
                <a:gd name="connsiteX11" fmla="*/ 2741866 w 3296088"/>
                <a:gd name="connsiteY11" fmla="*/ 1982248 h 5012722"/>
                <a:gd name="connsiteX12" fmla="*/ 2985897 w 3296088"/>
                <a:gd name="connsiteY12" fmla="*/ 1634681 h 5012722"/>
                <a:gd name="connsiteX13" fmla="*/ 3212687 w 3296088"/>
                <a:gd name="connsiteY13" fmla="*/ 1226820 h 5012722"/>
                <a:gd name="connsiteX14" fmla="*/ 3281553 w 3296088"/>
                <a:gd name="connsiteY14" fmla="*/ 959644 h 5012722"/>
                <a:gd name="connsiteX15" fmla="*/ 3295936 w 3296088"/>
                <a:gd name="connsiteY15" fmla="*/ 701135 h 5012722"/>
                <a:gd name="connsiteX16" fmla="*/ 3267266 w 3296088"/>
                <a:gd name="connsiteY16" fmla="*/ 436817 h 5012722"/>
                <a:gd name="connsiteX17" fmla="*/ 3105341 w 3296088"/>
                <a:gd name="connsiteY17" fmla="*/ 0 h 501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296088" h="5012722">
                  <a:moveTo>
                    <a:pt x="0" y="5012722"/>
                  </a:moveTo>
                  <a:cubicBezTo>
                    <a:pt x="81820" y="4949095"/>
                    <a:pt x="163544" y="4885468"/>
                    <a:pt x="244031" y="4820222"/>
                  </a:cubicBezTo>
                  <a:cubicBezTo>
                    <a:pt x="417671" y="4679633"/>
                    <a:pt x="589883" y="4535139"/>
                    <a:pt x="729234" y="4360641"/>
                  </a:cubicBezTo>
                  <a:cubicBezTo>
                    <a:pt x="779431" y="4297776"/>
                    <a:pt x="825818" y="4231958"/>
                    <a:pt x="881444" y="4173950"/>
                  </a:cubicBezTo>
                  <a:cubicBezTo>
                    <a:pt x="959358" y="4092607"/>
                    <a:pt x="1054799" y="4031075"/>
                    <a:pt x="1151287" y="3972877"/>
                  </a:cubicBezTo>
                  <a:cubicBezTo>
                    <a:pt x="1263968" y="3904964"/>
                    <a:pt x="1379315" y="3841337"/>
                    <a:pt x="1498664" y="3786188"/>
                  </a:cubicBezTo>
                  <a:cubicBezTo>
                    <a:pt x="1573149" y="3751802"/>
                    <a:pt x="1649159" y="3720179"/>
                    <a:pt x="1716881" y="3674174"/>
                  </a:cubicBezTo>
                  <a:cubicBezTo>
                    <a:pt x="1794034" y="3621691"/>
                    <a:pt x="1856708" y="3551492"/>
                    <a:pt x="1913573" y="3477387"/>
                  </a:cubicBezTo>
                  <a:cubicBezTo>
                    <a:pt x="2016157" y="3343751"/>
                    <a:pt x="2099024" y="3196114"/>
                    <a:pt x="2167700" y="3042190"/>
                  </a:cubicBezTo>
                  <a:cubicBezTo>
                    <a:pt x="2206752" y="2954655"/>
                    <a:pt x="2241233" y="2865215"/>
                    <a:pt x="2273903" y="2775014"/>
                  </a:cubicBezTo>
                  <a:cubicBezTo>
                    <a:pt x="2328482" y="2624423"/>
                    <a:pt x="2379440" y="2471642"/>
                    <a:pt x="2463356" y="2335530"/>
                  </a:cubicBezTo>
                  <a:cubicBezTo>
                    <a:pt x="2542127" y="2207705"/>
                    <a:pt x="2647855" y="2099501"/>
                    <a:pt x="2741866" y="1982248"/>
                  </a:cubicBezTo>
                  <a:cubicBezTo>
                    <a:pt x="2830449" y="1871758"/>
                    <a:pt x="2908554" y="1753362"/>
                    <a:pt x="2985897" y="1634681"/>
                  </a:cubicBezTo>
                  <a:cubicBezTo>
                    <a:pt x="3071146" y="1503902"/>
                    <a:pt x="3156395" y="1372172"/>
                    <a:pt x="3212687" y="1226820"/>
                  </a:cubicBezTo>
                  <a:cubicBezTo>
                    <a:pt x="3246025" y="1140809"/>
                    <a:pt x="3268790" y="1051084"/>
                    <a:pt x="3281553" y="959644"/>
                  </a:cubicBezTo>
                  <a:cubicBezTo>
                    <a:pt x="3293555" y="874014"/>
                    <a:pt x="3296888" y="787527"/>
                    <a:pt x="3295936" y="701135"/>
                  </a:cubicBezTo>
                  <a:cubicBezTo>
                    <a:pt x="3294888" y="612172"/>
                    <a:pt x="3289268" y="523018"/>
                    <a:pt x="3267266" y="436817"/>
                  </a:cubicBezTo>
                  <a:cubicBezTo>
                    <a:pt x="3227832" y="282416"/>
                    <a:pt x="3105341" y="0"/>
                    <a:pt x="3105341" y="0"/>
                  </a:cubicBezTo>
                </a:path>
              </a:pathLst>
            </a:custGeom>
            <a:noFill/>
            <a:ln w="9525" cap="rnd">
              <a:solidFill>
                <a:schemeClr val="accent2">
                  <a:alpha val="75000"/>
                </a:schemeClr>
              </a:solidFill>
              <a:prstDash val="lgDash"/>
              <a:round/>
            </a:ln>
          </p:spPr>
          <p:txBody>
            <a:bodyPr rtlCol="0" anchor="ctr"/>
            <a:lstStyle/>
            <a:p>
              <a:endParaRPr lang="en-US"/>
            </a:p>
          </p:txBody>
        </p:sp>
        <p:sp>
          <p:nvSpPr>
            <p:cNvPr id="257" name="Freeform: Shape 256">
              <a:extLst>
                <a:ext uri="{FF2B5EF4-FFF2-40B4-BE49-F238E27FC236}">
                  <a16:creationId xmlns:a16="http://schemas.microsoft.com/office/drawing/2014/main" id="{DB12D0B8-9385-489A-85AE-3D14AD0BA2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73129" y="923925"/>
              <a:ext cx="2977477" cy="4627149"/>
            </a:xfrm>
            <a:custGeom>
              <a:avLst/>
              <a:gdLst>
                <a:gd name="connsiteX0" fmla="*/ 0 w 2977477"/>
                <a:gd name="connsiteY0" fmla="*/ 4627150 h 4627149"/>
                <a:gd name="connsiteX1" fmla="*/ 275082 w 2977477"/>
                <a:gd name="connsiteY1" fmla="*/ 4341590 h 4627149"/>
                <a:gd name="connsiteX2" fmla="*/ 502825 w 2977477"/>
                <a:gd name="connsiteY2" fmla="*/ 4054126 h 4627149"/>
                <a:gd name="connsiteX3" fmla="*/ 666179 w 2977477"/>
                <a:gd name="connsiteY3" fmla="*/ 3890677 h 4627149"/>
                <a:gd name="connsiteX4" fmla="*/ 864203 w 2977477"/>
                <a:gd name="connsiteY4" fmla="*/ 3675983 h 4627149"/>
                <a:gd name="connsiteX5" fmla="*/ 982599 w 2977477"/>
                <a:gd name="connsiteY5" fmla="*/ 3557492 h 4627149"/>
                <a:gd name="connsiteX6" fmla="*/ 1188244 w 2977477"/>
                <a:gd name="connsiteY6" fmla="*/ 3329654 h 4627149"/>
                <a:gd name="connsiteX7" fmla="*/ 1344740 w 2977477"/>
                <a:gd name="connsiteY7" fmla="*/ 3146774 h 4627149"/>
                <a:gd name="connsiteX8" fmla="*/ 1470755 w 2977477"/>
                <a:gd name="connsiteY8" fmla="*/ 2984659 h 4627149"/>
                <a:gd name="connsiteX9" fmla="*/ 1657636 w 2977477"/>
                <a:gd name="connsiteY9" fmla="*/ 2670239 h 4627149"/>
                <a:gd name="connsiteX10" fmla="*/ 1762887 w 2977477"/>
                <a:gd name="connsiteY10" fmla="*/ 2473547 h 4627149"/>
                <a:gd name="connsiteX11" fmla="*/ 1866710 w 2977477"/>
                <a:gd name="connsiteY11" fmla="*/ 2290667 h 4627149"/>
                <a:gd name="connsiteX12" fmla="*/ 2106263 w 2977477"/>
                <a:gd name="connsiteY12" fmla="*/ 2030254 h 4627149"/>
                <a:gd name="connsiteX13" fmla="*/ 2277237 w 2977477"/>
                <a:gd name="connsiteY13" fmla="*/ 1859185 h 4627149"/>
                <a:gd name="connsiteX14" fmla="*/ 2499455 w 2977477"/>
                <a:gd name="connsiteY14" fmla="*/ 1656207 h 4627149"/>
                <a:gd name="connsiteX15" fmla="*/ 2707100 w 2977477"/>
                <a:gd name="connsiteY15" fmla="*/ 1390269 h 4627149"/>
                <a:gd name="connsiteX16" fmla="*/ 2812352 w 2977477"/>
                <a:gd name="connsiteY16" fmla="*/ 1230916 h 4627149"/>
                <a:gd name="connsiteX17" fmla="*/ 2898172 w 2977477"/>
                <a:gd name="connsiteY17" fmla="*/ 1036987 h 4627149"/>
                <a:gd name="connsiteX18" fmla="*/ 2963228 w 2977477"/>
                <a:gd name="connsiteY18" fmla="*/ 850011 h 4627149"/>
                <a:gd name="connsiteX19" fmla="*/ 2977325 w 2977477"/>
                <a:gd name="connsiteY19" fmla="*/ 745427 h 4627149"/>
                <a:gd name="connsiteX20" fmla="*/ 2929509 w 2977477"/>
                <a:gd name="connsiteY20" fmla="*/ 480155 h 4627149"/>
                <a:gd name="connsiteX21" fmla="*/ 2563082 w 2977477"/>
                <a:gd name="connsiteY21" fmla="*/ 0 h 4627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77477" h="4627149">
                  <a:moveTo>
                    <a:pt x="0" y="4627150"/>
                  </a:moveTo>
                  <a:cubicBezTo>
                    <a:pt x="79820" y="4552283"/>
                    <a:pt x="203835" y="4424648"/>
                    <a:pt x="275082" y="4341590"/>
                  </a:cubicBezTo>
                  <a:cubicBezTo>
                    <a:pt x="354711" y="4248722"/>
                    <a:pt x="421005" y="4145090"/>
                    <a:pt x="502825" y="4054126"/>
                  </a:cubicBezTo>
                  <a:cubicBezTo>
                    <a:pt x="554355" y="3996881"/>
                    <a:pt x="612362" y="3945827"/>
                    <a:pt x="666179" y="3890677"/>
                  </a:cubicBezTo>
                  <a:cubicBezTo>
                    <a:pt x="734187" y="3821049"/>
                    <a:pt x="796671" y="3746183"/>
                    <a:pt x="864203" y="3675983"/>
                  </a:cubicBezTo>
                  <a:cubicBezTo>
                    <a:pt x="902875" y="3635788"/>
                    <a:pt x="943642" y="3597593"/>
                    <a:pt x="982599" y="3557492"/>
                  </a:cubicBezTo>
                  <a:cubicBezTo>
                    <a:pt x="1053941" y="3484150"/>
                    <a:pt x="1121378" y="3407093"/>
                    <a:pt x="1188244" y="3329654"/>
                  </a:cubicBezTo>
                  <a:cubicBezTo>
                    <a:pt x="1240631" y="3268885"/>
                    <a:pt x="1293495" y="3208496"/>
                    <a:pt x="1344740" y="3146774"/>
                  </a:cubicBezTo>
                  <a:cubicBezTo>
                    <a:pt x="1388459" y="3094101"/>
                    <a:pt x="1431512" y="3040761"/>
                    <a:pt x="1470755" y="2984659"/>
                  </a:cubicBezTo>
                  <a:cubicBezTo>
                    <a:pt x="1540764" y="2884646"/>
                    <a:pt x="1598771" y="2777109"/>
                    <a:pt x="1657636" y="2670239"/>
                  </a:cubicBezTo>
                  <a:cubicBezTo>
                    <a:pt x="1693545" y="2605088"/>
                    <a:pt x="1728502" y="2539460"/>
                    <a:pt x="1762887" y="2473547"/>
                  </a:cubicBezTo>
                  <a:cubicBezTo>
                    <a:pt x="1795367" y="2411349"/>
                    <a:pt x="1826419" y="2348103"/>
                    <a:pt x="1866710" y="2290667"/>
                  </a:cubicBezTo>
                  <a:cubicBezTo>
                    <a:pt x="1934623" y="2193893"/>
                    <a:pt x="2022729" y="2114169"/>
                    <a:pt x="2106263" y="2030254"/>
                  </a:cubicBezTo>
                  <a:cubicBezTo>
                    <a:pt x="2163128" y="1973104"/>
                    <a:pt x="2218182" y="1914049"/>
                    <a:pt x="2277237" y="1859185"/>
                  </a:cubicBezTo>
                  <a:cubicBezTo>
                    <a:pt x="2350770" y="1790891"/>
                    <a:pt x="2430304" y="1728978"/>
                    <a:pt x="2499455" y="1656207"/>
                  </a:cubicBezTo>
                  <a:cubicBezTo>
                    <a:pt x="2576989" y="1574578"/>
                    <a:pt x="2641568" y="1481900"/>
                    <a:pt x="2707100" y="1390269"/>
                  </a:cubicBezTo>
                  <a:cubicBezTo>
                    <a:pt x="2744153" y="1338453"/>
                    <a:pt x="2781586" y="1286732"/>
                    <a:pt x="2812352" y="1230916"/>
                  </a:cubicBezTo>
                  <a:cubicBezTo>
                    <a:pt x="2846546" y="1168908"/>
                    <a:pt x="2872550" y="1102900"/>
                    <a:pt x="2898172" y="1036987"/>
                  </a:cubicBezTo>
                  <a:cubicBezTo>
                    <a:pt x="2922175" y="975455"/>
                    <a:pt x="2948273" y="914305"/>
                    <a:pt x="2963228" y="850011"/>
                  </a:cubicBezTo>
                  <a:cubicBezTo>
                    <a:pt x="2971229" y="815626"/>
                    <a:pt x="2976563" y="780764"/>
                    <a:pt x="2977325" y="745427"/>
                  </a:cubicBezTo>
                  <a:cubicBezTo>
                    <a:pt x="2979230" y="654844"/>
                    <a:pt x="2963323" y="564261"/>
                    <a:pt x="2929509" y="480155"/>
                  </a:cubicBezTo>
                  <a:cubicBezTo>
                    <a:pt x="2851309" y="285655"/>
                    <a:pt x="2563082" y="0"/>
                    <a:pt x="2563082" y="0"/>
                  </a:cubicBezTo>
                </a:path>
              </a:pathLst>
            </a:custGeom>
            <a:noFill/>
            <a:ln w="9525" cap="rnd">
              <a:solidFill>
                <a:schemeClr val="accent2">
                  <a:alpha val="75000"/>
                </a:schemeClr>
              </a:solidFill>
              <a:prstDash val="lgDash"/>
              <a:round/>
            </a:ln>
          </p:spPr>
          <p:txBody>
            <a:bodyPr rtlCol="0" anchor="ctr"/>
            <a:lstStyle/>
            <a:p>
              <a:endParaRPr lang="en-US"/>
            </a:p>
          </p:txBody>
        </p:sp>
        <p:sp>
          <p:nvSpPr>
            <p:cNvPr id="258" name="Freeform: Shape 257">
              <a:extLst>
                <a:ext uri="{FF2B5EF4-FFF2-40B4-BE49-F238E27FC236}">
                  <a16:creationId xmlns:a16="http://schemas.microsoft.com/office/drawing/2014/main" id="{D158A14A-147E-4130-A5E2-38FD84B181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94561" y="923925"/>
              <a:ext cx="2356712" cy="4118991"/>
            </a:xfrm>
            <a:custGeom>
              <a:avLst/>
              <a:gdLst>
                <a:gd name="connsiteX0" fmla="*/ 1707071 w 2356712"/>
                <a:gd name="connsiteY0" fmla="*/ 0 h 4118991"/>
                <a:gd name="connsiteX1" fmla="*/ 1824514 w 2356712"/>
                <a:gd name="connsiteY1" fmla="*/ 244697 h 4118991"/>
                <a:gd name="connsiteX2" fmla="*/ 1908715 w 2356712"/>
                <a:gd name="connsiteY2" fmla="*/ 328994 h 4118991"/>
                <a:gd name="connsiteX3" fmla="*/ 2226469 w 2356712"/>
                <a:gd name="connsiteY3" fmla="*/ 603695 h 4118991"/>
                <a:gd name="connsiteX4" fmla="*/ 2355628 w 2356712"/>
                <a:gd name="connsiteY4" fmla="*/ 900494 h 4118991"/>
                <a:gd name="connsiteX5" fmla="*/ 2281428 w 2356712"/>
                <a:gd name="connsiteY5" fmla="*/ 1206913 h 4118991"/>
                <a:gd name="connsiteX6" fmla="*/ 2092452 w 2356712"/>
                <a:gd name="connsiteY6" fmla="*/ 1460659 h 4118991"/>
                <a:gd name="connsiteX7" fmla="*/ 1834039 w 2356712"/>
                <a:gd name="connsiteY7" fmla="*/ 1625822 h 4118991"/>
                <a:gd name="connsiteX8" fmla="*/ 1558862 w 2356712"/>
                <a:gd name="connsiteY8" fmla="*/ 1743075 h 4118991"/>
                <a:gd name="connsiteX9" fmla="*/ 1386554 w 2356712"/>
                <a:gd name="connsiteY9" fmla="*/ 1869948 h 4118991"/>
                <a:gd name="connsiteX10" fmla="*/ 1271683 w 2356712"/>
                <a:gd name="connsiteY10" fmla="*/ 2073402 h 4118991"/>
                <a:gd name="connsiteX11" fmla="*/ 1178338 w 2356712"/>
                <a:gd name="connsiteY11" fmla="*/ 2355914 h 4118991"/>
                <a:gd name="connsiteX12" fmla="*/ 1113758 w 2356712"/>
                <a:gd name="connsiteY12" fmla="*/ 2578513 h 4118991"/>
                <a:gd name="connsiteX13" fmla="*/ 1034796 w 2356712"/>
                <a:gd name="connsiteY13" fmla="*/ 2834640 h 4118991"/>
                <a:gd name="connsiteX14" fmla="*/ 905637 w 2356712"/>
                <a:gd name="connsiteY14" fmla="*/ 3081242 h 4118991"/>
                <a:gd name="connsiteX15" fmla="*/ 793147 w 2356712"/>
                <a:gd name="connsiteY15" fmla="*/ 3258407 h 4118991"/>
                <a:gd name="connsiteX16" fmla="*/ 546735 w 2356712"/>
                <a:gd name="connsiteY16" fmla="*/ 3571970 h 4118991"/>
                <a:gd name="connsiteX17" fmla="*/ 346996 w 2356712"/>
                <a:gd name="connsiteY17" fmla="*/ 3771900 h 4118991"/>
                <a:gd name="connsiteX18" fmla="*/ 174689 w 2356712"/>
                <a:gd name="connsiteY18" fmla="*/ 3944207 h 4118991"/>
                <a:gd name="connsiteX19" fmla="*/ 0 w 2356712"/>
                <a:gd name="connsiteY19" fmla="*/ 4118991 h 4118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356712" h="4118991">
                  <a:moveTo>
                    <a:pt x="1707071" y="0"/>
                  </a:moveTo>
                  <a:cubicBezTo>
                    <a:pt x="1715357" y="22098"/>
                    <a:pt x="1812608" y="224409"/>
                    <a:pt x="1824514" y="244697"/>
                  </a:cubicBezTo>
                  <a:cubicBezTo>
                    <a:pt x="1844802" y="279273"/>
                    <a:pt x="1876996" y="304324"/>
                    <a:pt x="1908715" y="328994"/>
                  </a:cubicBezTo>
                  <a:cubicBezTo>
                    <a:pt x="2019967" y="415195"/>
                    <a:pt x="2137886" y="494633"/>
                    <a:pt x="2226469" y="603695"/>
                  </a:cubicBezTo>
                  <a:cubicBezTo>
                    <a:pt x="2296287" y="689610"/>
                    <a:pt x="2347817" y="790480"/>
                    <a:pt x="2355628" y="900494"/>
                  </a:cubicBezTo>
                  <a:cubicBezTo>
                    <a:pt x="2363248" y="1007078"/>
                    <a:pt x="2329910" y="1111187"/>
                    <a:pt x="2281428" y="1206913"/>
                  </a:cubicBezTo>
                  <a:cubicBezTo>
                    <a:pt x="2233422" y="1301877"/>
                    <a:pt x="2170938" y="1388936"/>
                    <a:pt x="2092452" y="1460659"/>
                  </a:cubicBezTo>
                  <a:cubicBezTo>
                    <a:pt x="2016538" y="1530001"/>
                    <a:pt x="1927765" y="1583436"/>
                    <a:pt x="1834039" y="1625822"/>
                  </a:cubicBezTo>
                  <a:cubicBezTo>
                    <a:pt x="1743075" y="1666970"/>
                    <a:pt x="1647730" y="1697736"/>
                    <a:pt x="1558862" y="1743075"/>
                  </a:cubicBezTo>
                  <a:cubicBezTo>
                    <a:pt x="1494758" y="1775841"/>
                    <a:pt x="1434275" y="1816132"/>
                    <a:pt x="1386554" y="1869948"/>
                  </a:cubicBezTo>
                  <a:cubicBezTo>
                    <a:pt x="1334548" y="1928622"/>
                    <a:pt x="1300544" y="2000345"/>
                    <a:pt x="1271683" y="2073402"/>
                  </a:cubicBezTo>
                  <a:cubicBezTo>
                    <a:pt x="1235202" y="2165699"/>
                    <a:pt x="1206722" y="2260759"/>
                    <a:pt x="1178338" y="2355914"/>
                  </a:cubicBezTo>
                  <a:cubicBezTo>
                    <a:pt x="1156240" y="2429923"/>
                    <a:pt x="1134237" y="2504028"/>
                    <a:pt x="1113758" y="2578513"/>
                  </a:cubicBezTo>
                  <a:cubicBezTo>
                    <a:pt x="1090041" y="2664714"/>
                    <a:pt x="1068134" y="2751678"/>
                    <a:pt x="1034796" y="2834640"/>
                  </a:cubicBezTo>
                  <a:cubicBezTo>
                    <a:pt x="1000125" y="2920841"/>
                    <a:pt x="953643" y="3001613"/>
                    <a:pt x="905637" y="3081242"/>
                  </a:cubicBezTo>
                  <a:cubicBezTo>
                    <a:pt x="869442" y="3141155"/>
                    <a:pt x="832295" y="3200400"/>
                    <a:pt x="793147" y="3258407"/>
                  </a:cubicBezTo>
                  <a:cubicBezTo>
                    <a:pt x="718661" y="3368802"/>
                    <a:pt x="637223" y="3474434"/>
                    <a:pt x="546735" y="3571970"/>
                  </a:cubicBezTo>
                  <a:cubicBezTo>
                    <a:pt x="482632" y="3641027"/>
                    <a:pt x="414147" y="3705797"/>
                    <a:pt x="346996" y="3771900"/>
                  </a:cubicBezTo>
                  <a:cubicBezTo>
                    <a:pt x="288989" y="3828764"/>
                    <a:pt x="232029" y="3886676"/>
                    <a:pt x="174689" y="3944207"/>
                  </a:cubicBezTo>
                  <a:cubicBezTo>
                    <a:pt x="116586" y="4002596"/>
                    <a:pt x="58293" y="4060698"/>
                    <a:pt x="0" y="4118991"/>
                  </a:cubicBezTo>
                </a:path>
              </a:pathLst>
            </a:custGeom>
            <a:noFill/>
            <a:ln w="9525" cap="rnd">
              <a:solidFill>
                <a:schemeClr val="accent2">
                  <a:alpha val="75000"/>
                </a:schemeClr>
              </a:solidFill>
              <a:prstDash val="lgDash"/>
              <a:round/>
            </a:ln>
          </p:spPr>
          <p:txBody>
            <a:bodyPr rtlCol="0" anchor="ctr"/>
            <a:lstStyle/>
            <a:p>
              <a:endParaRPr lang="en-US"/>
            </a:p>
          </p:txBody>
        </p:sp>
        <p:sp>
          <p:nvSpPr>
            <p:cNvPr id="259" name="Freeform: Shape 258">
              <a:extLst>
                <a:ext uri="{FF2B5EF4-FFF2-40B4-BE49-F238E27FC236}">
                  <a16:creationId xmlns:a16="http://schemas.microsoft.com/office/drawing/2014/main" id="{75B8B1EB-5E2B-472C-AE60-2EC5961F16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73129" y="923925"/>
              <a:ext cx="2059193" cy="3980116"/>
            </a:xfrm>
            <a:custGeom>
              <a:avLst/>
              <a:gdLst>
                <a:gd name="connsiteX0" fmla="*/ 0 w 2059193"/>
                <a:gd name="connsiteY0" fmla="*/ 3980116 h 3980116"/>
                <a:gd name="connsiteX1" fmla="*/ 471583 w 2059193"/>
                <a:gd name="connsiteY1" fmla="*/ 3515678 h 3980116"/>
                <a:gd name="connsiteX2" fmla="*/ 758666 w 2059193"/>
                <a:gd name="connsiteY2" fmla="*/ 3163824 h 3980116"/>
                <a:gd name="connsiteX3" fmla="*/ 940499 w 2059193"/>
                <a:gd name="connsiteY3" fmla="*/ 2780824 h 3980116"/>
                <a:gd name="connsiteX4" fmla="*/ 1055370 w 2059193"/>
                <a:gd name="connsiteY4" fmla="*/ 2242185 h 3980116"/>
                <a:gd name="connsiteX5" fmla="*/ 1136714 w 2059193"/>
                <a:gd name="connsiteY5" fmla="*/ 1878330 h 3980116"/>
                <a:gd name="connsiteX6" fmla="*/ 1246727 w 2059193"/>
                <a:gd name="connsiteY6" fmla="*/ 1562386 h 3980116"/>
                <a:gd name="connsiteX7" fmla="*/ 1378363 w 2059193"/>
                <a:gd name="connsiteY7" fmla="*/ 1430750 h 3980116"/>
                <a:gd name="connsiteX8" fmla="*/ 1691831 w 2059193"/>
                <a:gd name="connsiteY8" fmla="*/ 1394841 h 3980116"/>
                <a:gd name="connsiteX9" fmla="*/ 1914335 w 2059193"/>
                <a:gd name="connsiteY9" fmla="*/ 1323023 h 3980116"/>
                <a:gd name="connsiteX10" fmla="*/ 2055495 w 2059193"/>
                <a:gd name="connsiteY10" fmla="*/ 1098042 h 3980116"/>
                <a:gd name="connsiteX11" fmla="*/ 2033969 w 2059193"/>
                <a:gd name="connsiteY11" fmla="*/ 930497 h 3980116"/>
                <a:gd name="connsiteX12" fmla="*/ 1885664 w 2059193"/>
                <a:gd name="connsiteY12" fmla="*/ 760571 h 3980116"/>
                <a:gd name="connsiteX13" fmla="*/ 1636871 w 2059193"/>
                <a:gd name="connsiteY13" fmla="*/ 612172 h 3980116"/>
                <a:gd name="connsiteX14" fmla="*/ 1335405 w 2059193"/>
                <a:gd name="connsiteY14" fmla="*/ 459010 h 3980116"/>
                <a:gd name="connsiteX15" fmla="*/ 1234916 w 2059193"/>
                <a:gd name="connsiteY15" fmla="*/ 269939 h 3980116"/>
                <a:gd name="connsiteX16" fmla="*/ 1386935 w 2059193"/>
                <a:gd name="connsiteY16" fmla="*/ 0 h 39801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9193" h="3980116">
                  <a:moveTo>
                    <a:pt x="0" y="3980116"/>
                  </a:moveTo>
                  <a:cubicBezTo>
                    <a:pt x="91345" y="3889534"/>
                    <a:pt x="382715" y="3608737"/>
                    <a:pt x="471583" y="3515678"/>
                  </a:cubicBezTo>
                  <a:cubicBezTo>
                    <a:pt x="576358" y="3405949"/>
                    <a:pt x="675989" y="3290983"/>
                    <a:pt x="758666" y="3163824"/>
                  </a:cubicBezTo>
                  <a:cubicBezTo>
                    <a:pt x="836105" y="3044857"/>
                    <a:pt x="897445" y="2916079"/>
                    <a:pt x="940499" y="2780824"/>
                  </a:cubicBezTo>
                  <a:cubicBezTo>
                    <a:pt x="996315" y="2605754"/>
                    <a:pt x="1020985" y="2422874"/>
                    <a:pt x="1055370" y="2242185"/>
                  </a:cubicBezTo>
                  <a:cubicBezTo>
                    <a:pt x="1078611" y="2120075"/>
                    <a:pt x="1107472" y="1999107"/>
                    <a:pt x="1136714" y="1878330"/>
                  </a:cubicBezTo>
                  <a:cubicBezTo>
                    <a:pt x="1163098" y="1769174"/>
                    <a:pt x="1189482" y="1658588"/>
                    <a:pt x="1246727" y="1562386"/>
                  </a:cubicBezTo>
                  <a:cubicBezTo>
                    <a:pt x="1279208" y="1507808"/>
                    <a:pt x="1321689" y="1459039"/>
                    <a:pt x="1378363" y="1430750"/>
                  </a:cubicBezTo>
                  <a:cubicBezTo>
                    <a:pt x="1473327" y="1383221"/>
                    <a:pt x="1584865" y="1402652"/>
                    <a:pt x="1691831" y="1394841"/>
                  </a:cubicBezTo>
                  <a:cubicBezTo>
                    <a:pt x="1771079" y="1389031"/>
                    <a:pt x="1849279" y="1368266"/>
                    <a:pt x="1914335" y="1323023"/>
                  </a:cubicBezTo>
                  <a:cubicBezTo>
                    <a:pt x="1989963" y="1270445"/>
                    <a:pt x="2041493" y="1189101"/>
                    <a:pt x="2055495" y="1098042"/>
                  </a:cubicBezTo>
                  <a:cubicBezTo>
                    <a:pt x="2064258" y="1041178"/>
                    <a:pt x="2057591" y="982980"/>
                    <a:pt x="2033969" y="930497"/>
                  </a:cubicBezTo>
                  <a:cubicBezTo>
                    <a:pt x="2002727" y="861060"/>
                    <a:pt x="1945958" y="807625"/>
                    <a:pt x="1885664" y="760571"/>
                  </a:cubicBezTo>
                  <a:cubicBezTo>
                    <a:pt x="1809179" y="700945"/>
                    <a:pt x="1725549" y="651415"/>
                    <a:pt x="1636871" y="612172"/>
                  </a:cubicBezTo>
                  <a:cubicBezTo>
                    <a:pt x="1532763" y="566071"/>
                    <a:pt x="1421606" y="532543"/>
                    <a:pt x="1335405" y="459010"/>
                  </a:cubicBezTo>
                  <a:cubicBezTo>
                    <a:pt x="1277969" y="409956"/>
                    <a:pt x="1232059" y="344615"/>
                    <a:pt x="1234916" y="269939"/>
                  </a:cubicBezTo>
                  <a:cubicBezTo>
                    <a:pt x="1237012" y="211741"/>
                    <a:pt x="1386935" y="0"/>
                    <a:pt x="1386935" y="0"/>
                  </a:cubicBezTo>
                </a:path>
              </a:pathLst>
            </a:custGeom>
            <a:noFill/>
            <a:ln w="9525" cap="rnd">
              <a:solidFill>
                <a:schemeClr val="accent2">
                  <a:alpha val="75000"/>
                </a:schemeClr>
              </a:solidFill>
              <a:prstDash val="lgDash"/>
              <a:round/>
            </a:ln>
          </p:spPr>
          <p:txBody>
            <a:bodyPr rtlCol="0" anchor="ctr"/>
            <a:lstStyle/>
            <a:p>
              <a:endParaRPr lang="en-US"/>
            </a:p>
          </p:txBody>
        </p:sp>
        <p:sp>
          <p:nvSpPr>
            <p:cNvPr id="260" name="Freeform: Shape 259">
              <a:extLst>
                <a:ext uri="{FF2B5EF4-FFF2-40B4-BE49-F238E27FC236}">
                  <a16:creationId xmlns:a16="http://schemas.microsoft.com/office/drawing/2014/main" id="{B4F5BD77-58D7-4B61-A666-1B4139A63A2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85131" y="1719357"/>
              <a:ext cx="743796" cy="2867501"/>
            </a:xfrm>
            <a:custGeom>
              <a:avLst/>
              <a:gdLst>
                <a:gd name="connsiteX0" fmla="*/ 11144 w 743796"/>
                <a:gd name="connsiteY0" fmla="*/ 0 h 2867501"/>
                <a:gd name="connsiteX1" fmla="*/ 353663 w 743796"/>
                <a:gd name="connsiteY1" fmla="*/ 55245 h 2867501"/>
                <a:gd name="connsiteX2" fmla="*/ 571405 w 743796"/>
                <a:gd name="connsiteY2" fmla="*/ 179737 h 2867501"/>
                <a:gd name="connsiteX3" fmla="*/ 688658 w 743796"/>
                <a:gd name="connsiteY3" fmla="*/ 368808 h 2867501"/>
                <a:gd name="connsiteX4" fmla="*/ 731711 w 743796"/>
                <a:gd name="connsiteY4" fmla="*/ 612934 h 2867501"/>
                <a:gd name="connsiteX5" fmla="*/ 725233 w 743796"/>
                <a:gd name="connsiteY5" fmla="*/ 995648 h 2867501"/>
                <a:gd name="connsiteX6" fmla="*/ 742855 w 743796"/>
                <a:gd name="connsiteY6" fmla="*/ 1499330 h 2867501"/>
                <a:gd name="connsiteX7" fmla="*/ 707898 w 743796"/>
                <a:gd name="connsiteY7" fmla="*/ 1793081 h 2867501"/>
                <a:gd name="connsiteX8" fmla="*/ 633222 w 743796"/>
                <a:gd name="connsiteY8" fmla="*/ 2073592 h 2867501"/>
                <a:gd name="connsiteX9" fmla="*/ 404527 w 743796"/>
                <a:gd name="connsiteY9" fmla="*/ 2472404 h 2867501"/>
                <a:gd name="connsiteX10" fmla="*/ 0 w 743796"/>
                <a:gd name="connsiteY10" fmla="*/ 2867501 h 2867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3796" h="2867501">
                  <a:moveTo>
                    <a:pt x="11144" y="0"/>
                  </a:moveTo>
                  <a:cubicBezTo>
                    <a:pt x="101060" y="2953"/>
                    <a:pt x="268796" y="25146"/>
                    <a:pt x="353663" y="55245"/>
                  </a:cubicBezTo>
                  <a:cubicBezTo>
                    <a:pt x="433483" y="83534"/>
                    <a:pt x="510635" y="120967"/>
                    <a:pt x="571405" y="179737"/>
                  </a:cubicBezTo>
                  <a:cubicBezTo>
                    <a:pt x="625412" y="231934"/>
                    <a:pt x="663607" y="297942"/>
                    <a:pt x="688658" y="368808"/>
                  </a:cubicBezTo>
                  <a:cubicBezTo>
                    <a:pt x="716375" y="447103"/>
                    <a:pt x="727996" y="529876"/>
                    <a:pt x="731711" y="612934"/>
                  </a:cubicBezTo>
                  <a:cubicBezTo>
                    <a:pt x="737426" y="740474"/>
                    <a:pt x="724948" y="867918"/>
                    <a:pt x="725233" y="995648"/>
                  </a:cubicBezTo>
                  <a:cubicBezTo>
                    <a:pt x="725710" y="1163765"/>
                    <a:pt x="748665" y="1331309"/>
                    <a:pt x="742855" y="1499330"/>
                  </a:cubicBezTo>
                  <a:cubicBezTo>
                    <a:pt x="739426" y="1598009"/>
                    <a:pt x="725996" y="1696022"/>
                    <a:pt x="707898" y="1793081"/>
                  </a:cubicBezTo>
                  <a:cubicBezTo>
                    <a:pt x="690086" y="1888426"/>
                    <a:pt x="666845" y="1982724"/>
                    <a:pt x="633222" y="2073592"/>
                  </a:cubicBezTo>
                  <a:cubicBezTo>
                    <a:pt x="579692" y="2218182"/>
                    <a:pt x="499682" y="2351056"/>
                    <a:pt x="404527" y="2472404"/>
                  </a:cubicBezTo>
                  <a:cubicBezTo>
                    <a:pt x="266033" y="2648902"/>
                    <a:pt x="179642" y="2732818"/>
                    <a:pt x="0" y="2867501"/>
                  </a:cubicBezTo>
                </a:path>
              </a:pathLst>
            </a:custGeom>
            <a:noFill/>
            <a:ln w="9525" cap="rnd">
              <a:solidFill>
                <a:schemeClr val="accent2">
                  <a:alpha val="75000"/>
                </a:schemeClr>
              </a:solidFill>
              <a:prstDash val="lgDash"/>
              <a:round/>
            </a:ln>
          </p:spPr>
          <p:txBody>
            <a:bodyPr rtlCol="0" anchor="ctr"/>
            <a:lstStyle/>
            <a:p>
              <a:endParaRPr lang="en-US"/>
            </a:p>
          </p:txBody>
        </p:sp>
        <p:sp>
          <p:nvSpPr>
            <p:cNvPr id="261" name="Freeform: Shape 260">
              <a:extLst>
                <a:ext uri="{FF2B5EF4-FFF2-40B4-BE49-F238E27FC236}">
                  <a16:creationId xmlns:a16="http://schemas.microsoft.com/office/drawing/2014/main" id="{F5CBEC6B-EDB6-40B8-8771-E5AF41B8D69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73129" y="1912731"/>
              <a:ext cx="597294" cy="2543540"/>
            </a:xfrm>
            <a:custGeom>
              <a:avLst/>
              <a:gdLst>
                <a:gd name="connsiteX0" fmla="*/ 16478 w 597294"/>
                <a:gd name="connsiteY0" fmla="*/ 2079 h 2543540"/>
                <a:gd name="connsiteX1" fmla="*/ 299847 w 597294"/>
                <a:gd name="connsiteY1" fmla="*/ 53991 h 2543540"/>
                <a:gd name="connsiteX2" fmla="*/ 503206 w 597294"/>
                <a:gd name="connsiteY2" fmla="*/ 291354 h 2543540"/>
                <a:gd name="connsiteX3" fmla="*/ 525113 w 597294"/>
                <a:gd name="connsiteY3" fmla="*/ 724265 h 2543540"/>
                <a:gd name="connsiteX4" fmla="*/ 578930 w 597294"/>
                <a:gd name="connsiteY4" fmla="*/ 1117267 h 2543540"/>
                <a:gd name="connsiteX5" fmla="*/ 592931 w 597294"/>
                <a:gd name="connsiteY5" fmla="*/ 1476359 h 2543540"/>
                <a:gd name="connsiteX6" fmla="*/ 503206 w 597294"/>
                <a:gd name="connsiteY6" fmla="*/ 1859359 h 2543540"/>
                <a:gd name="connsiteX7" fmla="*/ 291846 w 597294"/>
                <a:gd name="connsiteY7" fmla="*/ 2250361 h 2543540"/>
                <a:gd name="connsiteX8" fmla="*/ 0 w 597294"/>
                <a:gd name="connsiteY8" fmla="*/ 2543540 h 25435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7294" h="2543540">
                  <a:moveTo>
                    <a:pt x="16478" y="2079"/>
                  </a:moveTo>
                  <a:cubicBezTo>
                    <a:pt x="101441" y="-6684"/>
                    <a:pt x="224885" y="12557"/>
                    <a:pt x="299847" y="53991"/>
                  </a:cubicBezTo>
                  <a:cubicBezTo>
                    <a:pt x="394240" y="106092"/>
                    <a:pt x="468440" y="189341"/>
                    <a:pt x="503206" y="291354"/>
                  </a:cubicBezTo>
                  <a:cubicBezTo>
                    <a:pt x="550069" y="429085"/>
                    <a:pt x="520827" y="577770"/>
                    <a:pt x="525113" y="724265"/>
                  </a:cubicBezTo>
                  <a:cubicBezTo>
                    <a:pt x="529019" y="856472"/>
                    <a:pt x="561118" y="986012"/>
                    <a:pt x="578930" y="1117267"/>
                  </a:cubicBezTo>
                  <a:cubicBezTo>
                    <a:pt x="595122" y="1236234"/>
                    <a:pt x="602742" y="1356630"/>
                    <a:pt x="592931" y="1476359"/>
                  </a:cubicBezTo>
                  <a:cubicBezTo>
                    <a:pt x="582073" y="1607709"/>
                    <a:pt x="549783" y="1736011"/>
                    <a:pt x="503206" y="1859359"/>
                  </a:cubicBezTo>
                  <a:cubicBezTo>
                    <a:pt x="450628" y="1998710"/>
                    <a:pt x="383857" y="2133298"/>
                    <a:pt x="291846" y="2250361"/>
                  </a:cubicBezTo>
                  <a:cubicBezTo>
                    <a:pt x="231553" y="2327132"/>
                    <a:pt x="73819" y="2479532"/>
                    <a:pt x="0" y="2543540"/>
                  </a:cubicBezTo>
                </a:path>
              </a:pathLst>
            </a:custGeom>
            <a:noFill/>
            <a:ln w="9525" cap="rnd">
              <a:solidFill>
                <a:schemeClr val="accent2">
                  <a:alpha val="75000"/>
                </a:schemeClr>
              </a:solidFill>
              <a:prstDash val="lgDash"/>
              <a:round/>
            </a:ln>
          </p:spPr>
          <p:txBody>
            <a:bodyPr rtlCol="0" anchor="ctr"/>
            <a:lstStyle/>
            <a:p>
              <a:endParaRPr lang="en-US"/>
            </a:p>
          </p:txBody>
        </p:sp>
        <p:sp>
          <p:nvSpPr>
            <p:cNvPr id="262" name="Freeform: Shape 261">
              <a:extLst>
                <a:ext uri="{FF2B5EF4-FFF2-40B4-BE49-F238E27FC236}">
                  <a16:creationId xmlns:a16="http://schemas.microsoft.com/office/drawing/2014/main" id="{91BD0EE8-AA47-4044-9251-9F5A4B8201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91417" y="2227197"/>
              <a:ext cx="389425" cy="2011236"/>
            </a:xfrm>
            <a:custGeom>
              <a:avLst/>
              <a:gdLst>
                <a:gd name="connsiteX0" fmla="*/ 0 w 389425"/>
                <a:gd name="connsiteY0" fmla="*/ 33 h 2011236"/>
                <a:gd name="connsiteX1" fmla="*/ 171260 w 389425"/>
                <a:gd name="connsiteY1" fmla="*/ 60326 h 2011236"/>
                <a:gd name="connsiteX2" fmla="*/ 211455 w 389425"/>
                <a:gd name="connsiteY2" fmla="*/ 221204 h 2011236"/>
                <a:gd name="connsiteX3" fmla="*/ 243078 w 389425"/>
                <a:gd name="connsiteY3" fmla="*/ 448089 h 2011236"/>
                <a:gd name="connsiteX4" fmla="*/ 346424 w 389425"/>
                <a:gd name="connsiteY4" fmla="*/ 789941 h 2011236"/>
                <a:gd name="connsiteX5" fmla="*/ 372237 w 389425"/>
                <a:gd name="connsiteY5" fmla="*/ 942151 h 2011236"/>
                <a:gd name="connsiteX6" fmla="*/ 386620 w 389425"/>
                <a:gd name="connsiteY6" fmla="*/ 1272478 h 2011236"/>
                <a:gd name="connsiteX7" fmla="*/ 280416 w 389425"/>
                <a:gd name="connsiteY7" fmla="*/ 1660241 h 2011236"/>
                <a:gd name="connsiteX8" fmla="*/ 151257 w 389425"/>
                <a:gd name="connsiteY8" fmla="*/ 1844073 h 2011236"/>
                <a:gd name="connsiteX9" fmla="*/ 1905 w 389425"/>
                <a:gd name="connsiteY9" fmla="*/ 2011237 h 2011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9425" h="2011236">
                  <a:moveTo>
                    <a:pt x="0" y="33"/>
                  </a:moveTo>
                  <a:cubicBezTo>
                    <a:pt x="57912" y="-824"/>
                    <a:pt x="136112" y="14892"/>
                    <a:pt x="171260" y="60326"/>
                  </a:cubicBezTo>
                  <a:cubicBezTo>
                    <a:pt x="205645" y="104903"/>
                    <a:pt x="207740" y="164244"/>
                    <a:pt x="211455" y="221204"/>
                  </a:cubicBezTo>
                  <a:cubicBezTo>
                    <a:pt x="216408" y="297594"/>
                    <a:pt x="225838" y="373604"/>
                    <a:pt x="243078" y="448089"/>
                  </a:cubicBezTo>
                  <a:cubicBezTo>
                    <a:pt x="269939" y="564199"/>
                    <a:pt x="319183" y="673927"/>
                    <a:pt x="346424" y="789941"/>
                  </a:cubicBezTo>
                  <a:cubicBezTo>
                    <a:pt x="358235" y="840043"/>
                    <a:pt x="365951" y="891097"/>
                    <a:pt x="372237" y="942151"/>
                  </a:cubicBezTo>
                  <a:cubicBezTo>
                    <a:pt x="385858" y="1051784"/>
                    <a:pt x="394049" y="1162274"/>
                    <a:pt x="386620" y="1272478"/>
                  </a:cubicBezTo>
                  <a:cubicBezTo>
                    <a:pt x="377476" y="1407828"/>
                    <a:pt x="344996" y="1541178"/>
                    <a:pt x="280416" y="1660241"/>
                  </a:cubicBezTo>
                  <a:cubicBezTo>
                    <a:pt x="244602" y="1726249"/>
                    <a:pt x="199358" y="1786352"/>
                    <a:pt x="151257" y="1844073"/>
                  </a:cubicBezTo>
                  <a:cubicBezTo>
                    <a:pt x="79534" y="1930084"/>
                    <a:pt x="89345" y="1941419"/>
                    <a:pt x="1905" y="2011237"/>
                  </a:cubicBezTo>
                </a:path>
              </a:pathLst>
            </a:custGeom>
            <a:noFill/>
            <a:ln w="9525" cap="rnd">
              <a:solidFill>
                <a:schemeClr val="accent2">
                  <a:alpha val="75000"/>
                </a:schemeClr>
              </a:solidFill>
              <a:prstDash val="lgDash"/>
              <a:round/>
            </a:ln>
          </p:spPr>
          <p:txBody>
            <a:bodyPr rtlCol="0" anchor="ctr"/>
            <a:lstStyle/>
            <a:p>
              <a:endParaRPr lang="en-US"/>
            </a:p>
          </p:txBody>
        </p:sp>
      </p:grpSp>
      <p:grpSp>
        <p:nvGrpSpPr>
          <p:cNvPr id="348" name="Graphic 157">
            <a:extLst>
              <a:ext uri="{FF2B5EF4-FFF2-40B4-BE49-F238E27FC236}">
                <a16:creationId xmlns:a16="http://schemas.microsoft.com/office/drawing/2014/main" id="{C3279E8D-2BAA-4CB1-834B-09FADD54DE5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610600" y="3276600"/>
            <a:ext cx="3529260" cy="3581398"/>
            <a:chOff x="4114800" y="1423987"/>
            <a:chExt cx="3961542" cy="4007547"/>
          </a:xfrm>
          <a:noFill/>
        </p:grpSpPr>
        <p:sp>
          <p:nvSpPr>
            <p:cNvPr id="265" name="Freeform: Shape 264">
              <a:extLst>
                <a:ext uri="{FF2B5EF4-FFF2-40B4-BE49-F238E27FC236}">
                  <a16:creationId xmlns:a16="http://schemas.microsoft.com/office/drawing/2014/main" id="{3456F18E-4F61-486D-9CD6-65B30372C5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14800" y="1423987"/>
              <a:ext cx="3946874" cy="3989641"/>
            </a:xfrm>
            <a:custGeom>
              <a:avLst/>
              <a:gdLst>
                <a:gd name="connsiteX0" fmla="*/ 0 w 3946874"/>
                <a:gd name="connsiteY0" fmla="*/ 3989641 h 3989641"/>
                <a:gd name="connsiteX1" fmla="*/ 79439 w 3946874"/>
                <a:gd name="connsiteY1" fmla="*/ 3891153 h 3989641"/>
                <a:gd name="connsiteX2" fmla="*/ 297371 w 3946874"/>
                <a:gd name="connsiteY2" fmla="*/ 3626930 h 3989641"/>
                <a:gd name="connsiteX3" fmla="*/ 454343 w 3946874"/>
                <a:gd name="connsiteY3" fmla="*/ 3440335 h 3989641"/>
                <a:gd name="connsiteX4" fmla="*/ 622363 w 3946874"/>
                <a:gd name="connsiteY4" fmla="*/ 3290697 h 3989641"/>
                <a:gd name="connsiteX5" fmla="*/ 927068 w 3946874"/>
                <a:gd name="connsiteY5" fmla="*/ 3087434 h 3989641"/>
                <a:gd name="connsiteX6" fmla="*/ 1176338 w 3946874"/>
                <a:gd name="connsiteY6" fmla="*/ 2915603 h 3989641"/>
                <a:gd name="connsiteX7" fmla="*/ 1394270 w 3946874"/>
                <a:gd name="connsiteY7" fmla="*/ 2780729 h 3989641"/>
                <a:gd name="connsiteX8" fmla="*/ 1601057 w 3946874"/>
                <a:gd name="connsiteY8" fmla="*/ 2723483 h 3989641"/>
                <a:gd name="connsiteX9" fmla="*/ 1756220 w 3946874"/>
                <a:gd name="connsiteY9" fmla="*/ 2743772 h 3989641"/>
                <a:gd name="connsiteX10" fmla="*/ 1889189 w 3946874"/>
                <a:gd name="connsiteY10" fmla="*/ 2765965 h 3989641"/>
                <a:gd name="connsiteX11" fmla="*/ 2007394 w 3946874"/>
                <a:gd name="connsiteY11" fmla="*/ 2765965 h 3989641"/>
                <a:gd name="connsiteX12" fmla="*/ 2184654 w 3946874"/>
                <a:gd name="connsiteY12" fmla="*/ 2671763 h 3989641"/>
                <a:gd name="connsiteX13" fmla="*/ 2372773 w 3946874"/>
                <a:gd name="connsiteY13" fmla="*/ 2538984 h 3989641"/>
                <a:gd name="connsiteX14" fmla="*/ 2439543 w 3946874"/>
                <a:gd name="connsiteY14" fmla="*/ 2510504 h 3989641"/>
                <a:gd name="connsiteX15" fmla="*/ 2650617 w 3946874"/>
                <a:gd name="connsiteY15" fmla="*/ 2434781 h 3989641"/>
                <a:gd name="connsiteX16" fmla="*/ 2785110 w 3946874"/>
                <a:gd name="connsiteY16" fmla="*/ 2383060 h 3989641"/>
                <a:gd name="connsiteX17" fmla="*/ 2897315 w 3946874"/>
                <a:gd name="connsiteY17" fmla="*/ 2318861 h 3989641"/>
                <a:gd name="connsiteX18" fmla="*/ 2997994 w 3946874"/>
                <a:gd name="connsiteY18" fmla="*/ 2226183 h 3989641"/>
                <a:gd name="connsiteX19" fmla="*/ 3061240 w 3946874"/>
                <a:gd name="connsiteY19" fmla="*/ 2141506 h 3989641"/>
                <a:gd name="connsiteX20" fmla="*/ 3152108 w 3946874"/>
                <a:gd name="connsiteY20" fmla="*/ 2005203 h 3989641"/>
                <a:gd name="connsiteX21" fmla="*/ 3274124 w 3946874"/>
                <a:gd name="connsiteY21" fmla="*/ 1871567 h 3989641"/>
                <a:gd name="connsiteX22" fmla="*/ 3388138 w 3946874"/>
                <a:gd name="connsiteY22" fmla="*/ 1770888 h 3989641"/>
                <a:gd name="connsiteX23" fmla="*/ 3466529 w 3946874"/>
                <a:gd name="connsiteY23" fmla="*/ 1679162 h 3989641"/>
                <a:gd name="connsiteX24" fmla="*/ 3538633 w 3946874"/>
                <a:gd name="connsiteY24" fmla="*/ 1551718 h 3989641"/>
                <a:gd name="connsiteX25" fmla="*/ 3588544 w 3946874"/>
                <a:gd name="connsiteY25" fmla="*/ 1376172 h 3989641"/>
                <a:gd name="connsiteX26" fmla="*/ 3597402 w 3946874"/>
                <a:gd name="connsiteY26" fmla="*/ 1293305 h 3989641"/>
                <a:gd name="connsiteX27" fmla="*/ 3721227 w 3946874"/>
                <a:gd name="connsiteY27" fmla="*/ 880491 h 3989641"/>
                <a:gd name="connsiteX28" fmla="*/ 3761137 w 3946874"/>
                <a:gd name="connsiteY28" fmla="*/ 463677 h 3989641"/>
                <a:gd name="connsiteX29" fmla="*/ 3946874 w 3946874"/>
                <a:gd name="connsiteY29" fmla="*/ 0 h 3989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3946874" h="3989641">
                  <a:moveTo>
                    <a:pt x="0" y="3989641"/>
                  </a:moveTo>
                  <a:cubicBezTo>
                    <a:pt x="19050" y="3957257"/>
                    <a:pt x="50959" y="3916013"/>
                    <a:pt x="79439" y="3891153"/>
                  </a:cubicBezTo>
                  <a:cubicBezTo>
                    <a:pt x="165544" y="3815906"/>
                    <a:pt x="227933" y="3717989"/>
                    <a:pt x="297371" y="3626930"/>
                  </a:cubicBezTo>
                  <a:cubicBezTo>
                    <a:pt x="346615" y="3562255"/>
                    <a:pt x="398050" y="3499009"/>
                    <a:pt x="454343" y="3440335"/>
                  </a:cubicBezTo>
                  <a:cubicBezTo>
                    <a:pt x="506349" y="3386042"/>
                    <a:pt x="562642" y="3336227"/>
                    <a:pt x="622363" y="3290697"/>
                  </a:cubicBezTo>
                  <a:cubicBezTo>
                    <a:pt x="719519" y="3216688"/>
                    <a:pt x="824960" y="3154585"/>
                    <a:pt x="927068" y="3087434"/>
                  </a:cubicBezTo>
                  <a:cubicBezTo>
                    <a:pt x="1011365" y="3031998"/>
                    <a:pt x="1093565" y="2973324"/>
                    <a:pt x="1176338" y="2915603"/>
                  </a:cubicBezTo>
                  <a:cubicBezTo>
                    <a:pt x="1246537" y="2866644"/>
                    <a:pt x="1317308" y="2818066"/>
                    <a:pt x="1394270" y="2780729"/>
                  </a:cubicBezTo>
                  <a:cubicBezTo>
                    <a:pt x="1459421" y="2749106"/>
                    <a:pt x="1528763" y="2724436"/>
                    <a:pt x="1601057" y="2723483"/>
                  </a:cubicBezTo>
                  <a:cubicBezTo>
                    <a:pt x="1653350" y="2722721"/>
                    <a:pt x="1704785" y="2733485"/>
                    <a:pt x="1756220" y="2743772"/>
                  </a:cubicBezTo>
                  <a:cubicBezTo>
                    <a:pt x="1800320" y="2752630"/>
                    <a:pt x="1844612" y="2760250"/>
                    <a:pt x="1889189" y="2765965"/>
                  </a:cubicBezTo>
                  <a:cubicBezTo>
                    <a:pt x="1928622" y="2771013"/>
                    <a:pt x="1968437" y="2773299"/>
                    <a:pt x="2007394" y="2765965"/>
                  </a:cubicBezTo>
                  <a:cubicBezTo>
                    <a:pt x="2073878" y="2753487"/>
                    <a:pt x="2130647" y="2712911"/>
                    <a:pt x="2184654" y="2671763"/>
                  </a:cubicBezTo>
                  <a:cubicBezTo>
                    <a:pt x="2245900" y="2625090"/>
                    <a:pt x="2304002" y="2573465"/>
                    <a:pt x="2372773" y="2538984"/>
                  </a:cubicBezTo>
                  <a:cubicBezTo>
                    <a:pt x="2394395" y="2528126"/>
                    <a:pt x="2416874" y="2518982"/>
                    <a:pt x="2439543" y="2510504"/>
                  </a:cubicBezTo>
                  <a:cubicBezTo>
                    <a:pt x="2509552" y="2484215"/>
                    <a:pt x="2580037" y="2459450"/>
                    <a:pt x="2650617" y="2434781"/>
                  </a:cubicBezTo>
                  <a:cubicBezTo>
                    <a:pt x="2695956" y="2418874"/>
                    <a:pt x="2741295" y="2402872"/>
                    <a:pt x="2785110" y="2383060"/>
                  </a:cubicBezTo>
                  <a:cubicBezTo>
                    <a:pt x="2824448" y="2365248"/>
                    <a:pt x="2862358" y="2344198"/>
                    <a:pt x="2897315" y="2318861"/>
                  </a:cubicBezTo>
                  <a:cubicBezTo>
                    <a:pt x="2934367" y="2292096"/>
                    <a:pt x="2968085" y="2260854"/>
                    <a:pt x="2997994" y="2226183"/>
                  </a:cubicBezTo>
                  <a:cubicBezTo>
                    <a:pt x="3020949" y="2199513"/>
                    <a:pt x="3041714" y="2170938"/>
                    <a:pt x="3061240" y="2141506"/>
                  </a:cubicBezTo>
                  <a:cubicBezTo>
                    <a:pt x="3091529" y="2095976"/>
                    <a:pt x="3119533" y="2049018"/>
                    <a:pt x="3152108" y="2005203"/>
                  </a:cubicBezTo>
                  <a:cubicBezTo>
                    <a:pt x="3188113" y="1956626"/>
                    <a:pt x="3229261" y="1912144"/>
                    <a:pt x="3274124" y="1871567"/>
                  </a:cubicBezTo>
                  <a:cubicBezTo>
                    <a:pt x="3311747" y="1837563"/>
                    <a:pt x="3351848" y="1806321"/>
                    <a:pt x="3388138" y="1770888"/>
                  </a:cubicBezTo>
                  <a:cubicBezTo>
                    <a:pt x="3416999" y="1742694"/>
                    <a:pt x="3443002" y="1711833"/>
                    <a:pt x="3466529" y="1679162"/>
                  </a:cubicBezTo>
                  <a:cubicBezTo>
                    <a:pt x="3495008" y="1639348"/>
                    <a:pt x="3519392" y="1596771"/>
                    <a:pt x="3538633" y="1551718"/>
                  </a:cubicBezTo>
                  <a:cubicBezTo>
                    <a:pt x="3562731" y="1495616"/>
                    <a:pt x="3578924" y="1436465"/>
                    <a:pt x="3588544" y="1376172"/>
                  </a:cubicBezTo>
                  <a:cubicBezTo>
                    <a:pt x="3592925" y="1348740"/>
                    <a:pt x="3595688" y="1321022"/>
                    <a:pt x="3597402" y="1293305"/>
                  </a:cubicBezTo>
                  <a:cubicBezTo>
                    <a:pt x="3605974" y="1155859"/>
                    <a:pt x="3717703" y="1018127"/>
                    <a:pt x="3721227" y="880491"/>
                  </a:cubicBezTo>
                  <a:cubicBezTo>
                    <a:pt x="3724751" y="740855"/>
                    <a:pt x="3743135" y="602171"/>
                    <a:pt x="3761137" y="463677"/>
                  </a:cubicBezTo>
                  <a:cubicBezTo>
                    <a:pt x="3776186" y="347758"/>
                    <a:pt x="3934968" y="116205"/>
                    <a:pt x="3946874" y="0"/>
                  </a:cubicBezTo>
                </a:path>
              </a:pathLst>
            </a:custGeom>
            <a:noFill/>
            <a:ln w="9525" cap="rnd">
              <a:solidFill>
                <a:schemeClr val="accent2">
                  <a:alpha val="75000"/>
                </a:schemeClr>
              </a:solidFill>
              <a:prstDash val="lgDash"/>
              <a:round/>
            </a:ln>
          </p:spPr>
          <p:txBody>
            <a:bodyPr rtlCol="0" anchor="ctr"/>
            <a:lstStyle/>
            <a:p>
              <a:endParaRPr lang="en-US"/>
            </a:p>
          </p:txBody>
        </p:sp>
        <p:sp>
          <p:nvSpPr>
            <p:cNvPr id="266" name="Freeform: Shape 265">
              <a:extLst>
                <a:ext uri="{FF2B5EF4-FFF2-40B4-BE49-F238E27FC236}">
                  <a16:creationId xmlns:a16="http://schemas.microsoft.com/office/drawing/2014/main" id="{318DDF45-08F0-46B6-A0B7-133735C94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95978" y="2441733"/>
              <a:ext cx="3665410" cy="2985611"/>
            </a:xfrm>
            <a:custGeom>
              <a:avLst/>
              <a:gdLst>
                <a:gd name="connsiteX0" fmla="*/ 0 w 3665410"/>
                <a:gd name="connsiteY0" fmla="*/ 2985611 h 2985611"/>
                <a:gd name="connsiteX1" fmla="*/ 166211 w 3665410"/>
                <a:gd name="connsiteY1" fmla="*/ 2699766 h 2985611"/>
                <a:gd name="connsiteX2" fmla="*/ 397002 w 3665410"/>
                <a:gd name="connsiteY2" fmla="*/ 2414969 h 2985611"/>
                <a:gd name="connsiteX3" fmla="*/ 620173 w 3665410"/>
                <a:gd name="connsiteY3" fmla="*/ 2237899 h 2985611"/>
                <a:gd name="connsiteX4" fmla="*/ 823341 w 3665410"/>
                <a:gd name="connsiteY4" fmla="*/ 2085499 h 2985611"/>
                <a:gd name="connsiteX5" fmla="*/ 1089565 w 3665410"/>
                <a:gd name="connsiteY5" fmla="*/ 1911477 h 2985611"/>
                <a:gd name="connsiteX6" fmla="*/ 1145000 w 3665410"/>
                <a:gd name="connsiteY6" fmla="*/ 1886807 h 2985611"/>
                <a:gd name="connsiteX7" fmla="*/ 1375791 w 3665410"/>
                <a:gd name="connsiteY7" fmla="*/ 1842135 h 2985611"/>
                <a:gd name="connsiteX8" fmla="*/ 1486567 w 3665410"/>
                <a:gd name="connsiteY8" fmla="*/ 1857566 h 2985611"/>
                <a:gd name="connsiteX9" fmla="*/ 1568101 w 3665410"/>
                <a:gd name="connsiteY9" fmla="*/ 1871377 h 2985611"/>
                <a:gd name="connsiteX10" fmla="*/ 1810607 w 3665410"/>
                <a:gd name="connsiteY10" fmla="*/ 1871377 h 2985611"/>
                <a:gd name="connsiteX11" fmla="*/ 1997964 w 3665410"/>
                <a:gd name="connsiteY11" fmla="*/ 1790605 h 2985611"/>
                <a:gd name="connsiteX12" fmla="*/ 2109883 w 3665410"/>
                <a:gd name="connsiteY12" fmla="*/ 1702784 h 2985611"/>
                <a:gd name="connsiteX13" fmla="*/ 2321433 w 3665410"/>
                <a:gd name="connsiteY13" fmla="*/ 1552384 h 2985611"/>
                <a:gd name="connsiteX14" fmla="*/ 2558891 w 3665410"/>
                <a:gd name="connsiteY14" fmla="*/ 1453420 h 2985611"/>
                <a:gd name="connsiteX15" fmla="*/ 2709767 w 3665410"/>
                <a:gd name="connsiteY15" fmla="*/ 1377887 h 2985611"/>
                <a:gd name="connsiteX16" fmla="*/ 2885408 w 3665410"/>
                <a:gd name="connsiteY16" fmla="*/ 1237393 h 2985611"/>
                <a:gd name="connsiteX17" fmla="*/ 3017711 w 3665410"/>
                <a:gd name="connsiteY17" fmla="*/ 1072229 h 2985611"/>
                <a:gd name="connsiteX18" fmla="*/ 3150680 w 3665410"/>
                <a:gd name="connsiteY18" fmla="*/ 921830 h 2985611"/>
                <a:gd name="connsiteX19" fmla="*/ 3255169 w 3665410"/>
                <a:gd name="connsiteY19" fmla="*/ 801815 h 2985611"/>
                <a:gd name="connsiteX20" fmla="*/ 3339275 w 3665410"/>
                <a:gd name="connsiteY20" fmla="*/ 694182 h 2985611"/>
                <a:gd name="connsiteX21" fmla="*/ 3409188 w 3665410"/>
                <a:gd name="connsiteY21" fmla="*/ 546926 h 2985611"/>
                <a:gd name="connsiteX22" fmla="*/ 3464243 w 3665410"/>
                <a:gd name="connsiteY22" fmla="*/ 347663 h 2985611"/>
                <a:gd name="connsiteX23" fmla="*/ 3665411 w 3665410"/>
                <a:gd name="connsiteY23" fmla="*/ 0 h 2985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665410" h="2985611">
                  <a:moveTo>
                    <a:pt x="0" y="2985611"/>
                  </a:moveTo>
                  <a:cubicBezTo>
                    <a:pt x="0" y="2985611"/>
                    <a:pt x="86773" y="2802827"/>
                    <a:pt x="166211" y="2699766"/>
                  </a:cubicBezTo>
                  <a:cubicBezTo>
                    <a:pt x="240983" y="2602706"/>
                    <a:pt x="309182" y="2500122"/>
                    <a:pt x="397002" y="2414969"/>
                  </a:cubicBezTo>
                  <a:cubicBezTo>
                    <a:pt x="465296" y="2348865"/>
                    <a:pt x="543592" y="2294477"/>
                    <a:pt x="620173" y="2237899"/>
                  </a:cubicBezTo>
                  <a:cubicBezTo>
                    <a:pt x="688277" y="2187607"/>
                    <a:pt x="755333" y="2135886"/>
                    <a:pt x="823341" y="2085499"/>
                  </a:cubicBezTo>
                  <a:cubicBezTo>
                    <a:pt x="908685" y="2022253"/>
                    <a:pt x="994791" y="1959197"/>
                    <a:pt x="1089565" y="1911477"/>
                  </a:cubicBezTo>
                  <a:cubicBezTo>
                    <a:pt x="1107662" y="1902428"/>
                    <a:pt x="1126141" y="1894141"/>
                    <a:pt x="1145000" y="1886807"/>
                  </a:cubicBezTo>
                  <a:cubicBezTo>
                    <a:pt x="1218819" y="1858232"/>
                    <a:pt x="1296924" y="1838611"/>
                    <a:pt x="1375791" y="1842135"/>
                  </a:cubicBezTo>
                  <a:cubicBezTo>
                    <a:pt x="1413129" y="1843754"/>
                    <a:pt x="1449896" y="1850422"/>
                    <a:pt x="1486567" y="1857566"/>
                  </a:cubicBezTo>
                  <a:cubicBezTo>
                    <a:pt x="1513618" y="1862804"/>
                    <a:pt x="1540859" y="1867376"/>
                    <a:pt x="1568101" y="1871377"/>
                  </a:cubicBezTo>
                  <a:cubicBezTo>
                    <a:pt x="1648778" y="1883188"/>
                    <a:pt x="1730978" y="1887665"/>
                    <a:pt x="1810607" y="1871377"/>
                  </a:cubicBezTo>
                  <a:cubicBezTo>
                    <a:pt x="1877854" y="1857661"/>
                    <a:pt x="1941100" y="1829086"/>
                    <a:pt x="1997964" y="1790605"/>
                  </a:cubicBezTo>
                  <a:cubicBezTo>
                    <a:pt x="2037302" y="1764030"/>
                    <a:pt x="2073497" y="1733264"/>
                    <a:pt x="2109883" y="1702784"/>
                  </a:cubicBezTo>
                  <a:cubicBezTo>
                    <a:pt x="2176367" y="1647063"/>
                    <a:pt x="2244852" y="1593151"/>
                    <a:pt x="2321433" y="1552384"/>
                  </a:cubicBezTo>
                  <a:cubicBezTo>
                    <a:pt x="2397157" y="1512094"/>
                    <a:pt x="2479548" y="1486281"/>
                    <a:pt x="2558891" y="1453420"/>
                  </a:cubicBezTo>
                  <a:cubicBezTo>
                    <a:pt x="2610898" y="1431798"/>
                    <a:pt x="2661571" y="1407033"/>
                    <a:pt x="2709767" y="1377887"/>
                  </a:cubicBezTo>
                  <a:cubicBezTo>
                    <a:pt x="2774252" y="1338929"/>
                    <a:pt x="2834069" y="1292447"/>
                    <a:pt x="2885408" y="1237393"/>
                  </a:cubicBezTo>
                  <a:cubicBezTo>
                    <a:pt x="2933605" y="1185767"/>
                    <a:pt x="2973324" y="1127093"/>
                    <a:pt x="3017711" y="1072229"/>
                  </a:cubicBezTo>
                  <a:cubicBezTo>
                    <a:pt x="3059811" y="1020223"/>
                    <a:pt x="3105912" y="971645"/>
                    <a:pt x="3150680" y="921830"/>
                  </a:cubicBezTo>
                  <a:cubicBezTo>
                    <a:pt x="3186113" y="882396"/>
                    <a:pt x="3220593" y="842010"/>
                    <a:pt x="3255169" y="801815"/>
                  </a:cubicBezTo>
                  <a:cubicBezTo>
                    <a:pt x="3284887" y="767239"/>
                    <a:pt x="3314605" y="732473"/>
                    <a:pt x="3339275" y="694182"/>
                  </a:cubicBezTo>
                  <a:cubicBezTo>
                    <a:pt x="3368707" y="648367"/>
                    <a:pt x="3390138" y="597980"/>
                    <a:pt x="3409188" y="546926"/>
                  </a:cubicBezTo>
                  <a:cubicBezTo>
                    <a:pt x="3433382" y="482156"/>
                    <a:pt x="3453384" y="415861"/>
                    <a:pt x="3464243" y="347663"/>
                  </a:cubicBezTo>
                  <a:cubicBezTo>
                    <a:pt x="3476244" y="272224"/>
                    <a:pt x="3661696" y="76295"/>
                    <a:pt x="3665411" y="0"/>
                  </a:cubicBezTo>
                </a:path>
              </a:pathLst>
            </a:custGeom>
            <a:noFill/>
            <a:ln w="9525" cap="rnd">
              <a:solidFill>
                <a:schemeClr val="accent2">
                  <a:alpha val="75000"/>
                </a:schemeClr>
              </a:solidFill>
              <a:prstDash val="lgDash"/>
              <a:round/>
            </a:ln>
          </p:spPr>
          <p:txBody>
            <a:bodyPr rtlCol="0" anchor="ctr"/>
            <a:lstStyle/>
            <a:p>
              <a:endParaRPr lang="en-US"/>
            </a:p>
          </p:txBody>
        </p:sp>
        <p:sp>
          <p:nvSpPr>
            <p:cNvPr id="267" name="Freeform: Shape 266">
              <a:extLst>
                <a:ext uri="{FF2B5EF4-FFF2-40B4-BE49-F238E27FC236}">
                  <a16:creationId xmlns:a16="http://schemas.microsoft.com/office/drawing/2014/main" id="{B9D0CC0F-710D-43F4-BC86-7637674201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90402" y="5229700"/>
              <a:ext cx="285940" cy="199072"/>
            </a:xfrm>
            <a:custGeom>
              <a:avLst/>
              <a:gdLst>
                <a:gd name="connsiteX0" fmla="*/ 0 w 285940"/>
                <a:gd name="connsiteY0" fmla="*/ 199073 h 199072"/>
                <a:gd name="connsiteX1" fmla="*/ 285940 w 285940"/>
                <a:gd name="connsiteY1" fmla="*/ 0 h 199072"/>
              </a:gdLst>
              <a:ahLst/>
              <a:cxnLst>
                <a:cxn ang="0">
                  <a:pos x="connsiteX0" y="connsiteY0"/>
                </a:cxn>
                <a:cxn ang="0">
                  <a:pos x="connsiteX1" y="connsiteY1"/>
                </a:cxn>
              </a:cxnLst>
              <a:rect l="l" t="t" r="r" b="b"/>
              <a:pathLst>
                <a:path w="285940" h="199072">
                  <a:moveTo>
                    <a:pt x="0" y="199073"/>
                  </a:moveTo>
                  <a:cubicBezTo>
                    <a:pt x="0" y="199073"/>
                    <a:pt x="242125" y="39243"/>
                    <a:pt x="285940" y="0"/>
                  </a:cubicBezTo>
                </a:path>
              </a:pathLst>
            </a:custGeom>
            <a:noFill/>
            <a:ln w="9525" cap="rnd">
              <a:solidFill>
                <a:schemeClr val="accent2">
                  <a:alpha val="75000"/>
                </a:schemeClr>
              </a:solidFill>
              <a:prstDash val="lgDash"/>
              <a:round/>
            </a:ln>
          </p:spPr>
          <p:txBody>
            <a:bodyPr rtlCol="0" anchor="ctr"/>
            <a:lstStyle/>
            <a:p>
              <a:endParaRPr lang="en-US"/>
            </a:p>
          </p:txBody>
        </p:sp>
        <p:sp>
          <p:nvSpPr>
            <p:cNvPr id="268" name="Freeform: Shape 267">
              <a:extLst>
                <a:ext uri="{FF2B5EF4-FFF2-40B4-BE49-F238E27FC236}">
                  <a16:creationId xmlns:a16="http://schemas.microsoft.com/office/drawing/2014/main" id="{6FB36AB6-CB81-495A-8A33-C0BCE67D6F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393114" y="5049773"/>
              <a:ext cx="655796" cy="381190"/>
            </a:xfrm>
            <a:custGeom>
              <a:avLst/>
              <a:gdLst>
                <a:gd name="connsiteX0" fmla="*/ 0 w 655796"/>
                <a:gd name="connsiteY0" fmla="*/ 381190 h 381190"/>
                <a:gd name="connsiteX1" fmla="*/ 655796 w 655796"/>
                <a:gd name="connsiteY1" fmla="*/ 0 h 381190"/>
              </a:gdLst>
              <a:ahLst/>
              <a:cxnLst>
                <a:cxn ang="0">
                  <a:pos x="connsiteX0" y="connsiteY0"/>
                </a:cxn>
                <a:cxn ang="0">
                  <a:pos x="connsiteX1" y="connsiteY1"/>
                </a:cxn>
              </a:cxnLst>
              <a:rect l="l" t="t" r="r" b="b"/>
              <a:pathLst>
                <a:path w="655796" h="381190">
                  <a:moveTo>
                    <a:pt x="0" y="381190"/>
                  </a:moveTo>
                  <a:cubicBezTo>
                    <a:pt x="0" y="381190"/>
                    <a:pt x="461105" y="172117"/>
                    <a:pt x="655796" y="0"/>
                  </a:cubicBezTo>
                </a:path>
              </a:pathLst>
            </a:custGeom>
            <a:noFill/>
            <a:ln w="9525" cap="rnd">
              <a:solidFill>
                <a:schemeClr val="accent2">
                  <a:alpha val="75000"/>
                </a:schemeClr>
              </a:solidFill>
              <a:prstDash val="lgDash"/>
              <a:round/>
            </a:ln>
          </p:spPr>
          <p:txBody>
            <a:bodyPr rtlCol="0" anchor="ctr"/>
            <a:lstStyle/>
            <a:p>
              <a:endParaRPr lang="en-US"/>
            </a:p>
          </p:txBody>
        </p:sp>
        <p:sp>
          <p:nvSpPr>
            <p:cNvPr id="269" name="Freeform: Shape 268">
              <a:extLst>
                <a:ext uri="{FF2B5EF4-FFF2-40B4-BE49-F238E27FC236}">
                  <a16:creationId xmlns:a16="http://schemas.microsoft.com/office/drawing/2014/main" id="{1993F7E6-ABF6-482D-BEA5-B4E607DDB4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154072" y="3867816"/>
              <a:ext cx="2907315" cy="1544764"/>
            </a:xfrm>
            <a:custGeom>
              <a:avLst/>
              <a:gdLst>
                <a:gd name="connsiteX0" fmla="*/ 0 w 2907315"/>
                <a:gd name="connsiteY0" fmla="*/ 1544764 h 1544764"/>
                <a:gd name="connsiteX1" fmla="*/ 201644 w 2907315"/>
                <a:gd name="connsiteY1" fmla="*/ 1352550 h 1544764"/>
                <a:gd name="connsiteX2" fmla="*/ 423196 w 2907315"/>
                <a:gd name="connsiteY2" fmla="*/ 1196054 h 1544764"/>
                <a:gd name="connsiteX3" fmla="*/ 782193 w 2907315"/>
                <a:gd name="connsiteY3" fmla="*/ 1099947 h 1544764"/>
                <a:gd name="connsiteX4" fmla="*/ 1052513 w 2907315"/>
                <a:gd name="connsiteY4" fmla="*/ 1042321 h 1544764"/>
                <a:gd name="connsiteX5" fmla="*/ 1311783 w 2907315"/>
                <a:gd name="connsiteY5" fmla="*/ 1056037 h 1544764"/>
                <a:gd name="connsiteX6" fmla="*/ 1484662 w 2907315"/>
                <a:gd name="connsiteY6" fmla="*/ 1083469 h 1544764"/>
                <a:gd name="connsiteX7" fmla="*/ 1788224 w 2907315"/>
                <a:gd name="connsiteY7" fmla="*/ 1023080 h 1544764"/>
                <a:gd name="connsiteX8" fmla="*/ 2269045 w 2907315"/>
                <a:gd name="connsiteY8" fmla="*/ 734758 h 1544764"/>
                <a:gd name="connsiteX9" fmla="*/ 2534984 w 2907315"/>
                <a:gd name="connsiteY9" fmla="*/ 572738 h 1544764"/>
                <a:gd name="connsiteX10" fmla="*/ 2907316 w 2907315"/>
                <a:gd name="connsiteY10" fmla="*/ 0 h 1544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907315" h="1544764">
                  <a:moveTo>
                    <a:pt x="0" y="1544764"/>
                  </a:moveTo>
                  <a:cubicBezTo>
                    <a:pt x="0" y="1544764"/>
                    <a:pt x="98012" y="1443990"/>
                    <a:pt x="201644" y="1352550"/>
                  </a:cubicBezTo>
                  <a:cubicBezTo>
                    <a:pt x="271272" y="1291209"/>
                    <a:pt x="343662" y="1234249"/>
                    <a:pt x="423196" y="1196054"/>
                  </a:cubicBezTo>
                  <a:cubicBezTo>
                    <a:pt x="537591" y="1141095"/>
                    <a:pt x="661226" y="1127189"/>
                    <a:pt x="782193" y="1099947"/>
                  </a:cubicBezTo>
                  <a:cubicBezTo>
                    <a:pt x="872300" y="1079659"/>
                    <a:pt x="961358" y="1051370"/>
                    <a:pt x="1052513" y="1042321"/>
                  </a:cubicBezTo>
                  <a:cubicBezTo>
                    <a:pt x="1139000" y="1033653"/>
                    <a:pt x="1225868" y="1040321"/>
                    <a:pt x="1311783" y="1056037"/>
                  </a:cubicBezTo>
                  <a:cubicBezTo>
                    <a:pt x="1369314" y="1066609"/>
                    <a:pt x="1426559" y="1079373"/>
                    <a:pt x="1484662" y="1083469"/>
                  </a:cubicBezTo>
                  <a:cubicBezTo>
                    <a:pt x="1587913" y="1090803"/>
                    <a:pt x="1690402" y="1064800"/>
                    <a:pt x="1788224" y="1023080"/>
                  </a:cubicBezTo>
                  <a:cubicBezTo>
                    <a:pt x="1956721" y="951262"/>
                    <a:pt x="2106549" y="825722"/>
                    <a:pt x="2269045" y="734758"/>
                  </a:cubicBezTo>
                  <a:cubicBezTo>
                    <a:pt x="2359438" y="684181"/>
                    <a:pt x="2452497" y="640556"/>
                    <a:pt x="2534984" y="572738"/>
                  </a:cubicBezTo>
                  <a:cubicBezTo>
                    <a:pt x="2673001" y="459391"/>
                    <a:pt x="2847023" y="191453"/>
                    <a:pt x="2907316" y="0"/>
                  </a:cubicBezTo>
                </a:path>
              </a:pathLst>
            </a:custGeom>
            <a:noFill/>
            <a:ln w="9525" cap="rnd">
              <a:solidFill>
                <a:schemeClr val="accent2">
                  <a:alpha val="75000"/>
                </a:schemeClr>
              </a:solidFill>
              <a:prstDash val="lgDash"/>
              <a:round/>
            </a:ln>
          </p:spPr>
          <p:txBody>
            <a:bodyPr rtlCol="0" anchor="ctr"/>
            <a:lstStyle/>
            <a:p>
              <a:endParaRPr lang="en-US"/>
            </a:p>
          </p:txBody>
        </p:sp>
        <p:sp>
          <p:nvSpPr>
            <p:cNvPr id="270" name="Freeform: Shape 269">
              <a:extLst>
                <a:ext uri="{FF2B5EF4-FFF2-40B4-BE49-F238E27FC236}">
                  <a16:creationId xmlns:a16="http://schemas.microsoft.com/office/drawing/2014/main" id="{DCA0B097-C21A-40B4-95E4-2FFA9697F8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07946" y="3479100"/>
              <a:ext cx="3168300" cy="1952434"/>
            </a:xfrm>
            <a:custGeom>
              <a:avLst/>
              <a:gdLst>
                <a:gd name="connsiteX0" fmla="*/ 0 w 3168300"/>
                <a:gd name="connsiteY0" fmla="*/ 1952435 h 1952434"/>
                <a:gd name="connsiteX1" fmla="*/ 202121 w 3168300"/>
                <a:gd name="connsiteY1" fmla="*/ 1687068 h 1952434"/>
                <a:gd name="connsiteX2" fmla="*/ 545116 w 3168300"/>
                <a:gd name="connsiteY2" fmla="*/ 1450277 h 1952434"/>
                <a:gd name="connsiteX3" fmla="*/ 906780 w 3168300"/>
                <a:gd name="connsiteY3" fmla="*/ 1354455 h 1952434"/>
                <a:gd name="connsiteX4" fmla="*/ 1332262 w 3168300"/>
                <a:gd name="connsiteY4" fmla="*/ 1285304 h 1952434"/>
                <a:gd name="connsiteX5" fmla="*/ 1691259 w 3168300"/>
                <a:gd name="connsiteY5" fmla="*/ 1240060 h 1952434"/>
                <a:gd name="connsiteX6" fmla="*/ 2010346 w 3168300"/>
                <a:gd name="connsiteY6" fmla="*/ 1141667 h 1952434"/>
                <a:gd name="connsiteX7" fmla="*/ 2393252 w 3168300"/>
                <a:gd name="connsiteY7" fmla="*/ 1027271 h 1952434"/>
                <a:gd name="connsiteX8" fmla="*/ 2582037 w 3168300"/>
                <a:gd name="connsiteY8" fmla="*/ 958120 h 1952434"/>
                <a:gd name="connsiteX9" fmla="*/ 2760155 w 3168300"/>
                <a:gd name="connsiteY9" fmla="*/ 827723 h 1952434"/>
                <a:gd name="connsiteX10" fmla="*/ 2914364 w 3168300"/>
                <a:gd name="connsiteY10" fmla="*/ 567023 h 1952434"/>
                <a:gd name="connsiteX11" fmla="*/ 3168301 w 3168300"/>
                <a:gd name="connsiteY11" fmla="*/ 0 h 1952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68300" h="1952434">
                  <a:moveTo>
                    <a:pt x="0" y="1952435"/>
                  </a:moveTo>
                  <a:cubicBezTo>
                    <a:pt x="0" y="1952435"/>
                    <a:pt x="91059" y="1796415"/>
                    <a:pt x="202121" y="1687068"/>
                  </a:cubicBezTo>
                  <a:cubicBezTo>
                    <a:pt x="301943" y="1588675"/>
                    <a:pt x="416528" y="1505617"/>
                    <a:pt x="545116" y="1450277"/>
                  </a:cubicBezTo>
                  <a:cubicBezTo>
                    <a:pt x="659987" y="1400747"/>
                    <a:pt x="783622" y="1377601"/>
                    <a:pt x="906780" y="1354455"/>
                  </a:cubicBezTo>
                  <a:cubicBezTo>
                    <a:pt x="1048036" y="1327976"/>
                    <a:pt x="1189482" y="1301972"/>
                    <a:pt x="1332262" y="1285304"/>
                  </a:cubicBezTo>
                  <a:cubicBezTo>
                    <a:pt x="1452182" y="1271302"/>
                    <a:pt x="1573340" y="1265873"/>
                    <a:pt x="1691259" y="1240060"/>
                  </a:cubicBezTo>
                  <a:cubicBezTo>
                    <a:pt x="1800035" y="1216247"/>
                    <a:pt x="1904619" y="1176718"/>
                    <a:pt x="2010346" y="1141667"/>
                  </a:cubicBezTo>
                  <a:cubicBezTo>
                    <a:pt x="2136743" y="1099661"/>
                    <a:pt x="2265902" y="1066229"/>
                    <a:pt x="2393252" y="1027271"/>
                  </a:cubicBezTo>
                  <a:cubicBezTo>
                    <a:pt x="2457450" y="1007650"/>
                    <a:pt x="2521744" y="987552"/>
                    <a:pt x="2582037" y="958120"/>
                  </a:cubicBezTo>
                  <a:cubicBezTo>
                    <a:pt x="2648807" y="925449"/>
                    <a:pt x="2710815" y="883349"/>
                    <a:pt x="2760155" y="827723"/>
                  </a:cubicBezTo>
                  <a:cubicBezTo>
                    <a:pt x="2827496" y="751904"/>
                    <a:pt x="2867978" y="657511"/>
                    <a:pt x="2914364" y="567023"/>
                  </a:cubicBezTo>
                  <a:cubicBezTo>
                    <a:pt x="2972753" y="453200"/>
                    <a:pt x="3119152" y="118015"/>
                    <a:pt x="3168301" y="0"/>
                  </a:cubicBezTo>
                </a:path>
              </a:pathLst>
            </a:custGeom>
            <a:noFill/>
            <a:ln w="9525" cap="rnd">
              <a:solidFill>
                <a:schemeClr val="accent2">
                  <a:alpha val="75000"/>
                </a:schemeClr>
              </a:solidFill>
              <a:prstDash val="lgDash"/>
              <a:round/>
            </a:ln>
          </p:spPr>
          <p:txBody>
            <a:bodyPr rtlCol="0" anchor="ctr"/>
            <a:lstStyle/>
            <a:p>
              <a:endParaRPr lang="en-US"/>
            </a:p>
          </p:txBody>
        </p:sp>
        <p:sp>
          <p:nvSpPr>
            <p:cNvPr id="271" name="Freeform: Shape 270">
              <a:extLst>
                <a:ext uri="{FF2B5EF4-FFF2-40B4-BE49-F238E27FC236}">
                  <a16:creationId xmlns:a16="http://schemas.microsoft.com/office/drawing/2014/main" id="{AB2AF0F5-7EAA-4BAB-8DE2-D84E124170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04778" y="2976752"/>
              <a:ext cx="3356800" cy="2452020"/>
            </a:xfrm>
            <a:custGeom>
              <a:avLst/>
              <a:gdLst>
                <a:gd name="connsiteX0" fmla="*/ 0 w 3356800"/>
                <a:gd name="connsiteY0" fmla="*/ 2452021 h 2452020"/>
                <a:gd name="connsiteX1" fmla="*/ 130874 w 3356800"/>
                <a:gd name="connsiteY1" fmla="*/ 2247710 h 2452020"/>
                <a:gd name="connsiteX2" fmla="*/ 437197 w 3356800"/>
                <a:gd name="connsiteY2" fmla="*/ 1941195 h 2452020"/>
                <a:gd name="connsiteX3" fmla="*/ 737140 w 3356800"/>
                <a:gd name="connsiteY3" fmla="*/ 1736884 h 2452020"/>
                <a:gd name="connsiteX4" fmla="*/ 1031843 w 3356800"/>
                <a:gd name="connsiteY4" fmla="*/ 1685068 h 2452020"/>
                <a:gd name="connsiteX5" fmla="*/ 1287304 w 3356800"/>
                <a:gd name="connsiteY5" fmla="*/ 1655826 h 2452020"/>
                <a:gd name="connsiteX6" fmla="*/ 1471994 w 3356800"/>
                <a:gd name="connsiteY6" fmla="*/ 1634300 h 2452020"/>
                <a:gd name="connsiteX7" fmla="*/ 1898237 w 3356800"/>
                <a:gd name="connsiteY7" fmla="*/ 1512665 h 2452020"/>
                <a:gd name="connsiteX8" fmla="*/ 2229136 w 3356800"/>
                <a:gd name="connsiteY8" fmla="*/ 1355598 h 2452020"/>
                <a:gd name="connsiteX9" fmla="*/ 2512314 w 3356800"/>
                <a:gd name="connsiteY9" fmla="*/ 1238631 h 2452020"/>
                <a:gd name="connsiteX10" fmla="*/ 2758535 w 3356800"/>
                <a:gd name="connsiteY10" fmla="*/ 1096994 h 2452020"/>
                <a:gd name="connsiteX11" fmla="*/ 2935510 w 3356800"/>
                <a:gd name="connsiteY11" fmla="*/ 919925 h 2452020"/>
                <a:gd name="connsiteX12" fmla="*/ 3081719 w 3356800"/>
                <a:gd name="connsiteY12" fmla="*/ 687419 h 2452020"/>
                <a:gd name="connsiteX13" fmla="*/ 3356800 w 3356800"/>
                <a:gd name="connsiteY13" fmla="*/ 0 h 245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56800" h="2452020">
                  <a:moveTo>
                    <a:pt x="0" y="2452021"/>
                  </a:moveTo>
                  <a:cubicBezTo>
                    <a:pt x="0" y="2452021"/>
                    <a:pt x="57150" y="2344198"/>
                    <a:pt x="130874" y="2247710"/>
                  </a:cubicBezTo>
                  <a:cubicBezTo>
                    <a:pt x="218694" y="2132648"/>
                    <a:pt x="328136" y="2036635"/>
                    <a:pt x="437197" y="1941195"/>
                  </a:cubicBezTo>
                  <a:cubicBezTo>
                    <a:pt x="529304" y="1860709"/>
                    <a:pt x="623030" y="1779556"/>
                    <a:pt x="737140" y="1736884"/>
                  </a:cubicBezTo>
                  <a:cubicBezTo>
                    <a:pt x="830866" y="1701736"/>
                    <a:pt x="932021" y="1695450"/>
                    <a:pt x="1031843" y="1685068"/>
                  </a:cubicBezTo>
                  <a:cubicBezTo>
                    <a:pt x="1117092" y="1676210"/>
                    <a:pt x="1202055" y="1665160"/>
                    <a:pt x="1287304" y="1655826"/>
                  </a:cubicBezTo>
                  <a:cubicBezTo>
                    <a:pt x="1348931" y="1649063"/>
                    <a:pt x="1410653" y="1643539"/>
                    <a:pt x="1471994" y="1634300"/>
                  </a:cubicBezTo>
                  <a:cubicBezTo>
                    <a:pt x="1618679" y="1612011"/>
                    <a:pt x="1761935" y="1571149"/>
                    <a:pt x="1898237" y="1512665"/>
                  </a:cubicBezTo>
                  <a:cubicBezTo>
                    <a:pt x="2010442" y="1464564"/>
                    <a:pt x="2117503" y="1405128"/>
                    <a:pt x="2229136" y="1355598"/>
                  </a:cubicBezTo>
                  <a:cubicBezTo>
                    <a:pt x="2322481" y="1314164"/>
                    <a:pt x="2418969" y="1280160"/>
                    <a:pt x="2512314" y="1238631"/>
                  </a:cubicBezTo>
                  <a:cubicBezTo>
                    <a:pt x="2599087" y="1199960"/>
                    <a:pt x="2683193" y="1154811"/>
                    <a:pt x="2758535" y="1096994"/>
                  </a:cubicBezTo>
                  <a:cubicBezTo>
                    <a:pt x="2825020" y="1046035"/>
                    <a:pt x="2883789" y="985837"/>
                    <a:pt x="2935510" y="919925"/>
                  </a:cubicBezTo>
                  <a:cubicBezTo>
                    <a:pt x="2992184" y="847725"/>
                    <a:pt x="3039904" y="769144"/>
                    <a:pt x="3081719" y="687419"/>
                  </a:cubicBezTo>
                  <a:cubicBezTo>
                    <a:pt x="3138297" y="576739"/>
                    <a:pt x="3314129" y="116776"/>
                    <a:pt x="3356800" y="0"/>
                  </a:cubicBezTo>
                </a:path>
              </a:pathLst>
            </a:custGeom>
            <a:noFill/>
            <a:ln w="9525" cap="rnd">
              <a:solidFill>
                <a:schemeClr val="accent2">
                  <a:alpha val="75000"/>
                </a:schemeClr>
              </a:solidFill>
              <a:prstDash val="lgDash"/>
              <a:round/>
            </a:ln>
          </p:spPr>
          <p:txBody>
            <a:bodyPr rtlCol="0" anchor="ctr"/>
            <a:lstStyle/>
            <a:p>
              <a:endParaRPr lang="en-US"/>
            </a:p>
          </p:txBody>
        </p:sp>
      </p:grpSp>
      <p:sp useBgFill="1">
        <p:nvSpPr>
          <p:cNvPr id="349" name="Rectangle 348">
            <a:extLst>
              <a:ext uri="{FF2B5EF4-FFF2-40B4-BE49-F238E27FC236}">
                <a16:creationId xmlns:a16="http://schemas.microsoft.com/office/drawing/2014/main" id="{F1174801-1395-44C5-9B00-CCAC45C056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65000"/>
                  <a:lumOff val="35000"/>
                </a:schemeClr>
              </a:solidFill>
              <a:latin typeface="AvenirNext LT Pro Medium" panose="020B0504020202020204" pitchFamily="34" charset="0"/>
            </a:endParaRPr>
          </a:p>
        </p:txBody>
      </p:sp>
      <p:sp>
        <p:nvSpPr>
          <p:cNvPr id="350" name="Rectangle 349">
            <a:extLst>
              <a:ext uri="{FF2B5EF4-FFF2-40B4-BE49-F238E27FC236}">
                <a16:creationId xmlns:a16="http://schemas.microsoft.com/office/drawing/2014/main" id="{996DFAFB-BCE1-4BEC-82FB-D574234DEF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65000"/>
                  <a:lumOff val="35000"/>
                </a:schemeClr>
              </a:solidFill>
              <a:latin typeface="AvenirNext LT Pro Medium" panose="020B0504020202020204" pitchFamily="34" charset="0"/>
            </a:endParaRPr>
          </a:p>
        </p:txBody>
      </p:sp>
      <p:grpSp>
        <p:nvGrpSpPr>
          <p:cNvPr id="351" name="Top left">
            <a:extLst>
              <a:ext uri="{FF2B5EF4-FFF2-40B4-BE49-F238E27FC236}">
                <a16:creationId xmlns:a16="http://schemas.microsoft.com/office/drawing/2014/main" id="{7FC895C9-79FE-43E8-A87E-8304DA93A87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849" y="-3086"/>
            <a:ext cx="2198951" cy="3349518"/>
            <a:chOff x="10849" y="-3086"/>
            <a:chExt cx="2198951" cy="3349518"/>
          </a:xfrm>
        </p:grpSpPr>
        <p:sp>
          <p:nvSpPr>
            <p:cNvPr id="278" name="Freeform: Shape 277">
              <a:extLst>
                <a:ext uri="{FF2B5EF4-FFF2-40B4-BE49-F238E27FC236}">
                  <a16:creationId xmlns:a16="http://schemas.microsoft.com/office/drawing/2014/main" id="{DA48B0F7-6177-4959-B9D2-0B7BBCA286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692844" y="-3086"/>
              <a:ext cx="1326111" cy="59760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tx1">
                    <a:lumMod val="65000"/>
                    <a:lumOff val="35000"/>
                  </a:schemeClr>
                </a:solidFill>
                <a:latin typeface="AvenirNext LT Pro Medium" panose="020B0504020202020204" pitchFamily="34" charset="0"/>
              </a:endParaRPr>
            </a:p>
          </p:txBody>
        </p:sp>
        <p:sp>
          <p:nvSpPr>
            <p:cNvPr id="279" name="Freeform: Shape 278">
              <a:extLst>
                <a:ext uri="{FF2B5EF4-FFF2-40B4-BE49-F238E27FC236}">
                  <a16:creationId xmlns:a16="http://schemas.microsoft.com/office/drawing/2014/main" id="{BF2618BA-01AD-4567-8871-EFBCF54C2BB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394" y="15241"/>
              <a:ext cx="2190406" cy="3331191"/>
            </a:xfrm>
            <a:custGeom>
              <a:avLst/>
              <a:gdLst>
                <a:gd name="connsiteX0" fmla="*/ 0 w 3296088"/>
                <a:gd name="connsiteY0" fmla="*/ 5012722 h 5012722"/>
                <a:gd name="connsiteX1" fmla="*/ 244031 w 3296088"/>
                <a:gd name="connsiteY1" fmla="*/ 4820222 h 5012722"/>
                <a:gd name="connsiteX2" fmla="*/ 729234 w 3296088"/>
                <a:gd name="connsiteY2" fmla="*/ 4360641 h 5012722"/>
                <a:gd name="connsiteX3" fmla="*/ 881444 w 3296088"/>
                <a:gd name="connsiteY3" fmla="*/ 4173950 h 5012722"/>
                <a:gd name="connsiteX4" fmla="*/ 1151287 w 3296088"/>
                <a:gd name="connsiteY4" fmla="*/ 3972877 h 5012722"/>
                <a:gd name="connsiteX5" fmla="*/ 1498664 w 3296088"/>
                <a:gd name="connsiteY5" fmla="*/ 3786188 h 5012722"/>
                <a:gd name="connsiteX6" fmla="*/ 1716881 w 3296088"/>
                <a:gd name="connsiteY6" fmla="*/ 3674174 h 5012722"/>
                <a:gd name="connsiteX7" fmla="*/ 1913573 w 3296088"/>
                <a:gd name="connsiteY7" fmla="*/ 3477387 h 5012722"/>
                <a:gd name="connsiteX8" fmla="*/ 2167700 w 3296088"/>
                <a:gd name="connsiteY8" fmla="*/ 3042190 h 5012722"/>
                <a:gd name="connsiteX9" fmla="*/ 2273903 w 3296088"/>
                <a:gd name="connsiteY9" fmla="*/ 2775014 h 5012722"/>
                <a:gd name="connsiteX10" fmla="*/ 2463356 w 3296088"/>
                <a:gd name="connsiteY10" fmla="*/ 2335530 h 5012722"/>
                <a:gd name="connsiteX11" fmla="*/ 2741866 w 3296088"/>
                <a:gd name="connsiteY11" fmla="*/ 1982248 h 5012722"/>
                <a:gd name="connsiteX12" fmla="*/ 2985897 w 3296088"/>
                <a:gd name="connsiteY12" fmla="*/ 1634681 h 5012722"/>
                <a:gd name="connsiteX13" fmla="*/ 3212687 w 3296088"/>
                <a:gd name="connsiteY13" fmla="*/ 1226820 h 5012722"/>
                <a:gd name="connsiteX14" fmla="*/ 3281553 w 3296088"/>
                <a:gd name="connsiteY14" fmla="*/ 959644 h 5012722"/>
                <a:gd name="connsiteX15" fmla="*/ 3295936 w 3296088"/>
                <a:gd name="connsiteY15" fmla="*/ 701135 h 5012722"/>
                <a:gd name="connsiteX16" fmla="*/ 3267266 w 3296088"/>
                <a:gd name="connsiteY16" fmla="*/ 436817 h 5012722"/>
                <a:gd name="connsiteX17" fmla="*/ 3105341 w 3296088"/>
                <a:gd name="connsiteY17" fmla="*/ 0 h 501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296088" h="5012722">
                  <a:moveTo>
                    <a:pt x="0" y="5012722"/>
                  </a:moveTo>
                  <a:cubicBezTo>
                    <a:pt x="81820" y="4949095"/>
                    <a:pt x="163544" y="4885468"/>
                    <a:pt x="244031" y="4820222"/>
                  </a:cubicBezTo>
                  <a:cubicBezTo>
                    <a:pt x="417671" y="4679633"/>
                    <a:pt x="589883" y="4535139"/>
                    <a:pt x="729234" y="4360641"/>
                  </a:cubicBezTo>
                  <a:cubicBezTo>
                    <a:pt x="779431" y="4297776"/>
                    <a:pt x="825818" y="4231958"/>
                    <a:pt x="881444" y="4173950"/>
                  </a:cubicBezTo>
                  <a:cubicBezTo>
                    <a:pt x="959358" y="4092607"/>
                    <a:pt x="1054799" y="4031075"/>
                    <a:pt x="1151287" y="3972877"/>
                  </a:cubicBezTo>
                  <a:cubicBezTo>
                    <a:pt x="1263968" y="3904964"/>
                    <a:pt x="1379315" y="3841337"/>
                    <a:pt x="1498664" y="3786188"/>
                  </a:cubicBezTo>
                  <a:cubicBezTo>
                    <a:pt x="1573149" y="3751802"/>
                    <a:pt x="1649159" y="3720179"/>
                    <a:pt x="1716881" y="3674174"/>
                  </a:cubicBezTo>
                  <a:cubicBezTo>
                    <a:pt x="1794034" y="3621691"/>
                    <a:pt x="1856708" y="3551492"/>
                    <a:pt x="1913573" y="3477387"/>
                  </a:cubicBezTo>
                  <a:cubicBezTo>
                    <a:pt x="2016157" y="3343751"/>
                    <a:pt x="2099024" y="3196114"/>
                    <a:pt x="2167700" y="3042190"/>
                  </a:cubicBezTo>
                  <a:cubicBezTo>
                    <a:pt x="2206752" y="2954655"/>
                    <a:pt x="2241233" y="2865215"/>
                    <a:pt x="2273903" y="2775014"/>
                  </a:cubicBezTo>
                  <a:cubicBezTo>
                    <a:pt x="2328482" y="2624423"/>
                    <a:pt x="2379440" y="2471642"/>
                    <a:pt x="2463356" y="2335530"/>
                  </a:cubicBezTo>
                  <a:cubicBezTo>
                    <a:pt x="2542127" y="2207705"/>
                    <a:pt x="2647855" y="2099501"/>
                    <a:pt x="2741866" y="1982248"/>
                  </a:cubicBezTo>
                  <a:cubicBezTo>
                    <a:pt x="2830449" y="1871758"/>
                    <a:pt x="2908554" y="1753362"/>
                    <a:pt x="2985897" y="1634681"/>
                  </a:cubicBezTo>
                  <a:cubicBezTo>
                    <a:pt x="3071146" y="1503902"/>
                    <a:pt x="3156395" y="1372172"/>
                    <a:pt x="3212687" y="1226820"/>
                  </a:cubicBezTo>
                  <a:cubicBezTo>
                    <a:pt x="3246025" y="1140809"/>
                    <a:pt x="3268790" y="1051084"/>
                    <a:pt x="3281553" y="959644"/>
                  </a:cubicBezTo>
                  <a:cubicBezTo>
                    <a:pt x="3293555" y="874014"/>
                    <a:pt x="3296888" y="787527"/>
                    <a:pt x="3295936" y="701135"/>
                  </a:cubicBezTo>
                  <a:cubicBezTo>
                    <a:pt x="3294888" y="612172"/>
                    <a:pt x="3289268" y="523018"/>
                    <a:pt x="3267266" y="436817"/>
                  </a:cubicBezTo>
                  <a:cubicBezTo>
                    <a:pt x="3227832" y="282416"/>
                    <a:pt x="3105341" y="0"/>
                    <a:pt x="3105341" y="0"/>
                  </a:cubicBezTo>
                </a:path>
              </a:pathLst>
            </a:custGeom>
            <a:noFill/>
            <a:ln w="9525" cap="rnd">
              <a:solidFill>
                <a:schemeClr val="accent2">
                  <a:alpha val="50000"/>
                </a:schemeClr>
              </a:solidFill>
              <a:prstDash val="lgDash"/>
              <a:round/>
            </a:ln>
          </p:spPr>
          <p:txBody>
            <a:bodyPr rtlCol="0" anchor="ctr"/>
            <a:lstStyle/>
            <a:p>
              <a:endParaRPr lang="en-US"/>
            </a:p>
          </p:txBody>
        </p:sp>
        <p:sp>
          <p:nvSpPr>
            <p:cNvPr id="280" name="Freeform: Shape 279">
              <a:extLst>
                <a:ext uri="{FF2B5EF4-FFF2-40B4-BE49-F238E27FC236}">
                  <a16:creationId xmlns:a16="http://schemas.microsoft.com/office/drawing/2014/main" id="{6727EC15-A8F2-4063-98D1-8B828AD9C2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978674" cy="3074959"/>
            </a:xfrm>
            <a:custGeom>
              <a:avLst/>
              <a:gdLst>
                <a:gd name="connsiteX0" fmla="*/ 0 w 2977477"/>
                <a:gd name="connsiteY0" fmla="*/ 4627150 h 4627149"/>
                <a:gd name="connsiteX1" fmla="*/ 275082 w 2977477"/>
                <a:gd name="connsiteY1" fmla="*/ 4341590 h 4627149"/>
                <a:gd name="connsiteX2" fmla="*/ 502825 w 2977477"/>
                <a:gd name="connsiteY2" fmla="*/ 4054126 h 4627149"/>
                <a:gd name="connsiteX3" fmla="*/ 666179 w 2977477"/>
                <a:gd name="connsiteY3" fmla="*/ 3890677 h 4627149"/>
                <a:gd name="connsiteX4" fmla="*/ 864203 w 2977477"/>
                <a:gd name="connsiteY4" fmla="*/ 3675983 h 4627149"/>
                <a:gd name="connsiteX5" fmla="*/ 982599 w 2977477"/>
                <a:gd name="connsiteY5" fmla="*/ 3557492 h 4627149"/>
                <a:gd name="connsiteX6" fmla="*/ 1188244 w 2977477"/>
                <a:gd name="connsiteY6" fmla="*/ 3329654 h 4627149"/>
                <a:gd name="connsiteX7" fmla="*/ 1344740 w 2977477"/>
                <a:gd name="connsiteY7" fmla="*/ 3146774 h 4627149"/>
                <a:gd name="connsiteX8" fmla="*/ 1470755 w 2977477"/>
                <a:gd name="connsiteY8" fmla="*/ 2984659 h 4627149"/>
                <a:gd name="connsiteX9" fmla="*/ 1657636 w 2977477"/>
                <a:gd name="connsiteY9" fmla="*/ 2670239 h 4627149"/>
                <a:gd name="connsiteX10" fmla="*/ 1762887 w 2977477"/>
                <a:gd name="connsiteY10" fmla="*/ 2473547 h 4627149"/>
                <a:gd name="connsiteX11" fmla="*/ 1866710 w 2977477"/>
                <a:gd name="connsiteY11" fmla="*/ 2290667 h 4627149"/>
                <a:gd name="connsiteX12" fmla="*/ 2106263 w 2977477"/>
                <a:gd name="connsiteY12" fmla="*/ 2030254 h 4627149"/>
                <a:gd name="connsiteX13" fmla="*/ 2277237 w 2977477"/>
                <a:gd name="connsiteY13" fmla="*/ 1859185 h 4627149"/>
                <a:gd name="connsiteX14" fmla="*/ 2499455 w 2977477"/>
                <a:gd name="connsiteY14" fmla="*/ 1656207 h 4627149"/>
                <a:gd name="connsiteX15" fmla="*/ 2707100 w 2977477"/>
                <a:gd name="connsiteY15" fmla="*/ 1390269 h 4627149"/>
                <a:gd name="connsiteX16" fmla="*/ 2812352 w 2977477"/>
                <a:gd name="connsiteY16" fmla="*/ 1230916 h 4627149"/>
                <a:gd name="connsiteX17" fmla="*/ 2898172 w 2977477"/>
                <a:gd name="connsiteY17" fmla="*/ 1036987 h 4627149"/>
                <a:gd name="connsiteX18" fmla="*/ 2963228 w 2977477"/>
                <a:gd name="connsiteY18" fmla="*/ 850011 h 4627149"/>
                <a:gd name="connsiteX19" fmla="*/ 2977325 w 2977477"/>
                <a:gd name="connsiteY19" fmla="*/ 745427 h 4627149"/>
                <a:gd name="connsiteX20" fmla="*/ 2929509 w 2977477"/>
                <a:gd name="connsiteY20" fmla="*/ 480155 h 4627149"/>
                <a:gd name="connsiteX21" fmla="*/ 2563082 w 2977477"/>
                <a:gd name="connsiteY21" fmla="*/ 0 h 4627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77477" h="4627149">
                  <a:moveTo>
                    <a:pt x="0" y="4627150"/>
                  </a:moveTo>
                  <a:cubicBezTo>
                    <a:pt x="79820" y="4552283"/>
                    <a:pt x="203835" y="4424648"/>
                    <a:pt x="275082" y="4341590"/>
                  </a:cubicBezTo>
                  <a:cubicBezTo>
                    <a:pt x="354711" y="4248722"/>
                    <a:pt x="421005" y="4145090"/>
                    <a:pt x="502825" y="4054126"/>
                  </a:cubicBezTo>
                  <a:cubicBezTo>
                    <a:pt x="554355" y="3996881"/>
                    <a:pt x="612362" y="3945827"/>
                    <a:pt x="666179" y="3890677"/>
                  </a:cubicBezTo>
                  <a:cubicBezTo>
                    <a:pt x="734187" y="3821049"/>
                    <a:pt x="796671" y="3746183"/>
                    <a:pt x="864203" y="3675983"/>
                  </a:cubicBezTo>
                  <a:cubicBezTo>
                    <a:pt x="902875" y="3635788"/>
                    <a:pt x="943642" y="3597593"/>
                    <a:pt x="982599" y="3557492"/>
                  </a:cubicBezTo>
                  <a:cubicBezTo>
                    <a:pt x="1053941" y="3484150"/>
                    <a:pt x="1121378" y="3407093"/>
                    <a:pt x="1188244" y="3329654"/>
                  </a:cubicBezTo>
                  <a:cubicBezTo>
                    <a:pt x="1240631" y="3268885"/>
                    <a:pt x="1293495" y="3208496"/>
                    <a:pt x="1344740" y="3146774"/>
                  </a:cubicBezTo>
                  <a:cubicBezTo>
                    <a:pt x="1388459" y="3094101"/>
                    <a:pt x="1431512" y="3040761"/>
                    <a:pt x="1470755" y="2984659"/>
                  </a:cubicBezTo>
                  <a:cubicBezTo>
                    <a:pt x="1540764" y="2884646"/>
                    <a:pt x="1598771" y="2777109"/>
                    <a:pt x="1657636" y="2670239"/>
                  </a:cubicBezTo>
                  <a:cubicBezTo>
                    <a:pt x="1693545" y="2605088"/>
                    <a:pt x="1728502" y="2539460"/>
                    <a:pt x="1762887" y="2473547"/>
                  </a:cubicBezTo>
                  <a:cubicBezTo>
                    <a:pt x="1795367" y="2411349"/>
                    <a:pt x="1826419" y="2348103"/>
                    <a:pt x="1866710" y="2290667"/>
                  </a:cubicBezTo>
                  <a:cubicBezTo>
                    <a:pt x="1934623" y="2193893"/>
                    <a:pt x="2022729" y="2114169"/>
                    <a:pt x="2106263" y="2030254"/>
                  </a:cubicBezTo>
                  <a:cubicBezTo>
                    <a:pt x="2163128" y="1973104"/>
                    <a:pt x="2218182" y="1914049"/>
                    <a:pt x="2277237" y="1859185"/>
                  </a:cubicBezTo>
                  <a:cubicBezTo>
                    <a:pt x="2350770" y="1790891"/>
                    <a:pt x="2430304" y="1728978"/>
                    <a:pt x="2499455" y="1656207"/>
                  </a:cubicBezTo>
                  <a:cubicBezTo>
                    <a:pt x="2576989" y="1574578"/>
                    <a:pt x="2641568" y="1481900"/>
                    <a:pt x="2707100" y="1390269"/>
                  </a:cubicBezTo>
                  <a:cubicBezTo>
                    <a:pt x="2744153" y="1338453"/>
                    <a:pt x="2781586" y="1286732"/>
                    <a:pt x="2812352" y="1230916"/>
                  </a:cubicBezTo>
                  <a:cubicBezTo>
                    <a:pt x="2846546" y="1168908"/>
                    <a:pt x="2872550" y="1102900"/>
                    <a:pt x="2898172" y="1036987"/>
                  </a:cubicBezTo>
                  <a:cubicBezTo>
                    <a:pt x="2922175" y="975455"/>
                    <a:pt x="2948273" y="914305"/>
                    <a:pt x="2963228" y="850011"/>
                  </a:cubicBezTo>
                  <a:cubicBezTo>
                    <a:pt x="2971229" y="815626"/>
                    <a:pt x="2976563" y="780764"/>
                    <a:pt x="2977325" y="745427"/>
                  </a:cubicBezTo>
                  <a:cubicBezTo>
                    <a:pt x="2979230" y="654844"/>
                    <a:pt x="2963323" y="564261"/>
                    <a:pt x="2929509" y="480155"/>
                  </a:cubicBezTo>
                  <a:cubicBezTo>
                    <a:pt x="2851309" y="285655"/>
                    <a:pt x="2563082" y="0"/>
                    <a:pt x="2563082" y="0"/>
                  </a:cubicBezTo>
                </a:path>
              </a:pathLst>
            </a:custGeom>
            <a:noFill/>
            <a:ln w="9525" cap="rnd">
              <a:solidFill>
                <a:schemeClr val="accent2">
                  <a:alpha val="50000"/>
                </a:schemeClr>
              </a:solidFill>
              <a:prstDash val="lgDash"/>
              <a:round/>
            </a:ln>
          </p:spPr>
          <p:txBody>
            <a:bodyPr rtlCol="0" anchor="ctr"/>
            <a:lstStyle/>
            <a:p>
              <a:endParaRPr lang="en-US"/>
            </a:p>
          </p:txBody>
        </p:sp>
        <p:sp>
          <p:nvSpPr>
            <p:cNvPr id="281" name="Freeform: Shape 280">
              <a:extLst>
                <a:ext uri="{FF2B5EF4-FFF2-40B4-BE49-F238E27FC236}">
                  <a16:creationId xmlns:a16="http://schemas.microsoft.com/office/drawing/2014/main" id="{93FC5443-533A-4F70-9C0C-B30B27F990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92" y="15178"/>
              <a:ext cx="1566146" cy="2737264"/>
            </a:xfrm>
            <a:custGeom>
              <a:avLst/>
              <a:gdLst>
                <a:gd name="connsiteX0" fmla="*/ 1707071 w 2356712"/>
                <a:gd name="connsiteY0" fmla="*/ 0 h 4118991"/>
                <a:gd name="connsiteX1" fmla="*/ 1824514 w 2356712"/>
                <a:gd name="connsiteY1" fmla="*/ 244697 h 4118991"/>
                <a:gd name="connsiteX2" fmla="*/ 1908715 w 2356712"/>
                <a:gd name="connsiteY2" fmla="*/ 328994 h 4118991"/>
                <a:gd name="connsiteX3" fmla="*/ 2226469 w 2356712"/>
                <a:gd name="connsiteY3" fmla="*/ 603695 h 4118991"/>
                <a:gd name="connsiteX4" fmla="*/ 2355628 w 2356712"/>
                <a:gd name="connsiteY4" fmla="*/ 900494 h 4118991"/>
                <a:gd name="connsiteX5" fmla="*/ 2281428 w 2356712"/>
                <a:gd name="connsiteY5" fmla="*/ 1206913 h 4118991"/>
                <a:gd name="connsiteX6" fmla="*/ 2092452 w 2356712"/>
                <a:gd name="connsiteY6" fmla="*/ 1460659 h 4118991"/>
                <a:gd name="connsiteX7" fmla="*/ 1834039 w 2356712"/>
                <a:gd name="connsiteY7" fmla="*/ 1625822 h 4118991"/>
                <a:gd name="connsiteX8" fmla="*/ 1558862 w 2356712"/>
                <a:gd name="connsiteY8" fmla="*/ 1743075 h 4118991"/>
                <a:gd name="connsiteX9" fmla="*/ 1386554 w 2356712"/>
                <a:gd name="connsiteY9" fmla="*/ 1869948 h 4118991"/>
                <a:gd name="connsiteX10" fmla="*/ 1271683 w 2356712"/>
                <a:gd name="connsiteY10" fmla="*/ 2073402 h 4118991"/>
                <a:gd name="connsiteX11" fmla="*/ 1178338 w 2356712"/>
                <a:gd name="connsiteY11" fmla="*/ 2355914 h 4118991"/>
                <a:gd name="connsiteX12" fmla="*/ 1113758 w 2356712"/>
                <a:gd name="connsiteY12" fmla="*/ 2578513 h 4118991"/>
                <a:gd name="connsiteX13" fmla="*/ 1034796 w 2356712"/>
                <a:gd name="connsiteY13" fmla="*/ 2834640 h 4118991"/>
                <a:gd name="connsiteX14" fmla="*/ 905637 w 2356712"/>
                <a:gd name="connsiteY14" fmla="*/ 3081242 h 4118991"/>
                <a:gd name="connsiteX15" fmla="*/ 793147 w 2356712"/>
                <a:gd name="connsiteY15" fmla="*/ 3258407 h 4118991"/>
                <a:gd name="connsiteX16" fmla="*/ 546735 w 2356712"/>
                <a:gd name="connsiteY16" fmla="*/ 3571970 h 4118991"/>
                <a:gd name="connsiteX17" fmla="*/ 346996 w 2356712"/>
                <a:gd name="connsiteY17" fmla="*/ 3771900 h 4118991"/>
                <a:gd name="connsiteX18" fmla="*/ 174689 w 2356712"/>
                <a:gd name="connsiteY18" fmla="*/ 3944207 h 4118991"/>
                <a:gd name="connsiteX19" fmla="*/ 0 w 2356712"/>
                <a:gd name="connsiteY19" fmla="*/ 4118991 h 4118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356712" h="4118991">
                  <a:moveTo>
                    <a:pt x="1707071" y="0"/>
                  </a:moveTo>
                  <a:cubicBezTo>
                    <a:pt x="1715357" y="22098"/>
                    <a:pt x="1812608" y="224409"/>
                    <a:pt x="1824514" y="244697"/>
                  </a:cubicBezTo>
                  <a:cubicBezTo>
                    <a:pt x="1844802" y="279273"/>
                    <a:pt x="1876996" y="304324"/>
                    <a:pt x="1908715" y="328994"/>
                  </a:cubicBezTo>
                  <a:cubicBezTo>
                    <a:pt x="2019967" y="415195"/>
                    <a:pt x="2137886" y="494633"/>
                    <a:pt x="2226469" y="603695"/>
                  </a:cubicBezTo>
                  <a:cubicBezTo>
                    <a:pt x="2296287" y="689610"/>
                    <a:pt x="2347817" y="790480"/>
                    <a:pt x="2355628" y="900494"/>
                  </a:cubicBezTo>
                  <a:cubicBezTo>
                    <a:pt x="2363248" y="1007078"/>
                    <a:pt x="2329910" y="1111187"/>
                    <a:pt x="2281428" y="1206913"/>
                  </a:cubicBezTo>
                  <a:cubicBezTo>
                    <a:pt x="2233422" y="1301877"/>
                    <a:pt x="2170938" y="1388936"/>
                    <a:pt x="2092452" y="1460659"/>
                  </a:cubicBezTo>
                  <a:cubicBezTo>
                    <a:pt x="2016538" y="1530001"/>
                    <a:pt x="1927765" y="1583436"/>
                    <a:pt x="1834039" y="1625822"/>
                  </a:cubicBezTo>
                  <a:cubicBezTo>
                    <a:pt x="1743075" y="1666970"/>
                    <a:pt x="1647730" y="1697736"/>
                    <a:pt x="1558862" y="1743075"/>
                  </a:cubicBezTo>
                  <a:cubicBezTo>
                    <a:pt x="1494758" y="1775841"/>
                    <a:pt x="1434275" y="1816132"/>
                    <a:pt x="1386554" y="1869948"/>
                  </a:cubicBezTo>
                  <a:cubicBezTo>
                    <a:pt x="1334548" y="1928622"/>
                    <a:pt x="1300544" y="2000345"/>
                    <a:pt x="1271683" y="2073402"/>
                  </a:cubicBezTo>
                  <a:cubicBezTo>
                    <a:pt x="1235202" y="2165699"/>
                    <a:pt x="1206722" y="2260759"/>
                    <a:pt x="1178338" y="2355914"/>
                  </a:cubicBezTo>
                  <a:cubicBezTo>
                    <a:pt x="1156240" y="2429923"/>
                    <a:pt x="1134237" y="2504028"/>
                    <a:pt x="1113758" y="2578513"/>
                  </a:cubicBezTo>
                  <a:cubicBezTo>
                    <a:pt x="1090041" y="2664714"/>
                    <a:pt x="1068134" y="2751678"/>
                    <a:pt x="1034796" y="2834640"/>
                  </a:cubicBezTo>
                  <a:cubicBezTo>
                    <a:pt x="1000125" y="2920841"/>
                    <a:pt x="953643" y="3001613"/>
                    <a:pt x="905637" y="3081242"/>
                  </a:cubicBezTo>
                  <a:cubicBezTo>
                    <a:pt x="869442" y="3141155"/>
                    <a:pt x="832295" y="3200400"/>
                    <a:pt x="793147" y="3258407"/>
                  </a:cubicBezTo>
                  <a:cubicBezTo>
                    <a:pt x="718661" y="3368802"/>
                    <a:pt x="637223" y="3474434"/>
                    <a:pt x="546735" y="3571970"/>
                  </a:cubicBezTo>
                  <a:cubicBezTo>
                    <a:pt x="482632" y="3641027"/>
                    <a:pt x="414147" y="3705797"/>
                    <a:pt x="346996" y="3771900"/>
                  </a:cubicBezTo>
                  <a:cubicBezTo>
                    <a:pt x="288989" y="3828764"/>
                    <a:pt x="232029" y="3886676"/>
                    <a:pt x="174689" y="3944207"/>
                  </a:cubicBezTo>
                  <a:cubicBezTo>
                    <a:pt x="116586" y="4002596"/>
                    <a:pt x="58293" y="4060698"/>
                    <a:pt x="0" y="4118991"/>
                  </a:cubicBezTo>
                </a:path>
              </a:pathLst>
            </a:custGeom>
            <a:noFill/>
            <a:ln w="9525" cap="rnd">
              <a:solidFill>
                <a:schemeClr val="accent2">
                  <a:alpha val="50000"/>
                </a:schemeClr>
              </a:solidFill>
              <a:prstDash val="lgDash"/>
              <a:round/>
            </a:ln>
          </p:spPr>
          <p:txBody>
            <a:bodyPr rtlCol="0" anchor="ctr"/>
            <a:lstStyle/>
            <a:p>
              <a:endParaRPr lang="en-US"/>
            </a:p>
          </p:txBody>
        </p:sp>
        <p:sp>
          <p:nvSpPr>
            <p:cNvPr id="282" name="Freeform: Shape 281">
              <a:extLst>
                <a:ext uri="{FF2B5EF4-FFF2-40B4-BE49-F238E27FC236}">
                  <a16:creationId xmlns:a16="http://schemas.microsoft.com/office/drawing/2014/main" id="{45AB8C4E-2DDD-4CEB-979C-61A9FAF7A4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368431" cy="2644975"/>
            </a:xfrm>
            <a:custGeom>
              <a:avLst/>
              <a:gdLst>
                <a:gd name="connsiteX0" fmla="*/ 0 w 2059193"/>
                <a:gd name="connsiteY0" fmla="*/ 3980116 h 3980116"/>
                <a:gd name="connsiteX1" fmla="*/ 471583 w 2059193"/>
                <a:gd name="connsiteY1" fmla="*/ 3515678 h 3980116"/>
                <a:gd name="connsiteX2" fmla="*/ 758666 w 2059193"/>
                <a:gd name="connsiteY2" fmla="*/ 3163824 h 3980116"/>
                <a:gd name="connsiteX3" fmla="*/ 940499 w 2059193"/>
                <a:gd name="connsiteY3" fmla="*/ 2780824 h 3980116"/>
                <a:gd name="connsiteX4" fmla="*/ 1055370 w 2059193"/>
                <a:gd name="connsiteY4" fmla="*/ 2242185 h 3980116"/>
                <a:gd name="connsiteX5" fmla="*/ 1136714 w 2059193"/>
                <a:gd name="connsiteY5" fmla="*/ 1878330 h 3980116"/>
                <a:gd name="connsiteX6" fmla="*/ 1246727 w 2059193"/>
                <a:gd name="connsiteY6" fmla="*/ 1562386 h 3980116"/>
                <a:gd name="connsiteX7" fmla="*/ 1378363 w 2059193"/>
                <a:gd name="connsiteY7" fmla="*/ 1430750 h 3980116"/>
                <a:gd name="connsiteX8" fmla="*/ 1691831 w 2059193"/>
                <a:gd name="connsiteY8" fmla="*/ 1394841 h 3980116"/>
                <a:gd name="connsiteX9" fmla="*/ 1914335 w 2059193"/>
                <a:gd name="connsiteY9" fmla="*/ 1323023 h 3980116"/>
                <a:gd name="connsiteX10" fmla="*/ 2055495 w 2059193"/>
                <a:gd name="connsiteY10" fmla="*/ 1098042 h 3980116"/>
                <a:gd name="connsiteX11" fmla="*/ 2033969 w 2059193"/>
                <a:gd name="connsiteY11" fmla="*/ 930497 h 3980116"/>
                <a:gd name="connsiteX12" fmla="*/ 1885664 w 2059193"/>
                <a:gd name="connsiteY12" fmla="*/ 760571 h 3980116"/>
                <a:gd name="connsiteX13" fmla="*/ 1636871 w 2059193"/>
                <a:gd name="connsiteY13" fmla="*/ 612172 h 3980116"/>
                <a:gd name="connsiteX14" fmla="*/ 1335405 w 2059193"/>
                <a:gd name="connsiteY14" fmla="*/ 459010 h 3980116"/>
                <a:gd name="connsiteX15" fmla="*/ 1234916 w 2059193"/>
                <a:gd name="connsiteY15" fmla="*/ 269939 h 3980116"/>
                <a:gd name="connsiteX16" fmla="*/ 1386935 w 2059193"/>
                <a:gd name="connsiteY16" fmla="*/ 0 h 39801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9193" h="3980116">
                  <a:moveTo>
                    <a:pt x="0" y="3980116"/>
                  </a:moveTo>
                  <a:cubicBezTo>
                    <a:pt x="91345" y="3889534"/>
                    <a:pt x="382715" y="3608737"/>
                    <a:pt x="471583" y="3515678"/>
                  </a:cubicBezTo>
                  <a:cubicBezTo>
                    <a:pt x="576358" y="3405949"/>
                    <a:pt x="675989" y="3290983"/>
                    <a:pt x="758666" y="3163824"/>
                  </a:cubicBezTo>
                  <a:cubicBezTo>
                    <a:pt x="836105" y="3044857"/>
                    <a:pt x="897445" y="2916079"/>
                    <a:pt x="940499" y="2780824"/>
                  </a:cubicBezTo>
                  <a:cubicBezTo>
                    <a:pt x="996315" y="2605754"/>
                    <a:pt x="1020985" y="2422874"/>
                    <a:pt x="1055370" y="2242185"/>
                  </a:cubicBezTo>
                  <a:cubicBezTo>
                    <a:pt x="1078611" y="2120075"/>
                    <a:pt x="1107472" y="1999107"/>
                    <a:pt x="1136714" y="1878330"/>
                  </a:cubicBezTo>
                  <a:cubicBezTo>
                    <a:pt x="1163098" y="1769174"/>
                    <a:pt x="1189482" y="1658588"/>
                    <a:pt x="1246727" y="1562386"/>
                  </a:cubicBezTo>
                  <a:cubicBezTo>
                    <a:pt x="1279208" y="1507808"/>
                    <a:pt x="1321689" y="1459039"/>
                    <a:pt x="1378363" y="1430750"/>
                  </a:cubicBezTo>
                  <a:cubicBezTo>
                    <a:pt x="1473327" y="1383221"/>
                    <a:pt x="1584865" y="1402652"/>
                    <a:pt x="1691831" y="1394841"/>
                  </a:cubicBezTo>
                  <a:cubicBezTo>
                    <a:pt x="1771079" y="1389031"/>
                    <a:pt x="1849279" y="1368266"/>
                    <a:pt x="1914335" y="1323023"/>
                  </a:cubicBezTo>
                  <a:cubicBezTo>
                    <a:pt x="1989963" y="1270445"/>
                    <a:pt x="2041493" y="1189101"/>
                    <a:pt x="2055495" y="1098042"/>
                  </a:cubicBezTo>
                  <a:cubicBezTo>
                    <a:pt x="2064258" y="1041178"/>
                    <a:pt x="2057591" y="982980"/>
                    <a:pt x="2033969" y="930497"/>
                  </a:cubicBezTo>
                  <a:cubicBezTo>
                    <a:pt x="2002727" y="861060"/>
                    <a:pt x="1945958" y="807625"/>
                    <a:pt x="1885664" y="760571"/>
                  </a:cubicBezTo>
                  <a:cubicBezTo>
                    <a:pt x="1809179" y="700945"/>
                    <a:pt x="1725549" y="651415"/>
                    <a:pt x="1636871" y="612172"/>
                  </a:cubicBezTo>
                  <a:cubicBezTo>
                    <a:pt x="1532763" y="566071"/>
                    <a:pt x="1421606" y="532543"/>
                    <a:pt x="1335405" y="459010"/>
                  </a:cubicBezTo>
                  <a:cubicBezTo>
                    <a:pt x="1277969" y="409956"/>
                    <a:pt x="1232059" y="344615"/>
                    <a:pt x="1234916" y="269939"/>
                  </a:cubicBezTo>
                  <a:cubicBezTo>
                    <a:pt x="1237012" y="211741"/>
                    <a:pt x="1386935" y="0"/>
                    <a:pt x="1386935" y="0"/>
                  </a:cubicBezTo>
                </a:path>
              </a:pathLst>
            </a:custGeom>
            <a:noFill/>
            <a:ln w="9525" cap="rnd">
              <a:solidFill>
                <a:schemeClr val="accent2">
                  <a:alpha val="50000"/>
                </a:schemeClr>
              </a:solidFill>
              <a:prstDash val="lgDash"/>
              <a:round/>
            </a:ln>
          </p:spPr>
          <p:txBody>
            <a:bodyPr rtlCol="0" anchor="ctr"/>
            <a:lstStyle/>
            <a:p>
              <a:endParaRPr lang="en-US"/>
            </a:p>
          </p:txBody>
        </p:sp>
        <p:sp>
          <p:nvSpPr>
            <p:cNvPr id="283" name="Freeform: Shape 282">
              <a:extLst>
                <a:ext uri="{FF2B5EF4-FFF2-40B4-BE49-F238E27FC236}">
                  <a16:creationId xmlns:a16="http://schemas.microsoft.com/office/drawing/2014/main" id="{92FC2A38-06EC-4016-92C6-B53E68CE2E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8825" y="543780"/>
              <a:ext cx="494287" cy="1905590"/>
            </a:xfrm>
            <a:custGeom>
              <a:avLst/>
              <a:gdLst>
                <a:gd name="connsiteX0" fmla="*/ 11144 w 743796"/>
                <a:gd name="connsiteY0" fmla="*/ 0 h 2867501"/>
                <a:gd name="connsiteX1" fmla="*/ 353663 w 743796"/>
                <a:gd name="connsiteY1" fmla="*/ 55245 h 2867501"/>
                <a:gd name="connsiteX2" fmla="*/ 571405 w 743796"/>
                <a:gd name="connsiteY2" fmla="*/ 179737 h 2867501"/>
                <a:gd name="connsiteX3" fmla="*/ 688658 w 743796"/>
                <a:gd name="connsiteY3" fmla="*/ 368808 h 2867501"/>
                <a:gd name="connsiteX4" fmla="*/ 731711 w 743796"/>
                <a:gd name="connsiteY4" fmla="*/ 612934 h 2867501"/>
                <a:gd name="connsiteX5" fmla="*/ 725233 w 743796"/>
                <a:gd name="connsiteY5" fmla="*/ 995648 h 2867501"/>
                <a:gd name="connsiteX6" fmla="*/ 742855 w 743796"/>
                <a:gd name="connsiteY6" fmla="*/ 1499330 h 2867501"/>
                <a:gd name="connsiteX7" fmla="*/ 707898 w 743796"/>
                <a:gd name="connsiteY7" fmla="*/ 1793081 h 2867501"/>
                <a:gd name="connsiteX8" fmla="*/ 633222 w 743796"/>
                <a:gd name="connsiteY8" fmla="*/ 2073592 h 2867501"/>
                <a:gd name="connsiteX9" fmla="*/ 404527 w 743796"/>
                <a:gd name="connsiteY9" fmla="*/ 2472404 h 2867501"/>
                <a:gd name="connsiteX10" fmla="*/ 0 w 743796"/>
                <a:gd name="connsiteY10" fmla="*/ 2867501 h 2867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3796" h="2867501">
                  <a:moveTo>
                    <a:pt x="11144" y="0"/>
                  </a:moveTo>
                  <a:cubicBezTo>
                    <a:pt x="101060" y="2953"/>
                    <a:pt x="268796" y="25146"/>
                    <a:pt x="353663" y="55245"/>
                  </a:cubicBezTo>
                  <a:cubicBezTo>
                    <a:pt x="433483" y="83534"/>
                    <a:pt x="510635" y="120967"/>
                    <a:pt x="571405" y="179737"/>
                  </a:cubicBezTo>
                  <a:cubicBezTo>
                    <a:pt x="625412" y="231934"/>
                    <a:pt x="663607" y="297942"/>
                    <a:pt x="688658" y="368808"/>
                  </a:cubicBezTo>
                  <a:cubicBezTo>
                    <a:pt x="716375" y="447103"/>
                    <a:pt x="727996" y="529876"/>
                    <a:pt x="731711" y="612934"/>
                  </a:cubicBezTo>
                  <a:cubicBezTo>
                    <a:pt x="737426" y="740474"/>
                    <a:pt x="724948" y="867918"/>
                    <a:pt x="725233" y="995648"/>
                  </a:cubicBezTo>
                  <a:cubicBezTo>
                    <a:pt x="725710" y="1163765"/>
                    <a:pt x="748665" y="1331309"/>
                    <a:pt x="742855" y="1499330"/>
                  </a:cubicBezTo>
                  <a:cubicBezTo>
                    <a:pt x="739426" y="1598009"/>
                    <a:pt x="725996" y="1696022"/>
                    <a:pt x="707898" y="1793081"/>
                  </a:cubicBezTo>
                  <a:cubicBezTo>
                    <a:pt x="690086" y="1888426"/>
                    <a:pt x="666845" y="1982724"/>
                    <a:pt x="633222" y="2073592"/>
                  </a:cubicBezTo>
                  <a:cubicBezTo>
                    <a:pt x="579692" y="2218182"/>
                    <a:pt x="499682" y="2351056"/>
                    <a:pt x="404527" y="2472404"/>
                  </a:cubicBezTo>
                  <a:cubicBezTo>
                    <a:pt x="266033" y="2648902"/>
                    <a:pt x="179642" y="2732818"/>
                    <a:pt x="0" y="2867501"/>
                  </a:cubicBezTo>
                </a:path>
              </a:pathLst>
            </a:custGeom>
            <a:noFill/>
            <a:ln w="9525" cap="rnd">
              <a:solidFill>
                <a:schemeClr val="accent2">
                  <a:alpha val="50000"/>
                </a:schemeClr>
              </a:solidFill>
              <a:prstDash val="lgDash"/>
              <a:round/>
            </a:ln>
          </p:spPr>
          <p:txBody>
            <a:bodyPr rtlCol="0" anchor="ctr"/>
            <a:lstStyle/>
            <a:p>
              <a:endParaRPr lang="en-US"/>
            </a:p>
          </p:txBody>
        </p:sp>
        <p:sp>
          <p:nvSpPr>
            <p:cNvPr id="284" name="Freeform: Shape 283">
              <a:extLst>
                <a:ext uri="{FF2B5EF4-FFF2-40B4-BE49-F238E27FC236}">
                  <a16:creationId xmlns:a16="http://schemas.microsoft.com/office/drawing/2014/main" id="{B584142E-7633-4A74-9737-E5EBFDB2DA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672286"/>
              <a:ext cx="396930" cy="1690303"/>
            </a:xfrm>
            <a:custGeom>
              <a:avLst/>
              <a:gdLst>
                <a:gd name="connsiteX0" fmla="*/ 16478 w 597294"/>
                <a:gd name="connsiteY0" fmla="*/ 2079 h 2543540"/>
                <a:gd name="connsiteX1" fmla="*/ 299847 w 597294"/>
                <a:gd name="connsiteY1" fmla="*/ 53991 h 2543540"/>
                <a:gd name="connsiteX2" fmla="*/ 503206 w 597294"/>
                <a:gd name="connsiteY2" fmla="*/ 291354 h 2543540"/>
                <a:gd name="connsiteX3" fmla="*/ 525113 w 597294"/>
                <a:gd name="connsiteY3" fmla="*/ 724265 h 2543540"/>
                <a:gd name="connsiteX4" fmla="*/ 578930 w 597294"/>
                <a:gd name="connsiteY4" fmla="*/ 1117267 h 2543540"/>
                <a:gd name="connsiteX5" fmla="*/ 592931 w 597294"/>
                <a:gd name="connsiteY5" fmla="*/ 1476359 h 2543540"/>
                <a:gd name="connsiteX6" fmla="*/ 503206 w 597294"/>
                <a:gd name="connsiteY6" fmla="*/ 1859359 h 2543540"/>
                <a:gd name="connsiteX7" fmla="*/ 291846 w 597294"/>
                <a:gd name="connsiteY7" fmla="*/ 2250361 h 2543540"/>
                <a:gd name="connsiteX8" fmla="*/ 0 w 597294"/>
                <a:gd name="connsiteY8" fmla="*/ 2543540 h 25435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7294" h="2543540">
                  <a:moveTo>
                    <a:pt x="16478" y="2079"/>
                  </a:moveTo>
                  <a:cubicBezTo>
                    <a:pt x="101441" y="-6684"/>
                    <a:pt x="224885" y="12557"/>
                    <a:pt x="299847" y="53991"/>
                  </a:cubicBezTo>
                  <a:cubicBezTo>
                    <a:pt x="394240" y="106092"/>
                    <a:pt x="468440" y="189341"/>
                    <a:pt x="503206" y="291354"/>
                  </a:cubicBezTo>
                  <a:cubicBezTo>
                    <a:pt x="550069" y="429085"/>
                    <a:pt x="520827" y="577770"/>
                    <a:pt x="525113" y="724265"/>
                  </a:cubicBezTo>
                  <a:cubicBezTo>
                    <a:pt x="529019" y="856472"/>
                    <a:pt x="561118" y="986012"/>
                    <a:pt x="578930" y="1117267"/>
                  </a:cubicBezTo>
                  <a:cubicBezTo>
                    <a:pt x="595122" y="1236234"/>
                    <a:pt x="602742" y="1356630"/>
                    <a:pt x="592931" y="1476359"/>
                  </a:cubicBezTo>
                  <a:cubicBezTo>
                    <a:pt x="582073" y="1607709"/>
                    <a:pt x="549783" y="1736011"/>
                    <a:pt x="503206" y="1859359"/>
                  </a:cubicBezTo>
                  <a:cubicBezTo>
                    <a:pt x="450628" y="1998710"/>
                    <a:pt x="383857" y="2133298"/>
                    <a:pt x="291846" y="2250361"/>
                  </a:cubicBezTo>
                  <a:cubicBezTo>
                    <a:pt x="231553" y="2327132"/>
                    <a:pt x="73819" y="2479532"/>
                    <a:pt x="0" y="2543540"/>
                  </a:cubicBezTo>
                </a:path>
              </a:pathLst>
            </a:custGeom>
            <a:noFill/>
            <a:ln w="9525" cap="rnd">
              <a:solidFill>
                <a:schemeClr val="accent2">
                  <a:alpha val="50000"/>
                </a:schemeClr>
              </a:solidFill>
              <a:prstDash val="lgDash"/>
              <a:round/>
            </a:ln>
          </p:spPr>
          <p:txBody>
            <a:bodyPr rtlCol="0" anchor="ctr"/>
            <a:lstStyle/>
            <a:p>
              <a:endParaRPr lang="en-US"/>
            </a:p>
          </p:txBody>
        </p:sp>
        <p:sp>
          <p:nvSpPr>
            <p:cNvPr id="285" name="Freeform: Shape 284">
              <a:extLst>
                <a:ext uri="{FF2B5EF4-FFF2-40B4-BE49-F238E27FC236}">
                  <a16:creationId xmlns:a16="http://schemas.microsoft.com/office/drawing/2014/main" id="{10E008C8-071C-4A05-A224-2993A17569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3002" y="881264"/>
              <a:ext cx="258791" cy="1336561"/>
            </a:xfrm>
            <a:custGeom>
              <a:avLst/>
              <a:gdLst>
                <a:gd name="connsiteX0" fmla="*/ 0 w 389425"/>
                <a:gd name="connsiteY0" fmla="*/ 33 h 2011236"/>
                <a:gd name="connsiteX1" fmla="*/ 171260 w 389425"/>
                <a:gd name="connsiteY1" fmla="*/ 60326 h 2011236"/>
                <a:gd name="connsiteX2" fmla="*/ 211455 w 389425"/>
                <a:gd name="connsiteY2" fmla="*/ 221204 h 2011236"/>
                <a:gd name="connsiteX3" fmla="*/ 243078 w 389425"/>
                <a:gd name="connsiteY3" fmla="*/ 448089 h 2011236"/>
                <a:gd name="connsiteX4" fmla="*/ 346424 w 389425"/>
                <a:gd name="connsiteY4" fmla="*/ 789941 h 2011236"/>
                <a:gd name="connsiteX5" fmla="*/ 372237 w 389425"/>
                <a:gd name="connsiteY5" fmla="*/ 942151 h 2011236"/>
                <a:gd name="connsiteX6" fmla="*/ 386620 w 389425"/>
                <a:gd name="connsiteY6" fmla="*/ 1272478 h 2011236"/>
                <a:gd name="connsiteX7" fmla="*/ 280416 w 389425"/>
                <a:gd name="connsiteY7" fmla="*/ 1660241 h 2011236"/>
                <a:gd name="connsiteX8" fmla="*/ 151257 w 389425"/>
                <a:gd name="connsiteY8" fmla="*/ 1844073 h 2011236"/>
                <a:gd name="connsiteX9" fmla="*/ 1905 w 389425"/>
                <a:gd name="connsiteY9" fmla="*/ 2011237 h 2011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9425" h="2011236">
                  <a:moveTo>
                    <a:pt x="0" y="33"/>
                  </a:moveTo>
                  <a:cubicBezTo>
                    <a:pt x="57912" y="-824"/>
                    <a:pt x="136112" y="14892"/>
                    <a:pt x="171260" y="60326"/>
                  </a:cubicBezTo>
                  <a:cubicBezTo>
                    <a:pt x="205645" y="104903"/>
                    <a:pt x="207740" y="164244"/>
                    <a:pt x="211455" y="221204"/>
                  </a:cubicBezTo>
                  <a:cubicBezTo>
                    <a:pt x="216408" y="297594"/>
                    <a:pt x="225838" y="373604"/>
                    <a:pt x="243078" y="448089"/>
                  </a:cubicBezTo>
                  <a:cubicBezTo>
                    <a:pt x="269939" y="564199"/>
                    <a:pt x="319183" y="673927"/>
                    <a:pt x="346424" y="789941"/>
                  </a:cubicBezTo>
                  <a:cubicBezTo>
                    <a:pt x="358235" y="840043"/>
                    <a:pt x="365951" y="891097"/>
                    <a:pt x="372237" y="942151"/>
                  </a:cubicBezTo>
                  <a:cubicBezTo>
                    <a:pt x="385858" y="1051784"/>
                    <a:pt x="394049" y="1162274"/>
                    <a:pt x="386620" y="1272478"/>
                  </a:cubicBezTo>
                  <a:cubicBezTo>
                    <a:pt x="377476" y="1407828"/>
                    <a:pt x="344996" y="1541178"/>
                    <a:pt x="280416" y="1660241"/>
                  </a:cubicBezTo>
                  <a:cubicBezTo>
                    <a:pt x="244602" y="1726249"/>
                    <a:pt x="199358" y="1786352"/>
                    <a:pt x="151257" y="1844073"/>
                  </a:cubicBezTo>
                  <a:cubicBezTo>
                    <a:pt x="79534" y="1930084"/>
                    <a:pt x="89345" y="1941419"/>
                    <a:pt x="1905" y="2011237"/>
                  </a:cubicBezTo>
                </a:path>
              </a:pathLst>
            </a:custGeom>
            <a:noFill/>
            <a:ln w="9525" cap="rnd">
              <a:solidFill>
                <a:schemeClr val="accent2">
                  <a:alpha val="50000"/>
                </a:schemeClr>
              </a:solidFill>
              <a:prstDash val="lgDash"/>
              <a:round/>
            </a:ln>
          </p:spPr>
          <p:txBody>
            <a:bodyPr rtlCol="0" anchor="ctr"/>
            <a:lstStyle/>
            <a:p>
              <a:endParaRPr lang="en-US"/>
            </a:p>
          </p:txBody>
        </p:sp>
      </p:grpSp>
      <p:sp>
        <p:nvSpPr>
          <p:cNvPr id="2" name="Title 1">
            <a:extLst>
              <a:ext uri="{FF2B5EF4-FFF2-40B4-BE49-F238E27FC236}">
                <a16:creationId xmlns:a16="http://schemas.microsoft.com/office/drawing/2014/main" id="{1C52D42F-5F2B-8A78-7A1B-3EB62F99A687}"/>
              </a:ext>
            </a:extLst>
          </p:cNvPr>
          <p:cNvSpPr>
            <a:spLocks noGrp="1"/>
          </p:cNvSpPr>
          <p:nvPr>
            <p:ph type="title"/>
          </p:nvPr>
        </p:nvSpPr>
        <p:spPr>
          <a:xfrm>
            <a:off x="513112" y="420705"/>
            <a:ext cx="5159524" cy="1096732"/>
          </a:xfrm>
        </p:spPr>
        <p:txBody>
          <a:bodyPr vert="horz" lIns="91440" tIns="45720" rIns="91440" bIns="45720" rtlCol="0" anchor="b">
            <a:normAutofit/>
          </a:bodyPr>
          <a:lstStyle/>
          <a:p>
            <a:r>
              <a:rPr lang="en-US" sz="5400" kern="1200">
                <a:solidFill>
                  <a:schemeClr val="tx2"/>
                </a:solidFill>
                <a:latin typeface="+mj-lt"/>
                <a:ea typeface="+mj-ea"/>
                <a:cs typeface="+mj-cs"/>
              </a:rPr>
              <a:t>Results 	</a:t>
            </a:r>
          </a:p>
        </p:txBody>
      </p:sp>
      <p:grpSp>
        <p:nvGrpSpPr>
          <p:cNvPr id="352" name="Cross">
            <a:extLst>
              <a:ext uri="{FF2B5EF4-FFF2-40B4-BE49-F238E27FC236}">
                <a16:creationId xmlns:a16="http://schemas.microsoft.com/office/drawing/2014/main" id="{648AC293-747D-47C4-9B5B-EB0624E58F2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945264" y="149792"/>
            <a:ext cx="118872" cy="118872"/>
            <a:chOff x="1175347" y="3733800"/>
            <a:chExt cx="118872" cy="118872"/>
          </a:xfrm>
        </p:grpSpPr>
        <p:cxnSp>
          <p:nvCxnSpPr>
            <p:cNvPr id="353" name="Straight Connector 352">
              <a:extLst>
                <a:ext uri="{FF2B5EF4-FFF2-40B4-BE49-F238E27FC236}">
                  <a16:creationId xmlns:a16="http://schemas.microsoft.com/office/drawing/2014/main" id="{4CDB5A71-CB3A-4D7E-8508-78068B024A2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234783" y="3733800"/>
              <a:ext cx="0" cy="118872"/>
            </a:xfrm>
            <a:prstGeom prst="line">
              <a:avLst/>
            </a:prstGeom>
            <a:ln w="12700">
              <a:solidFill>
                <a:schemeClr val="accent5"/>
              </a:solidFill>
            </a:ln>
          </p:spPr>
          <p:style>
            <a:lnRef idx="1">
              <a:schemeClr val="accent2"/>
            </a:lnRef>
            <a:fillRef idx="0">
              <a:schemeClr val="accent2"/>
            </a:fillRef>
            <a:effectRef idx="0">
              <a:schemeClr val="accent2"/>
            </a:effectRef>
            <a:fontRef idx="minor">
              <a:schemeClr val="tx1"/>
            </a:fontRef>
          </p:style>
        </p:cxnSp>
        <p:cxnSp>
          <p:nvCxnSpPr>
            <p:cNvPr id="354" name="Straight Connector 353">
              <a:extLst>
                <a:ext uri="{FF2B5EF4-FFF2-40B4-BE49-F238E27FC236}">
                  <a16:creationId xmlns:a16="http://schemas.microsoft.com/office/drawing/2014/main" id="{39FD191F-4D0D-4A36-88EA-9E73BD9F068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175347" y="3793236"/>
              <a:ext cx="118872" cy="0"/>
            </a:xfrm>
            <a:prstGeom prst="line">
              <a:avLst/>
            </a:prstGeom>
            <a:ln w="12700">
              <a:solidFill>
                <a:schemeClr val="accent5"/>
              </a:solidFill>
            </a:ln>
          </p:spPr>
          <p:style>
            <a:lnRef idx="1">
              <a:schemeClr val="accent2"/>
            </a:lnRef>
            <a:fillRef idx="0">
              <a:schemeClr val="accent2"/>
            </a:fillRef>
            <a:effectRef idx="0">
              <a:schemeClr val="accent2"/>
            </a:effectRef>
            <a:fontRef idx="minor">
              <a:schemeClr val="tx1"/>
            </a:fontRef>
          </p:style>
        </p:cxnSp>
      </p:grpSp>
      <p:pic>
        <p:nvPicPr>
          <p:cNvPr id="14" name="Picture 13" descr="A graph showing a graph of a number of different levels&#10;&#10;Description automatically generated with medium confidence">
            <a:extLst>
              <a:ext uri="{FF2B5EF4-FFF2-40B4-BE49-F238E27FC236}">
                <a16:creationId xmlns:a16="http://schemas.microsoft.com/office/drawing/2014/main" id="{91834D22-DC05-F88A-6044-72381C0F30C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bwMode="auto">
          <a:xfrm>
            <a:off x="513112" y="2783228"/>
            <a:ext cx="7299220" cy="3894397"/>
          </a:xfrm>
          <a:prstGeom prst="rect">
            <a:avLst/>
          </a:prstGeom>
          <a:noFill/>
          <a:ln>
            <a:solidFill>
              <a:schemeClr val="tx1"/>
            </a:solidFill>
          </a:ln>
        </p:spPr>
      </p:pic>
      <p:pic>
        <p:nvPicPr>
          <p:cNvPr id="13" name="Content Placeholder 12" descr="A table of numbers with text&#10;&#10;Description automatically generated with medium confidence">
            <a:extLst>
              <a:ext uri="{FF2B5EF4-FFF2-40B4-BE49-F238E27FC236}">
                <a16:creationId xmlns:a16="http://schemas.microsoft.com/office/drawing/2014/main" id="{6DF44A03-7F32-0582-19AB-73EB71A9D25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bwMode="auto">
          <a:xfrm>
            <a:off x="4498280" y="1179438"/>
            <a:ext cx="7299220" cy="1431916"/>
          </a:xfrm>
          <a:prstGeom prst="rect">
            <a:avLst/>
          </a:prstGeom>
          <a:noFill/>
          <a:ln>
            <a:solidFill>
              <a:schemeClr val="tx1"/>
            </a:solidFill>
          </a:ln>
        </p:spPr>
      </p:pic>
      <p:grpSp>
        <p:nvGrpSpPr>
          <p:cNvPr id="355" name="Bottom Right">
            <a:extLst>
              <a:ext uri="{FF2B5EF4-FFF2-40B4-BE49-F238E27FC236}">
                <a16:creationId xmlns:a16="http://schemas.microsoft.com/office/drawing/2014/main" id="{41839D76-8014-4A87-878E-D7706BAEF28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980400" y="3276601"/>
            <a:ext cx="4211600" cy="3581399"/>
            <a:chOff x="7980400" y="3276601"/>
            <a:chExt cx="4211600" cy="3581399"/>
          </a:xfrm>
        </p:grpSpPr>
        <p:grpSp>
          <p:nvGrpSpPr>
            <p:cNvPr id="356" name="Graphic 157">
              <a:extLst>
                <a:ext uri="{FF2B5EF4-FFF2-40B4-BE49-F238E27FC236}">
                  <a16:creationId xmlns:a16="http://schemas.microsoft.com/office/drawing/2014/main" id="{A63C97A9-092E-4CCB-B978-0D94C1940920}"/>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8662740" y="3276601"/>
              <a:ext cx="3529260" cy="3581398"/>
              <a:chOff x="4114800" y="1423987"/>
              <a:chExt cx="3961542" cy="4007547"/>
            </a:xfrm>
            <a:noFill/>
          </p:grpSpPr>
          <p:sp>
            <p:nvSpPr>
              <p:cNvPr id="357" name="Freeform: Shape 356">
                <a:extLst>
                  <a:ext uri="{FF2B5EF4-FFF2-40B4-BE49-F238E27FC236}">
                    <a16:creationId xmlns:a16="http://schemas.microsoft.com/office/drawing/2014/main" id="{53653347-CE88-4247-8536-FC7155AB7C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14800" y="1423987"/>
                <a:ext cx="3946874" cy="3989641"/>
              </a:xfrm>
              <a:custGeom>
                <a:avLst/>
                <a:gdLst>
                  <a:gd name="connsiteX0" fmla="*/ 0 w 3946874"/>
                  <a:gd name="connsiteY0" fmla="*/ 3989641 h 3989641"/>
                  <a:gd name="connsiteX1" fmla="*/ 79439 w 3946874"/>
                  <a:gd name="connsiteY1" fmla="*/ 3891153 h 3989641"/>
                  <a:gd name="connsiteX2" fmla="*/ 297371 w 3946874"/>
                  <a:gd name="connsiteY2" fmla="*/ 3626930 h 3989641"/>
                  <a:gd name="connsiteX3" fmla="*/ 454343 w 3946874"/>
                  <a:gd name="connsiteY3" fmla="*/ 3440335 h 3989641"/>
                  <a:gd name="connsiteX4" fmla="*/ 622363 w 3946874"/>
                  <a:gd name="connsiteY4" fmla="*/ 3290697 h 3989641"/>
                  <a:gd name="connsiteX5" fmla="*/ 927068 w 3946874"/>
                  <a:gd name="connsiteY5" fmla="*/ 3087434 h 3989641"/>
                  <a:gd name="connsiteX6" fmla="*/ 1176338 w 3946874"/>
                  <a:gd name="connsiteY6" fmla="*/ 2915603 h 3989641"/>
                  <a:gd name="connsiteX7" fmla="*/ 1394270 w 3946874"/>
                  <a:gd name="connsiteY7" fmla="*/ 2780729 h 3989641"/>
                  <a:gd name="connsiteX8" fmla="*/ 1601057 w 3946874"/>
                  <a:gd name="connsiteY8" fmla="*/ 2723483 h 3989641"/>
                  <a:gd name="connsiteX9" fmla="*/ 1756220 w 3946874"/>
                  <a:gd name="connsiteY9" fmla="*/ 2743772 h 3989641"/>
                  <a:gd name="connsiteX10" fmla="*/ 1889189 w 3946874"/>
                  <a:gd name="connsiteY10" fmla="*/ 2765965 h 3989641"/>
                  <a:gd name="connsiteX11" fmla="*/ 2007394 w 3946874"/>
                  <a:gd name="connsiteY11" fmla="*/ 2765965 h 3989641"/>
                  <a:gd name="connsiteX12" fmla="*/ 2184654 w 3946874"/>
                  <a:gd name="connsiteY12" fmla="*/ 2671763 h 3989641"/>
                  <a:gd name="connsiteX13" fmla="*/ 2372773 w 3946874"/>
                  <a:gd name="connsiteY13" fmla="*/ 2538984 h 3989641"/>
                  <a:gd name="connsiteX14" fmla="*/ 2439543 w 3946874"/>
                  <a:gd name="connsiteY14" fmla="*/ 2510504 h 3989641"/>
                  <a:gd name="connsiteX15" fmla="*/ 2650617 w 3946874"/>
                  <a:gd name="connsiteY15" fmla="*/ 2434781 h 3989641"/>
                  <a:gd name="connsiteX16" fmla="*/ 2785110 w 3946874"/>
                  <a:gd name="connsiteY16" fmla="*/ 2383060 h 3989641"/>
                  <a:gd name="connsiteX17" fmla="*/ 2897315 w 3946874"/>
                  <a:gd name="connsiteY17" fmla="*/ 2318861 h 3989641"/>
                  <a:gd name="connsiteX18" fmla="*/ 2997994 w 3946874"/>
                  <a:gd name="connsiteY18" fmla="*/ 2226183 h 3989641"/>
                  <a:gd name="connsiteX19" fmla="*/ 3061240 w 3946874"/>
                  <a:gd name="connsiteY19" fmla="*/ 2141506 h 3989641"/>
                  <a:gd name="connsiteX20" fmla="*/ 3152108 w 3946874"/>
                  <a:gd name="connsiteY20" fmla="*/ 2005203 h 3989641"/>
                  <a:gd name="connsiteX21" fmla="*/ 3274124 w 3946874"/>
                  <a:gd name="connsiteY21" fmla="*/ 1871567 h 3989641"/>
                  <a:gd name="connsiteX22" fmla="*/ 3388138 w 3946874"/>
                  <a:gd name="connsiteY22" fmla="*/ 1770888 h 3989641"/>
                  <a:gd name="connsiteX23" fmla="*/ 3466529 w 3946874"/>
                  <a:gd name="connsiteY23" fmla="*/ 1679162 h 3989641"/>
                  <a:gd name="connsiteX24" fmla="*/ 3538633 w 3946874"/>
                  <a:gd name="connsiteY24" fmla="*/ 1551718 h 3989641"/>
                  <a:gd name="connsiteX25" fmla="*/ 3588544 w 3946874"/>
                  <a:gd name="connsiteY25" fmla="*/ 1376172 h 3989641"/>
                  <a:gd name="connsiteX26" fmla="*/ 3597402 w 3946874"/>
                  <a:gd name="connsiteY26" fmla="*/ 1293305 h 3989641"/>
                  <a:gd name="connsiteX27" fmla="*/ 3721227 w 3946874"/>
                  <a:gd name="connsiteY27" fmla="*/ 880491 h 3989641"/>
                  <a:gd name="connsiteX28" fmla="*/ 3761137 w 3946874"/>
                  <a:gd name="connsiteY28" fmla="*/ 463677 h 3989641"/>
                  <a:gd name="connsiteX29" fmla="*/ 3946874 w 3946874"/>
                  <a:gd name="connsiteY29" fmla="*/ 0 h 3989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3946874" h="3989641">
                    <a:moveTo>
                      <a:pt x="0" y="3989641"/>
                    </a:moveTo>
                    <a:cubicBezTo>
                      <a:pt x="19050" y="3957257"/>
                      <a:pt x="50959" y="3916013"/>
                      <a:pt x="79439" y="3891153"/>
                    </a:cubicBezTo>
                    <a:cubicBezTo>
                      <a:pt x="165544" y="3815906"/>
                      <a:pt x="227933" y="3717989"/>
                      <a:pt x="297371" y="3626930"/>
                    </a:cubicBezTo>
                    <a:cubicBezTo>
                      <a:pt x="346615" y="3562255"/>
                      <a:pt x="398050" y="3499009"/>
                      <a:pt x="454343" y="3440335"/>
                    </a:cubicBezTo>
                    <a:cubicBezTo>
                      <a:pt x="506349" y="3386042"/>
                      <a:pt x="562642" y="3336227"/>
                      <a:pt x="622363" y="3290697"/>
                    </a:cubicBezTo>
                    <a:cubicBezTo>
                      <a:pt x="719519" y="3216688"/>
                      <a:pt x="824960" y="3154585"/>
                      <a:pt x="927068" y="3087434"/>
                    </a:cubicBezTo>
                    <a:cubicBezTo>
                      <a:pt x="1011365" y="3031998"/>
                      <a:pt x="1093565" y="2973324"/>
                      <a:pt x="1176338" y="2915603"/>
                    </a:cubicBezTo>
                    <a:cubicBezTo>
                      <a:pt x="1246537" y="2866644"/>
                      <a:pt x="1317308" y="2818066"/>
                      <a:pt x="1394270" y="2780729"/>
                    </a:cubicBezTo>
                    <a:cubicBezTo>
                      <a:pt x="1459421" y="2749106"/>
                      <a:pt x="1528763" y="2724436"/>
                      <a:pt x="1601057" y="2723483"/>
                    </a:cubicBezTo>
                    <a:cubicBezTo>
                      <a:pt x="1653350" y="2722721"/>
                      <a:pt x="1704785" y="2733485"/>
                      <a:pt x="1756220" y="2743772"/>
                    </a:cubicBezTo>
                    <a:cubicBezTo>
                      <a:pt x="1800320" y="2752630"/>
                      <a:pt x="1844612" y="2760250"/>
                      <a:pt x="1889189" y="2765965"/>
                    </a:cubicBezTo>
                    <a:cubicBezTo>
                      <a:pt x="1928622" y="2771013"/>
                      <a:pt x="1968437" y="2773299"/>
                      <a:pt x="2007394" y="2765965"/>
                    </a:cubicBezTo>
                    <a:cubicBezTo>
                      <a:pt x="2073878" y="2753487"/>
                      <a:pt x="2130647" y="2712911"/>
                      <a:pt x="2184654" y="2671763"/>
                    </a:cubicBezTo>
                    <a:cubicBezTo>
                      <a:pt x="2245900" y="2625090"/>
                      <a:pt x="2304002" y="2573465"/>
                      <a:pt x="2372773" y="2538984"/>
                    </a:cubicBezTo>
                    <a:cubicBezTo>
                      <a:pt x="2394395" y="2528126"/>
                      <a:pt x="2416874" y="2518982"/>
                      <a:pt x="2439543" y="2510504"/>
                    </a:cubicBezTo>
                    <a:cubicBezTo>
                      <a:pt x="2509552" y="2484215"/>
                      <a:pt x="2580037" y="2459450"/>
                      <a:pt x="2650617" y="2434781"/>
                    </a:cubicBezTo>
                    <a:cubicBezTo>
                      <a:pt x="2695956" y="2418874"/>
                      <a:pt x="2741295" y="2402872"/>
                      <a:pt x="2785110" y="2383060"/>
                    </a:cubicBezTo>
                    <a:cubicBezTo>
                      <a:pt x="2824448" y="2365248"/>
                      <a:pt x="2862358" y="2344198"/>
                      <a:pt x="2897315" y="2318861"/>
                    </a:cubicBezTo>
                    <a:cubicBezTo>
                      <a:pt x="2934367" y="2292096"/>
                      <a:pt x="2968085" y="2260854"/>
                      <a:pt x="2997994" y="2226183"/>
                    </a:cubicBezTo>
                    <a:cubicBezTo>
                      <a:pt x="3020949" y="2199513"/>
                      <a:pt x="3041714" y="2170938"/>
                      <a:pt x="3061240" y="2141506"/>
                    </a:cubicBezTo>
                    <a:cubicBezTo>
                      <a:pt x="3091529" y="2095976"/>
                      <a:pt x="3119533" y="2049018"/>
                      <a:pt x="3152108" y="2005203"/>
                    </a:cubicBezTo>
                    <a:cubicBezTo>
                      <a:pt x="3188113" y="1956626"/>
                      <a:pt x="3229261" y="1912144"/>
                      <a:pt x="3274124" y="1871567"/>
                    </a:cubicBezTo>
                    <a:cubicBezTo>
                      <a:pt x="3311747" y="1837563"/>
                      <a:pt x="3351848" y="1806321"/>
                      <a:pt x="3388138" y="1770888"/>
                    </a:cubicBezTo>
                    <a:cubicBezTo>
                      <a:pt x="3416999" y="1742694"/>
                      <a:pt x="3443002" y="1711833"/>
                      <a:pt x="3466529" y="1679162"/>
                    </a:cubicBezTo>
                    <a:cubicBezTo>
                      <a:pt x="3495008" y="1639348"/>
                      <a:pt x="3519392" y="1596771"/>
                      <a:pt x="3538633" y="1551718"/>
                    </a:cubicBezTo>
                    <a:cubicBezTo>
                      <a:pt x="3562731" y="1495616"/>
                      <a:pt x="3578924" y="1436465"/>
                      <a:pt x="3588544" y="1376172"/>
                    </a:cubicBezTo>
                    <a:cubicBezTo>
                      <a:pt x="3592925" y="1348740"/>
                      <a:pt x="3595688" y="1321022"/>
                      <a:pt x="3597402" y="1293305"/>
                    </a:cubicBezTo>
                    <a:cubicBezTo>
                      <a:pt x="3605974" y="1155859"/>
                      <a:pt x="3717703" y="1018127"/>
                      <a:pt x="3721227" y="880491"/>
                    </a:cubicBezTo>
                    <a:cubicBezTo>
                      <a:pt x="3724751" y="740855"/>
                      <a:pt x="3743135" y="602171"/>
                      <a:pt x="3761137" y="463677"/>
                    </a:cubicBezTo>
                    <a:cubicBezTo>
                      <a:pt x="3776186" y="347758"/>
                      <a:pt x="3934968" y="116205"/>
                      <a:pt x="3946874" y="0"/>
                    </a:cubicBezTo>
                  </a:path>
                </a:pathLst>
              </a:custGeom>
              <a:noFill/>
              <a:ln w="9525" cap="rnd">
                <a:solidFill>
                  <a:schemeClr val="accent2">
                    <a:alpha val="35000"/>
                  </a:schemeClr>
                </a:solidFill>
                <a:prstDash val="lgDash"/>
                <a:round/>
              </a:ln>
            </p:spPr>
            <p:txBody>
              <a:bodyPr rtlCol="0" anchor="ctr"/>
              <a:lstStyle/>
              <a:p>
                <a:endParaRPr lang="en-US"/>
              </a:p>
            </p:txBody>
          </p:sp>
          <p:sp>
            <p:nvSpPr>
              <p:cNvPr id="358" name="Freeform: Shape 357">
                <a:extLst>
                  <a:ext uri="{FF2B5EF4-FFF2-40B4-BE49-F238E27FC236}">
                    <a16:creationId xmlns:a16="http://schemas.microsoft.com/office/drawing/2014/main" id="{A6F1D153-15D9-449A-B9A8-7F0FCBBD98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95978" y="2441733"/>
                <a:ext cx="3665410" cy="2985611"/>
              </a:xfrm>
              <a:custGeom>
                <a:avLst/>
                <a:gdLst>
                  <a:gd name="connsiteX0" fmla="*/ 0 w 3665410"/>
                  <a:gd name="connsiteY0" fmla="*/ 2985611 h 2985611"/>
                  <a:gd name="connsiteX1" fmla="*/ 166211 w 3665410"/>
                  <a:gd name="connsiteY1" fmla="*/ 2699766 h 2985611"/>
                  <a:gd name="connsiteX2" fmla="*/ 397002 w 3665410"/>
                  <a:gd name="connsiteY2" fmla="*/ 2414969 h 2985611"/>
                  <a:gd name="connsiteX3" fmla="*/ 620173 w 3665410"/>
                  <a:gd name="connsiteY3" fmla="*/ 2237899 h 2985611"/>
                  <a:gd name="connsiteX4" fmla="*/ 823341 w 3665410"/>
                  <a:gd name="connsiteY4" fmla="*/ 2085499 h 2985611"/>
                  <a:gd name="connsiteX5" fmla="*/ 1089565 w 3665410"/>
                  <a:gd name="connsiteY5" fmla="*/ 1911477 h 2985611"/>
                  <a:gd name="connsiteX6" fmla="*/ 1145000 w 3665410"/>
                  <a:gd name="connsiteY6" fmla="*/ 1886807 h 2985611"/>
                  <a:gd name="connsiteX7" fmla="*/ 1375791 w 3665410"/>
                  <a:gd name="connsiteY7" fmla="*/ 1842135 h 2985611"/>
                  <a:gd name="connsiteX8" fmla="*/ 1486567 w 3665410"/>
                  <a:gd name="connsiteY8" fmla="*/ 1857566 h 2985611"/>
                  <a:gd name="connsiteX9" fmla="*/ 1568101 w 3665410"/>
                  <a:gd name="connsiteY9" fmla="*/ 1871377 h 2985611"/>
                  <a:gd name="connsiteX10" fmla="*/ 1810607 w 3665410"/>
                  <a:gd name="connsiteY10" fmla="*/ 1871377 h 2985611"/>
                  <a:gd name="connsiteX11" fmla="*/ 1997964 w 3665410"/>
                  <a:gd name="connsiteY11" fmla="*/ 1790605 h 2985611"/>
                  <a:gd name="connsiteX12" fmla="*/ 2109883 w 3665410"/>
                  <a:gd name="connsiteY12" fmla="*/ 1702784 h 2985611"/>
                  <a:gd name="connsiteX13" fmla="*/ 2321433 w 3665410"/>
                  <a:gd name="connsiteY13" fmla="*/ 1552384 h 2985611"/>
                  <a:gd name="connsiteX14" fmla="*/ 2558891 w 3665410"/>
                  <a:gd name="connsiteY14" fmla="*/ 1453420 h 2985611"/>
                  <a:gd name="connsiteX15" fmla="*/ 2709767 w 3665410"/>
                  <a:gd name="connsiteY15" fmla="*/ 1377887 h 2985611"/>
                  <a:gd name="connsiteX16" fmla="*/ 2885408 w 3665410"/>
                  <a:gd name="connsiteY16" fmla="*/ 1237393 h 2985611"/>
                  <a:gd name="connsiteX17" fmla="*/ 3017711 w 3665410"/>
                  <a:gd name="connsiteY17" fmla="*/ 1072229 h 2985611"/>
                  <a:gd name="connsiteX18" fmla="*/ 3150680 w 3665410"/>
                  <a:gd name="connsiteY18" fmla="*/ 921830 h 2985611"/>
                  <a:gd name="connsiteX19" fmla="*/ 3255169 w 3665410"/>
                  <a:gd name="connsiteY19" fmla="*/ 801815 h 2985611"/>
                  <a:gd name="connsiteX20" fmla="*/ 3339275 w 3665410"/>
                  <a:gd name="connsiteY20" fmla="*/ 694182 h 2985611"/>
                  <a:gd name="connsiteX21" fmla="*/ 3409188 w 3665410"/>
                  <a:gd name="connsiteY21" fmla="*/ 546926 h 2985611"/>
                  <a:gd name="connsiteX22" fmla="*/ 3464243 w 3665410"/>
                  <a:gd name="connsiteY22" fmla="*/ 347663 h 2985611"/>
                  <a:gd name="connsiteX23" fmla="*/ 3665411 w 3665410"/>
                  <a:gd name="connsiteY23" fmla="*/ 0 h 2985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665410" h="2985611">
                    <a:moveTo>
                      <a:pt x="0" y="2985611"/>
                    </a:moveTo>
                    <a:cubicBezTo>
                      <a:pt x="0" y="2985611"/>
                      <a:pt x="86773" y="2802827"/>
                      <a:pt x="166211" y="2699766"/>
                    </a:cubicBezTo>
                    <a:cubicBezTo>
                      <a:pt x="240983" y="2602706"/>
                      <a:pt x="309182" y="2500122"/>
                      <a:pt x="397002" y="2414969"/>
                    </a:cubicBezTo>
                    <a:cubicBezTo>
                      <a:pt x="465296" y="2348865"/>
                      <a:pt x="543592" y="2294477"/>
                      <a:pt x="620173" y="2237899"/>
                    </a:cubicBezTo>
                    <a:cubicBezTo>
                      <a:pt x="688277" y="2187607"/>
                      <a:pt x="755333" y="2135886"/>
                      <a:pt x="823341" y="2085499"/>
                    </a:cubicBezTo>
                    <a:cubicBezTo>
                      <a:pt x="908685" y="2022253"/>
                      <a:pt x="994791" y="1959197"/>
                      <a:pt x="1089565" y="1911477"/>
                    </a:cubicBezTo>
                    <a:cubicBezTo>
                      <a:pt x="1107662" y="1902428"/>
                      <a:pt x="1126141" y="1894141"/>
                      <a:pt x="1145000" y="1886807"/>
                    </a:cubicBezTo>
                    <a:cubicBezTo>
                      <a:pt x="1218819" y="1858232"/>
                      <a:pt x="1296924" y="1838611"/>
                      <a:pt x="1375791" y="1842135"/>
                    </a:cubicBezTo>
                    <a:cubicBezTo>
                      <a:pt x="1413129" y="1843754"/>
                      <a:pt x="1449896" y="1850422"/>
                      <a:pt x="1486567" y="1857566"/>
                    </a:cubicBezTo>
                    <a:cubicBezTo>
                      <a:pt x="1513618" y="1862804"/>
                      <a:pt x="1540859" y="1867376"/>
                      <a:pt x="1568101" y="1871377"/>
                    </a:cubicBezTo>
                    <a:cubicBezTo>
                      <a:pt x="1648778" y="1883188"/>
                      <a:pt x="1730978" y="1887665"/>
                      <a:pt x="1810607" y="1871377"/>
                    </a:cubicBezTo>
                    <a:cubicBezTo>
                      <a:pt x="1877854" y="1857661"/>
                      <a:pt x="1941100" y="1829086"/>
                      <a:pt x="1997964" y="1790605"/>
                    </a:cubicBezTo>
                    <a:cubicBezTo>
                      <a:pt x="2037302" y="1764030"/>
                      <a:pt x="2073497" y="1733264"/>
                      <a:pt x="2109883" y="1702784"/>
                    </a:cubicBezTo>
                    <a:cubicBezTo>
                      <a:pt x="2176367" y="1647063"/>
                      <a:pt x="2244852" y="1593151"/>
                      <a:pt x="2321433" y="1552384"/>
                    </a:cubicBezTo>
                    <a:cubicBezTo>
                      <a:pt x="2397157" y="1512094"/>
                      <a:pt x="2479548" y="1486281"/>
                      <a:pt x="2558891" y="1453420"/>
                    </a:cubicBezTo>
                    <a:cubicBezTo>
                      <a:pt x="2610898" y="1431798"/>
                      <a:pt x="2661571" y="1407033"/>
                      <a:pt x="2709767" y="1377887"/>
                    </a:cubicBezTo>
                    <a:cubicBezTo>
                      <a:pt x="2774252" y="1338929"/>
                      <a:pt x="2834069" y="1292447"/>
                      <a:pt x="2885408" y="1237393"/>
                    </a:cubicBezTo>
                    <a:cubicBezTo>
                      <a:pt x="2933605" y="1185767"/>
                      <a:pt x="2973324" y="1127093"/>
                      <a:pt x="3017711" y="1072229"/>
                    </a:cubicBezTo>
                    <a:cubicBezTo>
                      <a:pt x="3059811" y="1020223"/>
                      <a:pt x="3105912" y="971645"/>
                      <a:pt x="3150680" y="921830"/>
                    </a:cubicBezTo>
                    <a:cubicBezTo>
                      <a:pt x="3186113" y="882396"/>
                      <a:pt x="3220593" y="842010"/>
                      <a:pt x="3255169" y="801815"/>
                    </a:cubicBezTo>
                    <a:cubicBezTo>
                      <a:pt x="3284887" y="767239"/>
                      <a:pt x="3314605" y="732473"/>
                      <a:pt x="3339275" y="694182"/>
                    </a:cubicBezTo>
                    <a:cubicBezTo>
                      <a:pt x="3368707" y="648367"/>
                      <a:pt x="3390138" y="597980"/>
                      <a:pt x="3409188" y="546926"/>
                    </a:cubicBezTo>
                    <a:cubicBezTo>
                      <a:pt x="3433382" y="482156"/>
                      <a:pt x="3453384" y="415861"/>
                      <a:pt x="3464243" y="347663"/>
                    </a:cubicBezTo>
                    <a:cubicBezTo>
                      <a:pt x="3476244" y="272224"/>
                      <a:pt x="3661696" y="76295"/>
                      <a:pt x="3665411" y="0"/>
                    </a:cubicBezTo>
                  </a:path>
                </a:pathLst>
              </a:custGeom>
              <a:noFill/>
              <a:ln w="9525" cap="rnd">
                <a:solidFill>
                  <a:schemeClr val="accent2">
                    <a:alpha val="35000"/>
                  </a:schemeClr>
                </a:solidFill>
                <a:prstDash val="lgDash"/>
                <a:round/>
              </a:ln>
            </p:spPr>
            <p:txBody>
              <a:bodyPr rtlCol="0" anchor="ctr"/>
              <a:lstStyle/>
              <a:p>
                <a:endParaRPr lang="en-US"/>
              </a:p>
            </p:txBody>
          </p:sp>
          <p:sp>
            <p:nvSpPr>
              <p:cNvPr id="359" name="Freeform: Shape 358">
                <a:extLst>
                  <a:ext uri="{FF2B5EF4-FFF2-40B4-BE49-F238E27FC236}">
                    <a16:creationId xmlns:a16="http://schemas.microsoft.com/office/drawing/2014/main" id="{84AF8E5A-1441-43A9-98E5-C83F52B1AC1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90402" y="5229700"/>
                <a:ext cx="285940" cy="199072"/>
              </a:xfrm>
              <a:custGeom>
                <a:avLst/>
                <a:gdLst>
                  <a:gd name="connsiteX0" fmla="*/ 0 w 285940"/>
                  <a:gd name="connsiteY0" fmla="*/ 199073 h 199072"/>
                  <a:gd name="connsiteX1" fmla="*/ 285940 w 285940"/>
                  <a:gd name="connsiteY1" fmla="*/ 0 h 199072"/>
                </a:gdLst>
                <a:ahLst/>
                <a:cxnLst>
                  <a:cxn ang="0">
                    <a:pos x="connsiteX0" y="connsiteY0"/>
                  </a:cxn>
                  <a:cxn ang="0">
                    <a:pos x="connsiteX1" y="connsiteY1"/>
                  </a:cxn>
                </a:cxnLst>
                <a:rect l="l" t="t" r="r" b="b"/>
                <a:pathLst>
                  <a:path w="285940" h="199072">
                    <a:moveTo>
                      <a:pt x="0" y="199073"/>
                    </a:moveTo>
                    <a:cubicBezTo>
                      <a:pt x="0" y="199073"/>
                      <a:pt x="242125" y="39243"/>
                      <a:pt x="285940" y="0"/>
                    </a:cubicBezTo>
                  </a:path>
                </a:pathLst>
              </a:custGeom>
              <a:noFill/>
              <a:ln w="9525" cap="rnd">
                <a:solidFill>
                  <a:schemeClr val="accent2">
                    <a:alpha val="35000"/>
                  </a:schemeClr>
                </a:solidFill>
                <a:prstDash val="lgDash"/>
                <a:round/>
              </a:ln>
            </p:spPr>
            <p:txBody>
              <a:bodyPr rtlCol="0" anchor="ctr"/>
              <a:lstStyle/>
              <a:p>
                <a:endParaRPr lang="en-US"/>
              </a:p>
            </p:txBody>
          </p:sp>
          <p:sp>
            <p:nvSpPr>
              <p:cNvPr id="297" name="Freeform: Shape 296">
                <a:extLst>
                  <a:ext uri="{FF2B5EF4-FFF2-40B4-BE49-F238E27FC236}">
                    <a16:creationId xmlns:a16="http://schemas.microsoft.com/office/drawing/2014/main" id="{E7DCDDAC-E31F-4E54-B276-4A2A670333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393114" y="5049773"/>
                <a:ext cx="655796" cy="381190"/>
              </a:xfrm>
              <a:custGeom>
                <a:avLst/>
                <a:gdLst>
                  <a:gd name="connsiteX0" fmla="*/ 0 w 655796"/>
                  <a:gd name="connsiteY0" fmla="*/ 381190 h 381190"/>
                  <a:gd name="connsiteX1" fmla="*/ 655796 w 655796"/>
                  <a:gd name="connsiteY1" fmla="*/ 0 h 381190"/>
                </a:gdLst>
                <a:ahLst/>
                <a:cxnLst>
                  <a:cxn ang="0">
                    <a:pos x="connsiteX0" y="connsiteY0"/>
                  </a:cxn>
                  <a:cxn ang="0">
                    <a:pos x="connsiteX1" y="connsiteY1"/>
                  </a:cxn>
                </a:cxnLst>
                <a:rect l="l" t="t" r="r" b="b"/>
                <a:pathLst>
                  <a:path w="655796" h="381190">
                    <a:moveTo>
                      <a:pt x="0" y="381190"/>
                    </a:moveTo>
                    <a:cubicBezTo>
                      <a:pt x="0" y="381190"/>
                      <a:pt x="461105" y="172117"/>
                      <a:pt x="655796" y="0"/>
                    </a:cubicBezTo>
                  </a:path>
                </a:pathLst>
              </a:custGeom>
              <a:noFill/>
              <a:ln w="9525" cap="rnd">
                <a:solidFill>
                  <a:schemeClr val="accent2">
                    <a:alpha val="35000"/>
                  </a:schemeClr>
                </a:solidFill>
                <a:prstDash val="lgDash"/>
                <a:round/>
              </a:ln>
            </p:spPr>
            <p:txBody>
              <a:bodyPr rtlCol="0" anchor="ctr"/>
              <a:lstStyle/>
              <a:p>
                <a:endParaRPr lang="en-US"/>
              </a:p>
            </p:txBody>
          </p:sp>
          <p:sp>
            <p:nvSpPr>
              <p:cNvPr id="298" name="Freeform: Shape 297">
                <a:extLst>
                  <a:ext uri="{FF2B5EF4-FFF2-40B4-BE49-F238E27FC236}">
                    <a16:creationId xmlns:a16="http://schemas.microsoft.com/office/drawing/2014/main" id="{749392A4-1FEC-49C4-9CF2-5EB96624E5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154072" y="3867816"/>
                <a:ext cx="2907315" cy="1544764"/>
              </a:xfrm>
              <a:custGeom>
                <a:avLst/>
                <a:gdLst>
                  <a:gd name="connsiteX0" fmla="*/ 0 w 2907315"/>
                  <a:gd name="connsiteY0" fmla="*/ 1544764 h 1544764"/>
                  <a:gd name="connsiteX1" fmla="*/ 201644 w 2907315"/>
                  <a:gd name="connsiteY1" fmla="*/ 1352550 h 1544764"/>
                  <a:gd name="connsiteX2" fmla="*/ 423196 w 2907315"/>
                  <a:gd name="connsiteY2" fmla="*/ 1196054 h 1544764"/>
                  <a:gd name="connsiteX3" fmla="*/ 782193 w 2907315"/>
                  <a:gd name="connsiteY3" fmla="*/ 1099947 h 1544764"/>
                  <a:gd name="connsiteX4" fmla="*/ 1052513 w 2907315"/>
                  <a:gd name="connsiteY4" fmla="*/ 1042321 h 1544764"/>
                  <a:gd name="connsiteX5" fmla="*/ 1311783 w 2907315"/>
                  <a:gd name="connsiteY5" fmla="*/ 1056037 h 1544764"/>
                  <a:gd name="connsiteX6" fmla="*/ 1484662 w 2907315"/>
                  <a:gd name="connsiteY6" fmla="*/ 1083469 h 1544764"/>
                  <a:gd name="connsiteX7" fmla="*/ 1788224 w 2907315"/>
                  <a:gd name="connsiteY7" fmla="*/ 1023080 h 1544764"/>
                  <a:gd name="connsiteX8" fmla="*/ 2269045 w 2907315"/>
                  <a:gd name="connsiteY8" fmla="*/ 734758 h 1544764"/>
                  <a:gd name="connsiteX9" fmla="*/ 2534984 w 2907315"/>
                  <a:gd name="connsiteY9" fmla="*/ 572738 h 1544764"/>
                  <a:gd name="connsiteX10" fmla="*/ 2907316 w 2907315"/>
                  <a:gd name="connsiteY10" fmla="*/ 0 h 1544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907315" h="1544764">
                    <a:moveTo>
                      <a:pt x="0" y="1544764"/>
                    </a:moveTo>
                    <a:cubicBezTo>
                      <a:pt x="0" y="1544764"/>
                      <a:pt x="98012" y="1443990"/>
                      <a:pt x="201644" y="1352550"/>
                    </a:cubicBezTo>
                    <a:cubicBezTo>
                      <a:pt x="271272" y="1291209"/>
                      <a:pt x="343662" y="1234249"/>
                      <a:pt x="423196" y="1196054"/>
                    </a:cubicBezTo>
                    <a:cubicBezTo>
                      <a:pt x="537591" y="1141095"/>
                      <a:pt x="661226" y="1127189"/>
                      <a:pt x="782193" y="1099947"/>
                    </a:cubicBezTo>
                    <a:cubicBezTo>
                      <a:pt x="872300" y="1079659"/>
                      <a:pt x="961358" y="1051370"/>
                      <a:pt x="1052513" y="1042321"/>
                    </a:cubicBezTo>
                    <a:cubicBezTo>
                      <a:pt x="1139000" y="1033653"/>
                      <a:pt x="1225868" y="1040321"/>
                      <a:pt x="1311783" y="1056037"/>
                    </a:cubicBezTo>
                    <a:cubicBezTo>
                      <a:pt x="1369314" y="1066609"/>
                      <a:pt x="1426559" y="1079373"/>
                      <a:pt x="1484662" y="1083469"/>
                    </a:cubicBezTo>
                    <a:cubicBezTo>
                      <a:pt x="1587913" y="1090803"/>
                      <a:pt x="1690402" y="1064800"/>
                      <a:pt x="1788224" y="1023080"/>
                    </a:cubicBezTo>
                    <a:cubicBezTo>
                      <a:pt x="1956721" y="951262"/>
                      <a:pt x="2106549" y="825722"/>
                      <a:pt x="2269045" y="734758"/>
                    </a:cubicBezTo>
                    <a:cubicBezTo>
                      <a:pt x="2359438" y="684181"/>
                      <a:pt x="2452497" y="640556"/>
                      <a:pt x="2534984" y="572738"/>
                    </a:cubicBezTo>
                    <a:cubicBezTo>
                      <a:pt x="2673001" y="459391"/>
                      <a:pt x="2847023" y="191453"/>
                      <a:pt x="2907316" y="0"/>
                    </a:cubicBezTo>
                  </a:path>
                </a:pathLst>
              </a:custGeom>
              <a:noFill/>
              <a:ln w="9525" cap="rnd">
                <a:solidFill>
                  <a:schemeClr val="accent2">
                    <a:alpha val="35000"/>
                  </a:schemeClr>
                </a:solidFill>
                <a:prstDash val="lgDash"/>
                <a:round/>
              </a:ln>
            </p:spPr>
            <p:txBody>
              <a:bodyPr rtlCol="0" anchor="ctr"/>
              <a:lstStyle/>
              <a:p>
                <a:endParaRPr lang="en-US"/>
              </a:p>
            </p:txBody>
          </p:sp>
          <p:sp>
            <p:nvSpPr>
              <p:cNvPr id="299" name="Freeform: Shape 298">
                <a:extLst>
                  <a:ext uri="{FF2B5EF4-FFF2-40B4-BE49-F238E27FC236}">
                    <a16:creationId xmlns:a16="http://schemas.microsoft.com/office/drawing/2014/main" id="{BC77FD6F-8D2D-483D-B53F-8B378B55CF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07946" y="3479100"/>
                <a:ext cx="3168300" cy="1952434"/>
              </a:xfrm>
              <a:custGeom>
                <a:avLst/>
                <a:gdLst>
                  <a:gd name="connsiteX0" fmla="*/ 0 w 3168300"/>
                  <a:gd name="connsiteY0" fmla="*/ 1952435 h 1952434"/>
                  <a:gd name="connsiteX1" fmla="*/ 202121 w 3168300"/>
                  <a:gd name="connsiteY1" fmla="*/ 1687068 h 1952434"/>
                  <a:gd name="connsiteX2" fmla="*/ 545116 w 3168300"/>
                  <a:gd name="connsiteY2" fmla="*/ 1450277 h 1952434"/>
                  <a:gd name="connsiteX3" fmla="*/ 906780 w 3168300"/>
                  <a:gd name="connsiteY3" fmla="*/ 1354455 h 1952434"/>
                  <a:gd name="connsiteX4" fmla="*/ 1332262 w 3168300"/>
                  <a:gd name="connsiteY4" fmla="*/ 1285304 h 1952434"/>
                  <a:gd name="connsiteX5" fmla="*/ 1691259 w 3168300"/>
                  <a:gd name="connsiteY5" fmla="*/ 1240060 h 1952434"/>
                  <a:gd name="connsiteX6" fmla="*/ 2010346 w 3168300"/>
                  <a:gd name="connsiteY6" fmla="*/ 1141667 h 1952434"/>
                  <a:gd name="connsiteX7" fmla="*/ 2393252 w 3168300"/>
                  <a:gd name="connsiteY7" fmla="*/ 1027271 h 1952434"/>
                  <a:gd name="connsiteX8" fmla="*/ 2582037 w 3168300"/>
                  <a:gd name="connsiteY8" fmla="*/ 958120 h 1952434"/>
                  <a:gd name="connsiteX9" fmla="*/ 2760155 w 3168300"/>
                  <a:gd name="connsiteY9" fmla="*/ 827723 h 1952434"/>
                  <a:gd name="connsiteX10" fmla="*/ 2914364 w 3168300"/>
                  <a:gd name="connsiteY10" fmla="*/ 567023 h 1952434"/>
                  <a:gd name="connsiteX11" fmla="*/ 3168301 w 3168300"/>
                  <a:gd name="connsiteY11" fmla="*/ 0 h 1952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68300" h="1952434">
                    <a:moveTo>
                      <a:pt x="0" y="1952435"/>
                    </a:moveTo>
                    <a:cubicBezTo>
                      <a:pt x="0" y="1952435"/>
                      <a:pt x="91059" y="1796415"/>
                      <a:pt x="202121" y="1687068"/>
                    </a:cubicBezTo>
                    <a:cubicBezTo>
                      <a:pt x="301943" y="1588675"/>
                      <a:pt x="416528" y="1505617"/>
                      <a:pt x="545116" y="1450277"/>
                    </a:cubicBezTo>
                    <a:cubicBezTo>
                      <a:pt x="659987" y="1400747"/>
                      <a:pt x="783622" y="1377601"/>
                      <a:pt x="906780" y="1354455"/>
                    </a:cubicBezTo>
                    <a:cubicBezTo>
                      <a:pt x="1048036" y="1327976"/>
                      <a:pt x="1189482" y="1301972"/>
                      <a:pt x="1332262" y="1285304"/>
                    </a:cubicBezTo>
                    <a:cubicBezTo>
                      <a:pt x="1452182" y="1271302"/>
                      <a:pt x="1573340" y="1265873"/>
                      <a:pt x="1691259" y="1240060"/>
                    </a:cubicBezTo>
                    <a:cubicBezTo>
                      <a:pt x="1800035" y="1216247"/>
                      <a:pt x="1904619" y="1176718"/>
                      <a:pt x="2010346" y="1141667"/>
                    </a:cubicBezTo>
                    <a:cubicBezTo>
                      <a:pt x="2136743" y="1099661"/>
                      <a:pt x="2265902" y="1066229"/>
                      <a:pt x="2393252" y="1027271"/>
                    </a:cubicBezTo>
                    <a:cubicBezTo>
                      <a:pt x="2457450" y="1007650"/>
                      <a:pt x="2521744" y="987552"/>
                      <a:pt x="2582037" y="958120"/>
                    </a:cubicBezTo>
                    <a:cubicBezTo>
                      <a:pt x="2648807" y="925449"/>
                      <a:pt x="2710815" y="883349"/>
                      <a:pt x="2760155" y="827723"/>
                    </a:cubicBezTo>
                    <a:cubicBezTo>
                      <a:pt x="2827496" y="751904"/>
                      <a:pt x="2867978" y="657511"/>
                      <a:pt x="2914364" y="567023"/>
                    </a:cubicBezTo>
                    <a:cubicBezTo>
                      <a:pt x="2972753" y="453200"/>
                      <a:pt x="3119152" y="118015"/>
                      <a:pt x="3168301" y="0"/>
                    </a:cubicBezTo>
                  </a:path>
                </a:pathLst>
              </a:custGeom>
              <a:noFill/>
              <a:ln w="9525" cap="rnd">
                <a:solidFill>
                  <a:schemeClr val="accent2">
                    <a:alpha val="35000"/>
                  </a:schemeClr>
                </a:solidFill>
                <a:prstDash val="lgDash"/>
                <a:round/>
              </a:ln>
            </p:spPr>
            <p:txBody>
              <a:bodyPr rtlCol="0" anchor="ctr"/>
              <a:lstStyle/>
              <a:p>
                <a:endParaRPr lang="en-US"/>
              </a:p>
            </p:txBody>
          </p:sp>
          <p:sp>
            <p:nvSpPr>
              <p:cNvPr id="300" name="Freeform: Shape 299">
                <a:extLst>
                  <a:ext uri="{FF2B5EF4-FFF2-40B4-BE49-F238E27FC236}">
                    <a16:creationId xmlns:a16="http://schemas.microsoft.com/office/drawing/2014/main" id="{0642557F-17BF-416E-958C-C6B5FA9363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04778" y="2976752"/>
                <a:ext cx="3356800" cy="2452020"/>
              </a:xfrm>
              <a:custGeom>
                <a:avLst/>
                <a:gdLst>
                  <a:gd name="connsiteX0" fmla="*/ 0 w 3356800"/>
                  <a:gd name="connsiteY0" fmla="*/ 2452021 h 2452020"/>
                  <a:gd name="connsiteX1" fmla="*/ 130874 w 3356800"/>
                  <a:gd name="connsiteY1" fmla="*/ 2247710 h 2452020"/>
                  <a:gd name="connsiteX2" fmla="*/ 437197 w 3356800"/>
                  <a:gd name="connsiteY2" fmla="*/ 1941195 h 2452020"/>
                  <a:gd name="connsiteX3" fmla="*/ 737140 w 3356800"/>
                  <a:gd name="connsiteY3" fmla="*/ 1736884 h 2452020"/>
                  <a:gd name="connsiteX4" fmla="*/ 1031843 w 3356800"/>
                  <a:gd name="connsiteY4" fmla="*/ 1685068 h 2452020"/>
                  <a:gd name="connsiteX5" fmla="*/ 1287304 w 3356800"/>
                  <a:gd name="connsiteY5" fmla="*/ 1655826 h 2452020"/>
                  <a:gd name="connsiteX6" fmla="*/ 1471994 w 3356800"/>
                  <a:gd name="connsiteY6" fmla="*/ 1634300 h 2452020"/>
                  <a:gd name="connsiteX7" fmla="*/ 1898237 w 3356800"/>
                  <a:gd name="connsiteY7" fmla="*/ 1512665 h 2452020"/>
                  <a:gd name="connsiteX8" fmla="*/ 2229136 w 3356800"/>
                  <a:gd name="connsiteY8" fmla="*/ 1355598 h 2452020"/>
                  <a:gd name="connsiteX9" fmla="*/ 2512314 w 3356800"/>
                  <a:gd name="connsiteY9" fmla="*/ 1238631 h 2452020"/>
                  <a:gd name="connsiteX10" fmla="*/ 2758535 w 3356800"/>
                  <a:gd name="connsiteY10" fmla="*/ 1096994 h 2452020"/>
                  <a:gd name="connsiteX11" fmla="*/ 2935510 w 3356800"/>
                  <a:gd name="connsiteY11" fmla="*/ 919925 h 2452020"/>
                  <a:gd name="connsiteX12" fmla="*/ 3081719 w 3356800"/>
                  <a:gd name="connsiteY12" fmla="*/ 687419 h 2452020"/>
                  <a:gd name="connsiteX13" fmla="*/ 3356800 w 3356800"/>
                  <a:gd name="connsiteY13" fmla="*/ 0 h 245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56800" h="2452020">
                    <a:moveTo>
                      <a:pt x="0" y="2452021"/>
                    </a:moveTo>
                    <a:cubicBezTo>
                      <a:pt x="0" y="2452021"/>
                      <a:pt x="57150" y="2344198"/>
                      <a:pt x="130874" y="2247710"/>
                    </a:cubicBezTo>
                    <a:cubicBezTo>
                      <a:pt x="218694" y="2132648"/>
                      <a:pt x="328136" y="2036635"/>
                      <a:pt x="437197" y="1941195"/>
                    </a:cubicBezTo>
                    <a:cubicBezTo>
                      <a:pt x="529304" y="1860709"/>
                      <a:pt x="623030" y="1779556"/>
                      <a:pt x="737140" y="1736884"/>
                    </a:cubicBezTo>
                    <a:cubicBezTo>
                      <a:pt x="830866" y="1701736"/>
                      <a:pt x="932021" y="1695450"/>
                      <a:pt x="1031843" y="1685068"/>
                    </a:cubicBezTo>
                    <a:cubicBezTo>
                      <a:pt x="1117092" y="1676210"/>
                      <a:pt x="1202055" y="1665160"/>
                      <a:pt x="1287304" y="1655826"/>
                    </a:cubicBezTo>
                    <a:cubicBezTo>
                      <a:pt x="1348931" y="1649063"/>
                      <a:pt x="1410653" y="1643539"/>
                      <a:pt x="1471994" y="1634300"/>
                    </a:cubicBezTo>
                    <a:cubicBezTo>
                      <a:pt x="1618679" y="1612011"/>
                      <a:pt x="1761935" y="1571149"/>
                      <a:pt x="1898237" y="1512665"/>
                    </a:cubicBezTo>
                    <a:cubicBezTo>
                      <a:pt x="2010442" y="1464564"/>
                      <a:pt x="2117503" y="1405128"/>
                      <a:pt x="2229136" y="1355598"/>
                    </a:cubicBezTo>
                    <a:cubicBezTo>
                      <a:pt x="2322481" y="1314164"/>
                      <a:pt x="2418969" y="1280160"/>
                      <a:pt x="2512314" y="1238631"/>
                    </a:cubicBezTo>
                    <a:cubicBezTo>
                      <a:pt x="2599087" y="1199960"/>
                      <a:pt x="2683193" y="1154811"/>
                      <a:pt x="2758535" y="1096994"/>
                    </a:cubicBezTo>
                    <a:cubicBezTo>
                      <a:pt x="2825020" y="1046035"/>
                      <a:pt x="2883789" y="985837"/>
                      <a:pt x="2935510" y="919925"/>
                    </a:cubicBezTo>
                    <a:cubicBezTo>
                      <a:pt x="2992184" y="847725"/>
                      <a:pt x="3039904" y="769144"/>
                      <a:pt x="3081719" y="687419"/>
                    </a:cubicBezTo>
                    <a:cubicBezTo>
                      <a:pt x="3138297" y="576739"/>
                      <a:pt x="3314129" y="116776"/>
                      <a:pt x="3356800" y="0"/>
                    </a:cubicBezTo>
                  </a:path>
                </a:pathLst>
              </a:custGeom>
              <a:noFill/>
              <a:ln w="9525" cap="rnd">
                <a:solidFill>
                  <a:schemeClr val="accent2">
                    <a:alpha val="35000"/>
                  </a:schemeClr>
                </a:solidFill>
                <a:prstDash val="lgDash"/>
                <a:round/>
              </a:ln>
            </p:spPr>
            <p:txBody>
              <a:bodyPr rtlCol="0" anchor="ctr"/>
              <a:lstStyle/>
              <a:p>
                <a:endParaRPr lang="en-US"/>
              </a:p>
            </p:txBody>
          </p:sp>
        </p:grpSp>
        <p:sp>
          <p:nvSpPr>
            <p:cNvPr id="360" name="Freeform: Shape 359">
              <a:extLst>
                <a:ext uri="{FF2B5EF4-FFF2-40B4-BE49-F238E27FC236}">
                  <a16:creationId xmlns:a16="http://schemas.microsoft.com/office/drawing/2014/main" id="{EE2FF566-EB4F-4C4B-9F45-3F267FE1366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980400" y="5197178"/>
              <a:ext cx="4211600" cy="1660822"/>
            </a:xfrm>
            <a:custGeom>
              <a:avLst/>
              <a:gdLst>
                <a:gd name="connsiteX0" fmla="*/ 4211600 w 4211600"/>
                <a:gd name="connsiteY0" fmla="*/ 0 h 1660822"/>
                <a:gd name="connsiteX1" fmla="*/ 4211600 w 4211600"/>
                <a:gd name="connsiteY1" fmla="*/ 58430 h 1660822"/>
                <a:gd name="connsiteX2" fmla="*/ 4136524 w 4211600"/>
                <a:gd name="connsiteY2" fmla="*/ 208808 h 1660822"/>
                <a:gd name="connsiteX3" fmla="*/ 3973354 w 4211600"/>
                <a:gd name="connsiteY3" fmla="*/ 437313 h 1660822"/>
                <a:gd name="connsiteX4" fmla="*/ 3884746 w 4211600"/>
                <a:gd name="connsiteY4" fmla="*/ 553613 h 1660822"/>
                <a:gd name="connsiteX5" fmla="*/ 3849435 w 4211600"/>
                <a:gd name="connsiteY5" fmla="*/ 603143 h 1660822"/>
                <a:gd name="connsiteX6" fmla="*/ 3661849 w 4211600"/>
                <a:gd name="connsiteY6" fmla="*/ 819075 h 1660822"/>
                <a:gd name="connsiteX7" fmla="*/ 3402589 w 4211600"/>
                <a:gd name="connsiteY7" fmla="*/ 952996 h 1660822"/>
                <a:gd name="connsiteX8" fmla="*/ 3130202 w 4211600"/>
                <a:gd name="connsiteY8" fmla="*/ 1023386 h 1660822"/>
                <a:gd name="connsiteX9" fmla="*/ 2914657 w 4211600"/>
                <a:gd name="connsiteY9" fmla="*/ 1068058 h 1660822"/>
                <a:gd name="connsiteX10" fmla="*/ 2582149 w 4211600"/>
                <a:gd name="connsiteY10" fmla="*/ 1138924 h 1660822"/>
                <a:gd name="connsiteX11" fmla="*/ 2483958 w 4211600"/>
                <a:gd name="connsiteY11" fmla="*/ 1162356 h 1660822"/>
                <a:gd name="connsiteX12" fmla="*/ 2123750 w 4211600"/>
                <a:gd name="connsiteY12" fmla="*/ 1238651 h 1660822"/>
                <a:gd name="connsiteX13" fmla="*/ 1761444 w 4211600"/>
                <a:gd name="connsiteY13" fmla="*/ 1273417 h 1660822"/>
                <a:gd name="connsiteX14" fmla="*/ 1608382 w 4211600"/>
                <a:gd name="connsiteY14" fmla="*/ 1284466 h 1660822"/>
                <a:gd name="connsiteX15" fmla="*/ 999942 w 4211600"/>
                <a:gd name="connsiteY15" fmla="*/ 1354284 h 1660822"/>
                <a:gd name="connsiteX16" fmla="*/ 484705 w 4211600"/>
                <a:gd name="connsiteY16" fmla="*/ 1450487 h 1660822"/>
                <a:gd name="connsiteX17" fmla="*/ 113310 w 4211600"/>
                <a:gd name="connsiteY17" fmla="*/ 1613700 h 1660822"/>
                <a:gd name="connsiteX18" fmla="*/ 39668 w 4211600"/>
                <a:gd name="connsiteY18" fmla="*/ 1660822 h 1660822"/>
                <a:gd name="connsiteX19" fmla="*/ 0 w 4211600"/>
                <a:gd name="connsiteY19" fmla="*/ 1660822 h 1660822"/>
                <a:gd name="connsiteX20" fmla="*/ 96701 w 4211600"/>
                <a:gd name="connsiteY20" fmla="*/ 1598934 h 1660822"/>
                <a:gd name="connsiteX21" fmla="*/ 474335 w 4211600"/>
                <a:gd name="connsiteY21" fmla="*/ 1433056 h 1660822"/>
                <a:gd name="connsiteX22" fmla="*/ 994299 w 4211600"/>
                <a:gd name="connsiteY22" fmla="*/ 1335806 h 1660822"/>
                <a:gd name="connsiteX23" fmla="*/ 1605231 w 4211600"/>
                <a:gd name="connsiteY23" fmla="*/ 1265702 h 1660822"/>
                <a:gd name="connsiteX24" fmla="*/ 1758819 w 4211600"/>
                <a:gd name="connsiteY24" fmla="*/ 1254558 h 1660822"/>
                <a:gd name="connsiteX25" fmla="*/ 2118106 w 4211600"/>
                <a:gd name="connsiteY25" fmla="*/ 1220077 h 1660822"/>
                <a:gd name="connsiteX26" fmla="*/ 2475557 w 4211600"/>
                <a:gd name="connsiteY26" fmla="*/ 1144353 h 1660822"/>
                <a:gd name="connsiteX27" fmla="*/ 2573878 w 4211600"/>
                <a:gd name="connsiteY27" fmla="*/ 1120827 h 1660822"/>
                <a:gd name="connsiteX28" fmla="*/ 2907437 w 4211600"/>
                <a:gd name="connsiteY28" fmla="*/ 1049675 h 1660822"/>
                <a:gd name="connsiteX29" fmla="*/ 3122589 w 4211600"/>
                <a:gd name="connsiteY29" fmla="*/ 1005098 h 1660822"/>
                <a:gd name="connsiteX30" fmla="*/ 3391169 w 4211600"/>
                <a:gd name="connsiteY30" fmla="*/ 935756 h 1660822"/>
                <a:gd name="connsiteX31" fmla="*/ 3642290 w 4211600"/>
                <a:gd name="connsiteY31" fmla="*/ 806216 h 1660822"/>
                <a:gd name="connsiteX32" fmla="*/ 3825937 w 4211600"/>
                <a:gd name="connsiteY32" fmla="*/ 594475 h 1660822"/>
                <a:gd name="connsiteX33" fmla="*/ 3861381 w 4211600"/>
                <a:gd name="connsiteY33" fmla="*/ 544755 h 1660822"/>
                <a:gd name="connsiteX34" fmla="*/ 3950381 w 4211600"/>
                <a:gd name="connsiteY34" fmla="*/ 427978 h 1660822"/>
                <a:gd name="connsiteX35" fmla="*/ 4112370 w 4211600"/>
                <a:gd name="connsiteY35" fmla="*/ 201378 h 1660822"/>
                <a:gd name="connsiteX36" fmla="*/ 4195989 w 4211600"/>
                <a:gd name="connsiteY36" fmla="*/ 33834 h 1660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4211600" h="1660822">
                  <a:moveTo>
                    <a:pt x="4211600" y="0"/>
                  </a:moveTo>
                  <a:lnTo>
                    <a:pt x="4211600" y="58430"/>
                  </a:lnTo>
                  <a:lnTo>
                    <a:pt x="4136524" y="208808"/>
                  </a:lnTo>
                  <a:cubicBezTo>
                    <a:pt x="4089791" y="287770"/>
                    <a:pt x="4030588" y="363780"/>
                    <a:pt x="3973354" y="437313"/>
                  </a:cubicBezTo>
                  <a:cubicBezTo>
                    <a:pt x="3943819" y="475222"/>
                    <a:pt x="3913231" y="514465"/>
                    <a:pt x="3884746" y="553613"/>
                  </a:cubicBezTo>
                  <a:cubicBezTo>
                    <a:pt x="3872801" y="569996"/>
                    <a:pt x="3861119" y="586569"/>
                    <a:pt x="3849435" y="603143"/>
                  </a:cubicBezTo>
                  <a:cubicBezTo>
                    <a:pt x="3796665" y="678009"/>
                    <a:pt x="3742187" y="755352"/>
                    <a:pt x="3661849" y="819075"/>
                  </a:cubicBezTo>
                  <a:cubicBezTo>
                    <a:pt x="3596214" y="871176"/>
                    <a:pt x="3509050" y="916230"/>
                    <a:pt x="3402589" y="952996"/>
                  </a:cubicBezTo>
                  <a:cubicBezTo>
                    <a:pt x="3312406" y="984048"/>
                    <a:pt x="3215660" y="1005003"/>
                    <a:pt x="3130202" y="1023386"/>
                  </a:cubicBezTo>
                  <a:cubicBezTo>
                    <a:pt x="3058529" y="1038816"/>
                    <a:pt x="2985412" y="1053675"/>
                    <a:pt x="2914657" y="1068058"/>
                  </a:cubicBezTo>
                  <a:cubicBezTo>
                    <a:pt x="2805176" y="1090251"/>
                    <a:pt x="2692021" y="1113207"/>
                    <a:pt x="2582149" y="1138924"/>
                  </a:cubicBezTo>
                  <a:cubicBezTo>
                    <a:pt x="2549330" y="1146639"/>
                    <a:pt x="2516644" y="1154450"/>
                    <a:pt x="2483958" y="1162356"/>
                  </a:cubicBezTo>
                  <a:cubicBezTo>
                    <a:pt x="2367257" y="1190550"/>
                    <a:pt x="2246621" y="1219601"/>
                    <a:pt x="2123750" y="1238651"/>
                  </a:cubicBezTo>
                  <a:cubicBezTo>
                    <a:pt x="2004294" y="1257129"/>
                    <a:pt x="1880769" y="1265416"/>
                    <a:pt x="1761444" y="1273417"/>
                  </a:cubicBezTo>
                  <a:cubicBezTo>
                    <a:pt x="1711167" y="1276751"/>
                    <a:pt x="1659184" y="1280275"/>
                    <a:pt x="1608382" y="1284466"/>
                  </a:cubicBezTo>
                  <a:cubicBezTo>
                    <a:pt x="1408589" y="1300944"/>
                    <a:pt x="1214570" y="1325805"/>
                    <a:pt x="999942" y="1354284"/>
                  </a:cubicBezTo>
                  <a:cubicBezTo>
                    <a:pt x="826403" y="1377240"/>
                    <a:pt x="647744" y="1400957"/>
                    <a:pt x="484705" y="1450487"/>
                  </a:cubicBezTo>
                  <a:cubicBezTo>
                    <a:pt x="355831" y="1489635"/>
                    <a:pt x="231387" y="1544374"/>
                    <a:pt x="113310" y="1613700"/>
                  </a:cubicBezTo>
                  <a:lnTo>
                    <a:pt x="39668" y="1660822"/>
                  </a:lnTo>
                  <a:lnTo>
                    <a:pt x="0" y="1660822"/>
                  </a:lnTo>
                  <a:lnTo>
                    <a:pt x="96701" y="1598934"/>
                  </a:lnTo>
                  <a:cubicBezTo>
                    <a:pt x="216635" y="1528533"/>
                    <a:pt x="343196" y="1472919"/>
                    <a:pt x="474335" y="1433056"/>
                  </a:cubicBezTo>
                  <a:cubicBezTo>
                    <a:pt x="639999" y="1382669"/>
                    <a:pt x="820102" y="1358856"/>
                    <a:pt x="994299" y="1335806"/>
                  </a:cubicBezTo>
                  <a:cubicBezTo>
                    <a:pt x="1210239" y="1307231"/>
                    <a:pt x="1404650" y="1282275"/>
                    <a:pt x="1605231" y="1265702"/>
                  </a:cubicBezTo>
                  <a:cubicBezTo>
                    <a:pt x="1656428" y="1261511"/>
                    <a:pt x="1708411" y="1257987"/>
                    <a:pt x="1758819" y="1254558"/>
                  </a:cubicBezTo>
                  <a:cubicBezTo>
                    <a:pt x="1877487" y="1246557"/>
                    <a:pt x="2000094" y="1238365"/>
                    <a:pt x="2118106" y="1220077"/>
                  </a:cubicBezTo>
                  <a:cubicBezTo>
                    <a:pt x="2239531" y="1201313"/>
                    <a:pt x="2359513" y="1172357"/>
                    <a:pt x="2475557" y="1144353"/>
                  </a:cubicBezTo>
                  <a:cubicBezTo>
                    <a:pt x="2508243" y="1136448"/>
                    <a:pt x="2541060" y="1128542"/>
                    <a:pt x="2573878" y="1120827"/>
                  </a:cubicBezTo>
                  <a:cubicBezTo>
                    <a:pt x="2684276" y="1094919"/>
                    <a:pt x="2797694" y="1071963"/>
                    <a:pt x="2907437" y="1049675"/>
                  </a:cubicBezTo>
                  <a:cubicBezTo>
                    <a:pt x="2978061" y="1035387"/>
                    <a:pt x="3051178" y="1020528"/>
                    <a:pt x="3122589" y="1005098"/>
                  </a:cubicBezTo>
                  <a:cubicBezTo>
                    <a:pt x="3206997" y="986810"/>
                    <a:pt x="3302823" y="966141"/>
                    <a:pt x="3391169" y="935756"/>
                  </a:cubicBezTo>
                  <a:cubicBezTo>
                    <a:pt x="3494479" y="900132"/>
                    <a:pt x="3578886" y="856508"/>
                    <a:pt x="3642290" y="806216"/>
                  </a:cubicBezTo>
                  <a:cubicBezTo>
                    <a:pt x="3720133" y="744303"/>
                    <a:pt x="3773953" y="668103"/>
                    <a:pt x="3825937" y="594475"/>
                  </a:cubicBezTo>
                  <a:cubicBezTo>
                    <a:pt x="3837621" y="577902"/>
                    <a:pt x="3849435" y="561233"/>
                    <a:pt x="3861381" y="544755"/>
                  </a:cubicBezTo>
                  <a:cubicBezTo>
                    <a:pt x="3889997" y="505416"/>
                    <a:pt x="3920715" y="465983"/>
                    <a:pt x="3950381" y="427978"/>
                  </a:cubicBezTo>
                  <a:cubicBezTo>
                    <a:pt x="4007353" y="354921"/>
                    <a:pt x="4066163" y="279388"/>
                    <a:pt x="4112370" y="201378"/>
                  </a:cubicBezTo>
                  <a:cubicBezTo>
                    <a:pt x="4144662" y="146800"/>
                    <a:pt x="4170785" y="89364"/>
                    <a:pt x="4195989" y="33834"/>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Tree>
    <p:extLst>
      <p:ext uri="{BB962C8B-B14F-4D97-AF65-F5344CB8AC3E}">
        <p14:creationId xmlns:p14="http://schemas.microsoft.com/office/powerpoint/2010/main" val="99678705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47A131F-D5DE-41A5-B4CF-4F345319B4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2"/>
          </a:solid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65000"/>
                  <a:lumOff val="35000"/>
                </a:schemeClr>
              </a:solidFill>
              <a:latin typeface="AvenirNext LT Pro Medium" panose="020B0504020202020204" pitchFamily="34" charset="0"/>
            </a:endParaRPr>
          </a:p>
        </p:txBody>
      </p:sp>
      <p:sp>
        <p:nvSpPr>
          <p:cNvPr id="13" name="Freeform: Shape 12">
            <a:extLst>
              <a:ext uri="{FF2B5EF4-FFF2-40B4-BE49-F238E27FC236}">
                <a16:creationId xmlns:a16="http://schemas.microsoft.com/office/drawing/2014/main" id="{3AF4666D-BD98-40A5-A75F-478B982010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692844" y="-3086"/>
            <a:ext cx="1326111" cy="59760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spcAft>
                <a:spcPts val="600"/>
              </a:spcAft>
            </a:pPr>
            <a:r>
              <a:rPr lang="en-US">
                <a:solidFill>
                  <a:schemeClr val="tx1">
                    <a:lumMod val="65000"/>
                    <a:lumOff val="35000"/>
                  </a:schemeClr>
                </a:solidFill>
                <a:latin typeface="AvenirNext LT Pro Medium" panose="020B0504020202020204" pitchFamily="34" charset="0"/>
              </a:rPr>
              <a:t> </a:t>
            </a:r>
          </a:p>
        </p:txBody>
      </p:sp>
      <p:sp>
        <p:nvSpPr>
          <p:cNvPr id="15" name="Freeform: Shape 14">
            <a:extLst>
              <a:ext uri="{FF2B5EF4-FFF2-40B4-BE49-F238E27FC236}">
                <a16:creationId xmlns:a16="http://schemas.microsoft.com/office/drawing/2014/main" id="{68680585-71F9-4721-A998-4974171D2E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9256" y="6172200"/>
            <a:ext cx="1482102" cy="67936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spcAft>
                <a:spcPts val="600"/>
              </a:spcAft>
            </a:pPr>
            <a:r>
              <a:rPr lang="en-US">
                <a:solidFill>
                  <a:schemeClr val="tx1">
                    <a:lumMod val="65000"/>
                    <a:lumOff val="35000"/>
                  </a:schemeClr>
                </a:solidFill>
                <a:latin typeface="AvenirNext LT Pro Medium" panose="020B0504020202020204" pitchFamily="34" charset="0"/>
              </a:rPr>
              <a:t> </a:t>
            </a:r>
          </a:p>
        </p:txBody>
      </p:sp>
      <p:sp>
        <p:nvSpPr>
          <p:cNvPr id="17" name="Freeform: Shape 16">
            <a:extLst>
              <a:ext uri="{FF2B5EF4-FFF2-40B4-BE49-F238E27FC236}">
                <a16:creationId xmlns:a16="http://schemas.microsoft.com/office/drawing/2014/main" id="{12BC95C2-2EEC-4F59-ABA8-660B0D059C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977352" y="5197178"/>
            <a:ext cx="4211600" cy="1660822"/>
          </a:xfrm>
          <a:custGeom>
            <a:avLst/>
            <a:gdLst>
              <a:gd name="connsiteX0" fmla="*/ 4211600 w 4211600"/>
              <a:gd name="connsiteY0" fmla="*/ 0 h 1660822"/>
              <a:gd name="connsiteX1" fmla="*/ 4211600 w 4211600"/>
              <a:gd name="connsiteY1" fmla="*/ 58430 h 1660822"/>
              <a:gd name="connsiteX2" fmla="*/ 4136524 w 4211600"/>
              <a:gd name="connsiteY2" fmla="*/ 208808 h 1660822"/>
              <a:gd name="connsiteX3" fmla="*/ 3973354 w 4211600"/>
              <a:gd name="connsiteY3" fmla="*/ 437313 h 1660822"/>
              <a:gd name="connsiteX4" fmla="*/ 3884746 w 4211600"/>
              <a:gd name="connsiteY4" fmla="*/ 553613 h 1660822"/>
              <a:gd name="connsiteX5" fmla="*/ 3849435 w 4211600"/>
              <a:gd name="connsiteY5" fmla="*/ 603143 h 1660822"/>
              <a:gd name="connsiteX6" fmla="*/ 3661849 w 4211600"/>
              <a:gd name="connsiteY6" fmla="*/ 819075 h 1660822"/>
              <a:gd name="connsiteX7" fmla="*/ 3402589 w 4211600"/>
              <a:gd name="connsiteY7" fmla="*/ 952996 h 1660822"/>
              <a:gd name="connsiteX8" fmla="*/ 3130202 w 4211600"/>
              <a:gd name="connsiteY8" fmla="*/ 1023386 h 1660822"/>
              <a:gd name="connsiteX9" fmla="*/ 2914657 w 4211600"/>
              <a:gd name="connsiteY9" fmla="*/ 1068058 h 1660822"/>
              <a:gd name="connsiteX10" fmla="*/ 2582149 w 4211600"/>
              <a:gd name="connsiteY10" fmla="*/ 1138924 h 1660822"/>
              <a:gd name="connsiteX11" fmla="*/ 2483958 w 4211600"/>
              <a:gd name="connsiteY11" fmla="*/ 1162356 h 1660822"/>
              <a:gd name="connsiteX12" fmla="*/ 2123750 w 4211600"/>
              <a:gd name="connsiteY12" fmla="*/ 1238651 h 1660822"/>
              <a:gd name="connsiteX13" fmla="*/ 1761444 w 4211600"/>
              <a:gd name="connsiteY13" fmla="*/ 1273417 h 1660822"/>
              <a:gd name="connsiteX14" fmla="*/ 1608382 w 4211600"/>
              <a:gd name="connsiteY14" fmla="*/ 1284466 h 1660822"/>
              <a:gd name="connsiteX15" fmla="*/ 999942 w 4211600"/>
              <a:gd name="connsiteY15" fmla="*/ 1354284 h 1660822"/>
              <a:gd name="connsiteX16" fmla="*/ 484705 w 4211600"/>
              <a:gd name="connsiteY16" fmla="*/ 1450487 h 1660822"/>
              <a:gd name="connsiteX17" fmla="*/ 113310 w 4211600"/>
              <a:gd name="connsiteY17" fmla="*/ 1613700 h 1660822"/>
              <a:gd name="connsiteX18" fmla="*/ 39668 w 4211600"/>
              <a:gd name="connsiteY18" fmla="*/ 1660822 h 1660822"/>
              <a:gd name="connsiteX19" fmla="*/ 0 w 4211600"/>
              <a:gd name="connsiteY19" fmla="*/ 1660822 h 1660822"/>
              <a:gd name="connsiteX20" fmla="*/ 96701 w 4211600"/>
              <a:gd name="connsiteY20" fmla="*/ 1598934 h 1660822"/>
              <a:gd name="connsiteX21" fmla="*/ 474335 w 4211600"/>
              <a:gd name="connsiteY21" fmla="*/ 1433056 h 1660822"/>
              <a:gd name="connsiteX22" fmla="*/ 994299 w 4211600"/>
              <a:gd name="connsiteY22" fmla="*/ 1335806 h 1660822"/>
              <a:gd name="connsiteX23" fmla="*/ 1605231 w 4211600"/>
              <a:gd name="connsiteY23" fmla="*/ 1265702 h 1660822"/>
              <a:gd name="connsiteX24" fmla="*/ 1758819 w 4211600"/>
              <a:gd name="connsiteY24" fmla="*/ 1254558 h 1660822"/>
              <a:gd name="connsiteX25" fmla="*/ 2118106 w 4211600"/>
              <a:gd name="connsiteY25" fmla="*/ 1220077 h 1660822"/>
              <a:gd name="connsiteX26" fmla="*/ 2475557 w 4211600"/>
              <a:gd name="connsiteY26" fmla="*/ 1144353 h 1660822"/>
              <a:gd name="connsiteX27" fmla="*/ 2573878 w 4211600"/>
              <a:gd name="connsiteY27" fmla="*/ 1120827 h 1660822"/>
              <a:gd name="connsiteX28" fmla="*/ 2907437 w 4211600"/>
              <a:gd name="connsiteY28" fmla="*/ 1049675 h 1660822"/>
              <a:gd name="connsiteX29" fmla="*/ 3122589 w 4211600"/>
              <a:gd name="connsiteY29" fmla="*/ 1005098 h 1660822"/>
              <a:gd name="connsiteX30" fmla="*/ 3391169 w 4211600"/>
              <a:gd name="connsiteY30" fmla="*/ 935756 h 1660822"/>
              <a:gd name="connsiteX31" fmla="*/ 3642290 w 4211600"/>
              <a:gd name="connsiteY31" fmla="*/ 806216 h 1660822"/>
              <a:gd name="connsiteX32" fmla="*/ 3825937 w 4211600"/>
              <a:gd name="connsiteY32" fmla="*/ 594475 h 1660822"/>
              <a:gd name="connsiteX33" fmla="*/ 3861381 w 4211600"/>
              <a:gd name="connsiteY33" fmla="*/ 544755 h 1660822"/>
              <a:gd name="connsiteX34" fmla="*/ 3950381 w 4211600"/>
              <a:gd name="connsiteY34" fmla="*/ 427978 h 1660822"/>
              <a:gd name="connsiteX35" fmla="*/ 4112370 w 4211600"/>
              <a:gd name="connsiteY35" fmla="*/ 201378 h 1660822"/>
              <a:gd name="connsiteX36" fmla="*/ 4195989 w 4211600"/>
              <a:gd name="connsiteY36" fmla="*/ 33834 h 1660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4211600" h="1660822">
                <a:moveTo>
                  <a:pt x="4211600" y="0"/>
                </a:moveTo>
                <a:lnTo>
                  <a:pt x="4211600" y="58430"/>
                </a:lnTo>
                <a:lnTo>
                  <a:pt x="4136524" y="208808"/>
                </a:lnTo>
                <a:cubicBezTo>
                  <a:pt x="4089791" y="287770"/>
                  <a:pt x="4030588" y="363780"/>
                  <a:pt x="3973354" y="437313"/>
                </a:cubicBezTo>
                <a:cubicBezTo>
                  <a:pt x="3943819" y="475222"/>
                  <a:pt x="3913231" y="514465"/>
                  <a:pt x="3884746" y="553613"/>
                </a:cubicBezTo>
                <a:cubicBezTo>
                  <a:pt x="3872801" y="569996"/>
                  <a:pt x="3861119" y="586569"/>
                  <a:pt x="3849435" y="603143"/>
                </a:cubicBezTo>
                <a:cubicBezTo>
                  <a:pt x="3796665" y="678009"/>
                  <a:pt x="3742187" y="755352"/>
                  <a:pt x="3661849" y="819075"/>
                </a:cubicBezTo>
                <a:cubicBezTo>
                  <a:pt x="3596214" y="871176"/>
                  <a:pt x="3509050" y="916230"/>
                  <a:pt x="3402589" y="952996"/>
                </a:cubicBezTo>
                <a:cubicBezTo>
                  <a:pt x="3312406" y="984048"/>
                  <a:pt x="3215660" y="1005003"/>
                  <a:pt x="3130202" y="1023386"/>
                </a:cubicBezTo>
                <a:cubicBezTo>
                  <a:pt x="3058529" y="1038816"/>
                  <a:pt x="2985412" y="1053675"/>
                  <a:pt x="2914657" y="1068058"/>
                </a:cubicBezTo>
                <a:cubicBezTo>
                  <a:pt x="2805176" y="1090251"/>
                  <a:pt x="2692021" y="1113207"/>
                  <a:pt x="2582149" y="1138924"/>
                </a:cubicBezTo>
                <a:cubicBezTo>
                  <a:pt x="2549330" y="1146639"/>
                  <a:pt x="2516644" y="1154450"/>
                  <a:pt x="2483958" y="1162356"/>
                </a:cubicBezTo>
                <a:cubicBezTo>
                  <a:pt x="2367257" y="1190550"/>
                  <a:pt x="2246621" y="1219601"/>
                  <a:pt x="2123750" y="1238651"/>
                </a:cubicBezTo>
                <a:cubicBezTo>
                  <a:pt x="2004294" y="1257129"/>
                  <a:pt x="1880769" y="1265416"/>
                  <a:pt x="1761444" y="1273417"/>
                </a:cubicBezTo>
                <a:cubicBezTo>
                  <a:pt x="1711167" y="1276751"/>
                  <a:pt x="1659184" y="1280275"/>
                  <a:pt x="1608382" y="1284466"/>
                </a:cubicBezTo>
                <a:cubicBezTo>
                  <a:pt x="1408589" y="1300944"/>
                  <a:pt x="1214570" y="1325805"/>
                  <a:pt x="999942" y="1354284"/>
                </a:cubicBezTo>
                <a:cubicBezTo>
                  <a:pt x="826403" y="1377240"/>
                  <a:pt x="647744" y="1400957"/>
                  <a:pt x="484705" y="1450487"/>
                </a:cubicBezTo>
                <a:cubicBezTo>
                  <a:pt x="355831" y="1489635"/>
                  <a:pt x="231387" y="1544374"/>
                  <a:pt x="113310" y="1613700"/>
                </a:cubicBezTo>
                <a:lnTo>
                  <a:pt x="39668" y="1660822"/>
                </a:lnTo>
                <a:lnTo>
                  <a:pt x="0" y="1660822"/>
                </a:lnTo>
                <a:lnTo>
                  <a:pt x="96701" y="1598934"/>
                </a:lnTo>
                <a:cubicBezTo>
                  <a:pt x="216635" y="1528533"/>
                  <a:pt x="343196" y="1472919"/>
                  <a:pt x="474335" y="1433056"/>
                </a:cubicBezTo>
                <a:cubicBezTo>
                  <a:pt x="639999" y="1382669"/>
                  <a:pt x="820102" y="1358856"/>
                  <a:pt x="994299" y="1335806"/>
                </a:cubicBezTo>
                <a:cubicBezTo>
                  <a:pt x="1210239" y="1307231"/>
                  <a:pt x="1404650" y="1282275"/>
                  <a:pt x="1605231" y="1265702"/>
                </a:cubicBezTo>
                <a:cubicBezTo>
                  <a:pt x="1656428" y="1261511"/>
                  <a:pt x="1708411" y="1257987"/>
                  <a:pt x="1758819" y="1254558"/>
                </a:cubicBezTo>
                <a:cubicBezTo>
                  <a:pt x="1877487" y="1246557"/>
                  <a:pt x="2000094" y="1238365"/>
                  <a:pt x="2118106" y="1220077"/>
                </a:cubicBezTo>
                <a:cubicBezTo>
                  <a:pt x="2239531" y="1201313"/>
                  <a:pt x="2359513" y="1172357"/>
                  <a:pt x="2475557" y="1144353"/>
                </a:cubicBezTo>
                <a:cubicBezTo>
                  <a:pt x="2508243" y="1136448"/>
                  <a:pt x="2541060" y="1128542"/>
                  <a:pt x="2573878" y="1120827"/>
                </a:cubicBezTo>
                <a:cubicBezTo>
                  <a:pt x="2684276" y="1094919"/>
                  <a:pt x="2797694" y="1071963"/>
                  <a:pt x="2907437" y="1049675"/>
                </a:cubicBezTo>
                <a:cubicBezTo>
                  <a:pt x="2978061" y="1035387"/>
                  <a:pt x="3051178" y="1020528"/>
                  <a:pt x="3122589" y="1005098"/>
                </a:cubicBezTo>
                <a:cubicBezTo>
                  <a:pt x="3206997" y="986810"/>
                  <a:pt x="3302823" y="966141"/>
                  <a:pt x="3391169" y="935756"/>
                </a:cubicBezTo>
                <a:cubicBezTo>
                  <a:pt x="3494479" y="900132"/>
                  <a:pt x="3578886" y="856508"/>
                  <a:pt x="3642290" y="806216"/>
                </a:cubicBezTo>
                <a:cubicBezTo>
                  <a:pt x="3720133" y="744303"/>
                  <a:pt x="3773953" y="668103"/>
                  <a:pt x="3825937" y="594475"/>
                </a:cubicBezTo>
                <a:cubicBezTo>
                  <a:pt x="3837621" y="577902"/>
                  <a:pt x="3849435" y="561233"/>
                  <a:pt x="3861381" y="544755"/>
                </a:cubicBezTo>
                <a:cubicBezTo>
                  <a:pt x="3889997" y="505416"/>
                  <a:pt x="3920715" y="465983"/>
                  <a:pt x="3950381" y="427978"/>
                </a:cubicBezTo>
                <a:cubicBezTo>
                  <a:pt x="4007353" y="354921"/>
                  <a:pt x="4066163" y="279388"/>
                  <a:pt x="4112370" y="201378"/>
                </a:cubicBezTo>
                <a:cubicBezTo>
                  <a:pt x="4144662" y="146800"/>
                  <a:pt x="4170785" y="89364"/>
                  <a:pt x="4195989" y="33834"/>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9" name="Graphic 141">
            <a:extLst>
              <a:ext uri="{FF2B5EF4-FFF2-40B4-BE49-F238E27FC236}">
                <a16:creationId xmlns:a16="http://schemas.microsoft.com/office/drawing/2014/main" id="{03E9870D-4BBA-43AF-8D44-BBADF020CFF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849" y="15178"/>
            <a:ext cx="2198951" cy="3331254"/>
            <a:chOff x="4473129" y="923925"/>
            <a:chExt cx="3308947" cy="5012817"/>
          </a:xfrm>
          <a:noFill/>
        </p:grpSpPr>
        <p:sp>
          <p:nvSpPr>
            <p:cNvPr id="20" name="Freeform: Shape 19">
              <a:extLst>
                <a:ext uri="{FF2B5EF4-FFF2-40B4-BE49-F238E27FC236}">
                  <a16:creationId xmlns:a16="http://schemas.microsoft.com/office/drawing/2014/main" id="{34BC5055-C77D-43CD-BB1D-A77B6779CD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85988" y="924020"/>
              <a:ext cx="3296088" cy="5012722"/>
            </a:xfrm>
            <a:custGeom>
              <a:avLst/>
              <a:gdLst>
                <a:gd name="connsiteX0" fmla="*/ 0 w 3296088"/>
                <a:gd name="connsiteY0" fmla="*/ 5012722 h 5012722"/>
                <a:gd name="connsiteX1" fmla="*/ 244031 w 3296088"/>
                <a:gd name="connsiteY1" fmla="*/ 4820222 h 5012722"/>
                <a:gd name="connsiteX2" fmla="*/ 729234 w 3296088"/>
                <a:gd name="connsiteY2" fmla="*/ 4360641 h 5012722"/>
                <a:gd name="connsiteX3" fmla="*/ 881444 w 3296088"/>
                <a:gd name="connsiteY3" fmla="*/ 4173950 h 5012722"/>
                <a:gd name="connsiteX4" fmla="*/ 1151287 w 3296088"/>
                <a:gd name="connsiteY4" fmla="*/ 3972877 h 5012722"/>
                <a:gd name="connsiteX5" fmla="*/ 1498664 w 3296088"/>
                <a:gd name="connsiteY5" fmla="*/ 3786188 h 5012722"/>
                <a:gd name="connsiteX6" fmla="*/ 1716881 w 3296088"/>
                <a:gd name="connsiteY6" fmla="*/ 3674174 h 5012722"/>
                <a:gd name="connsiteX7" fmla="*/ 1913573 w 3296088"/>
                <a:gd name="connsiteY7" fmla="*/ 3477387 h 5012722"/>
                <a:gd name="connsiteX8" fmla="*/ 2167700 w 3296088"/>
                <a:gd name="connsiteY8" fmla="*/ 3042190 h 5012722"/>
                <a:gd name="connsiteX9" fmla="*/ 2273903 w 3296088"/>
                <a:gd name="connsiteY9" fmla="*/ 2775014 h 5012722"/>
                <a:gd name="connsiteX10" fmla="*/ 2463356 w 3296088"/>
                <a:gd name="connsiteY10" fmla="*/ 2335530 h 5012722"/>
                <a:gd name="connsiteX11" fmla="*/ 2741866 w 3296088"/>
                <a:gd name="connsiteY11" fmla="*/ 1982248 h 5012722"/>
                <a:gd name="connsiteX12" fmla="*/ 2985897 w 3296088"/>
                <a:gd name="connsiteY12" fmla="*/ 1634681 h 5012722"/>
                <a:gd name="connsiteX13" fmla="*/ 3212687 w 3296088"/>
                <a:gd name="connsiteY13" fmla="*/ 1226820 h 5012722"/>
                <a:gd name="connsiteX14" fmla="*/ 3281553 w 3296088"/>
                <a:gd name="connsiteY14" fmla="*/ 959644 h 5012722"/>
                <a:gd name="connsiteX15" fmla="*/ 3295936 w 3296088"/>
                <a:gd name="connsiteY15" fmla="*/ 701135 h 5012722"/>
                <a:gd name="connsiteX16" fmla="*/ 3267266 w 3296088"/>
                <a:gd name="connsiteY16" fmla="*/ 436817 h 5012722"/>
                <a:gd name="connsiteX17" fmla="*/ 3105341 w 3296088"/>
                <a:gd name="connsiteY17" fmla="*/ 0 h 501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296088" h="5012722">
                  <a:moveTo>
                    <a:pt x="0" y="5012722"/>
                  </a:moveTo>
                  <a:cubicBezTo>
                    <a:pt x="81820" y="4949095"/>
                    <a:pt x="163544" y="4885468"/>
                    <a:pt x="244031" y="4820222"/>
                  </a:cubicBezTo>
                  <a:cubicBezTo>
                    <a:pt x="417671" y="4679633"/>
                    <a:pt x="589883" y="4535139"/>
                    <a:pt x="729234" y="4360641"/>
                  </a:cubicBezTo>
                  <a:cubicBezTo>
                    <a:pt x="779431" y="4297776"/>
                    <a:pt x="825818" y="4231958"/>
                    <a:pt x="881444" y="4173950"/>
                  </a:cubicBezTo>
                  <a:cubicBezTo>
                    <a:pt x="959358" y="4092607"/>
                    <a:pt x="1054799" y="4031075"/>
                    <a:pt x="1151287" y="3972877"/>
                  </a:cubicBezTo>
                  <a:cubicBezTo>
                    <a:pt x="1263968" y="3904964"/>
                    <a:pt x="1379315" y="3841337"/>
                    <a:pt x="1498664" y="3786188"/>
                  </a:cubicBezTo>
                  <a:cubicBezTo>
                    <a:pt x="1573149" y="3751802"/>
                    <a:pt x="1649159" y="3720179"/>
                    <a:pt x="1716881" y="3674174"/>
                  </a:cubicBezTo>
                  <a:cubicBezTo>
                    <a:pt x="1794034" y="3621691"/>
                    <a:pt x="1856708" y="3551492"/>
                    <a:pt x="1913573" y="3477387"/>
                  </a:cubicBezTo>
                  <a:cubicBezTo>
                    <a:pt x="2016157" y="3343751"/>
                    <a:pt x="2099024" y="3196114"/>
                    <a:pt x="2167700" y="3042190"/>
                  </a:cubicBezTo>
                  <a:cubicBezTo>
                    <a:pt x="2206752" y="2954655"/>
                    <a:pt x="2241233" y="2865215"/>
                    <a:pt x="2273903" y="2775014"/>
                  </a:cubicBezTo>
                  <a:cubicBezTo>
                    <a:pt x="2328482" y="2624423"/>
                    <a:pt x="2379440" y="2471642"/>
                    <a:pt x="2463356" y="2335530"/>
                  </a:cubicBezTo>
                  <a:cubicBezTo>
                    <a:pt x="2542127" y="2207705"/>
                    <a:pt x="2647855" y="2099501"/>
                    <a:pt x="2741866" y="1982248"/>
                  </a:cubicBezTo>
                  <a:cubicBezTo>
                    <a:pt x="2830449" y="1871758"/>
                    <a:pt x="2908554" y="1753362"/>
                    <a:pt x="2985897" y="1634681"/>
                  </a:cubicBezTo>
                  <a:cubicBezTo>
                    <a:pt x="3071146" y="1503902"/>
                    <a:pt x="3156395" y="1372172"/>
                    <a:pt x="3212687" y="1226820"/>
                  </a:cubicBezTo>
                  <a:cubicBezTo>
                    <a:pt x="3246025" y="1140809"/>
                    <a:pt x="3268790" y="1051084"/>
                    <a:pt x="3281553" y="959644"/>
                  </a:cubicBezTo>
                  <a:cubicBezTo>
                    <a:pt x="3293555" y="874014"/>
                    <a:pt x="3296888" y="787527"/>
                    <a:pt x="3295936" y="701135"/>
                  </a:cubicBezTo>
                  <a:cubicBezTo>
                    <a:pt x="3294888" y="612172"/>
                    <a:pt x="3289268" y="523018"/>
                    <a:pt x="3267266" y="436817"/>
                  </a:cubicBezTo>
                  <a:cubicBezTo>
                    <a:pt x="3227832" y="282416"/>
                    <a:pt x="3105341" y="0"/>
                    <a:pt x="3105341" y="0"/>
                  </a:cubicBezTo>
                </a:path>
              </a:pathLst>
            </a:custGeom>
            <a:noFill/>
            <a:ln w="9525" cap="rnd">
              <a:solidFill>
                <a:schemeClr val="accent2">
                  <a:alpha val="75000"/>
                </a:schemeClr>
              </a:solidFill>
              <a:prstDash val="lgDash"/>
              <a:round/>
            </a:ln>
          </p:spPr>
          <p:txBody>
            <a:bodyPr rtlCol="0" anchor="ctr"/>
            <a:lstStyle/>
            <a:p>
              <a:endParaRPr lang="en-US"/>
            </a:p>
          </p:txBody>
        </p:sp>
        <p:sp>
          <p:nvSpPr>
            <p:cNvPr id="21" name="Freeform: Shape 20">
              <a:extLst>
                <a:ext uri="{FF2B5EF4-FFF2-40B4-BE49-F238E27FC236}">
                  <a16:creationId xmlns:a16="http://schemas.microsoft.com/office/drawing/2014/main" id="{DB12D0B8-9385-489A-85AE-3D14AD0BA2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73129" y="923925"/>
              <a:ext cx="2977477" cy="4627149"/>
            </a:xfrm>
            <a:custGeom>
              <a:avLst/>
              <a:gdLst>
                <a:gd name="connsiteX0" fmla="*/ 0 w 2977477"/>
                <a:gd name="connsiteY0" fmla="*/ 4627150 h 4627149"/>
                <a:gd name="connsiteX1" fmla="*/ 275082 w 2977477"/>
                <a:gd name="connsiteY1" fmla="*/ 4341590 h 4627149"/>
                <a:gd name="connsiteX2" fmla="*/ 502825 w 2977477"/>
                <a:gd name="connsiteY2" fmla="*/ 4054126 h 4627149"/>
                <a:gd name="connsiteX3" fmla="*/ 666179 w 2977477"/>
                <a:gd name="connsiteY3" fmla="*/ 3890677 h 4627149"/>
                <a:gd name="connsiteX4" fmla="*/ 864203 w 2977477"/>
                <a:gd name="connsiteY4" fmla="*/ 3675983 h 4627149"/>
                <a:gd name="connsiteX5" fmla="*/ 982599 w 2977477"/>
                <a:gd name="connsiteY5" fmla="*/ 3557492 h 4627149"/>
                <a:gd name="connsiteX6" fmla="*/ 1188244 w 2977477"/>
                <a:gd name="connsiteY6" fmla="*/ 3329654 h 4627149"/>
                <a:gd name="connsiteX7" fmla="*/ 1344740 w 2977477"/>
                <a:gd name="connsiteY7" fmla="*/ 3146774 h 4627149"/>
                <a:gd name="connsiteX8" fmla="*/ 1470755 w 2977477"/>
                <a:gd name="connsiteY8" fmla="*/ 2984659 h 4627149"/>
                <a:gd name="connsiteX9" fmla="*/ 1657636 w 2977477"/>
                <a:gd name="connsiteY9" fmla="*/ 2670239 h 4627149"/>
                <a:gd name="connsiteX10" fmla="*/ 1762887 w 2977477"/>
                <a:gd name="connsiteY10" fmla="*/ 2473547 h 4627149"/>
                <a:gd name="connsiteX11" fmla="*/ 1866710 w 2977477"/>
                <a:gd name="connsiteY11" fmla="*/ 2290667 h 4627149"/>
                <a:gd name="connsiteX12" fmla="*/ 2106263 w 2977477"/>
                <a:gd name="connsiteY12" fmla="*/ 2030254 h 4627149"/>
                <a:gd name="connsiteX13" fmla="*/ 2277237 w 2977477"/>
                <a:gd name="connsiteY13" fmla="*/ 1859185 h 4627149"/>
                <a:gd name="connsiteX14" fmla="*/ 2499455 w 2977477"/>
                <a:gd name="connsiteY14" fmla="*/ 1656207 h 4627149"/>
                <a:gd name="connsiteX15" fmla="*/ 2707100 w 2977477"/>
                <a:gd name="connsiteY15" fmla="*/ 1390269 h 4627149"/>
                <a:gd name="connsiteX16" fmla="*/ 2812352 w 2977477"/>
                <a:gd name="connsiteY16" fmla="*/ 1230916 h 4627149"/>
                <a:gd name="connsiteX17" fmla="*/ 2898172 w 2977477"/>
                <a:gd name="connsiteY17" fmla="*/ 1036987 h 4627149"/>
                <a:gd name="connsiteX18" fmla="*/ 2963228 w 2977477"/>
                <a:gd name="connsiteY18" fmla="*/ 850011 h 4627149"/>
                <a:gd name="connsiteX19" fmla="*/ 2977325 w 2977477"/>
                <a:gd name="connsiteY19" fmla="*/ 745427 h 4627149"/>
                <a:gd name="connsiteX20" fmla="*/ 2929509 w 2977477"/>
                <a:gd name="connsiteY20" fmla="*/ 480155 h 4627149"/>
                <a:gd name="connsiteX21" fmla="*/ 2563082 w 2977477"/>
                <a:gd name="connsiteY21" fmla="*/ 0 h 4627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77477" h="4627149">
                  <a:moveTo>
                    <a:pt x="0" y="4627150"/>
                  </a:moveTo>
                  <a:cubicBezTo>
                    <a:pt x="79820" y="4552283"/>
                    <a:pt x="203835" y="4424648"/>
                    <a:pt x="275082" y="4341590"/>
                  </a:cubicBezTo>
                  <a:cubicBezTo>
                    <a:pt x="354711" y="4248722"/>
                    <a:pt x="421005" y="4145090"/>
                    <a:pt x="502825" y="4054126"/>
                  </a:cubicBezTo>
                  <a:cubicBezTo>
                    <a:pt x="554355" y="3996881"/>
                    <a:pt x="612362" y="3945827"/>
                    <a:pt x="666179" y="3890677"/>
                  </a:cubicBezTo>
                  <a:cubicBezTo>
                    <a:pt x="734187" y="3821049"/>
                    <a:pt x="796671" y="3746183"/>
                    <a:pt x="864203" y="3675983"/>
                  </a:cubicBezTo>
                  <a:cubicBezTo>
                    <a:pt x="902875" y="3635788"/>
                    <a:pt x="943642" y="3597593"/>
                    <a:pt x="982599" y="3557492"/>
                  </a:cubicBezTo>
                  <a:cubicBezTo>
                    <a:pt x="1053941" y="3484150"/>
                    <a:pt x="1121378" y="3407093"/>
                    <a:pt x="1188244" y="3329654"/>
                  </a:cubicBezTo>
                  <a:cubicBezTo>
                    <a:pt x="1240631" y="3268885"/>
                    <a:pt x="1293495" y="3208496"/>
                    <a:pt x="1344740" y="3146774"/>
                  </a:cubicBezTo>
                  <a:cubicBezTo>
                    <a:pt x="1388459" y="3094101"/>
                    <a:pt x="1431512" y="3040761"/>
                    <a:pt x="1470755" y="2984659"/>
                  </a:cubicBezTo>
                  <a:cubicBezTo>
                    <a:pt x="1540764" y="2884646"/>
                    <a:pt x="1598771" y="2777109"/>
                    <a:pt x="1657636" y="2670239"/>
                  </a:cubicBezTo>
                  <a:cubicBezTo>
                    <a:pt x="1693545" y="2605088"/>
                    <a:pt x="1728502" y="2539460"/>
                    <a:pt x="1762887" y="2473547"/>
                  </a:cubicBezTo>
                  <a:cubicBezTo>
                    <a:pt x="1795367" y="2411349"/>
                    <a:pt x="1826419" y="2348103"/>
                    <a:pt x="1866710" y="2290667"/>
                  </a:cubicBezTo>
                  <a:cubicBezTo>
                    <a:pt x="1934623" y="2193893"/>
                    <a:pt x="2022729" y="2114169"/>
                    <a:pt x="2106263" y="2030254"/>
                  </a:cubicBezTo>
                  <a:cubicBezTo>
                    <a:pt x="2163128" y="1973104"/>
                    <a:pt x="2218182" y="1914049"/>
                    <a:pt x="2277237" y="1859185"/>
                  </a:cubicBezTo>
                  <a:cubicBezTo>
                    <a:pt x="2350770" y="1790891"/>
                    <a:pt x="2430304" y="1728978"/>
                    <a:pt x="2499455" y="1656207"/>
                  </a:cubicBezTo>
                  <a:cubicBezTo>
                    <a:pt x="2576989" y="1574578"/>
                    <a:pt x="2641568" y="1481900"/>
                    <a:pt x="2707100" y="1390269"/>
                  </a:cubicBezTo>
                  <a:cubicBezTo>
                    <a:pt x="2744153" y="1338453"/>
                    <a:pt x="2781586" y="1286732"/>
                    <a:pt x="2812352" y="1230916"/>
                  </a:cubicBezTo>
                  <a:cubicBezTo>
                    <a:pt x="2846546" y="1168908"/>
                    <a:pt x="2872550" y="1102900"/>
                    <a:pt x="2898172" y="1036987"/>
                  </a:cubicBezTo>
                  <a:cubicBezTo>
                    <a:pt x="2922175" y="975455"/>
                    <a:pt x="2948273" y="914305"/>
                    <a:pt x="2963228" y="850011"/>
                  </a:cubicBezTo>
                  <a:cubicBezTo>
                    <a:pt x="2971229" y="815626"/>
                    <a:pt x="2976563" y="780764"/>
                    <a:pt x="2977325" y="745427"/>
                  </a:cubicBezTo>
                  <a:cubicBezTo>
                    <a:pt x="2979230" y="654844"/>
                    <a:pt x="2963323" y="564261"/>
                    <a:pt x="2929509" y="480155"/>
                  </a:cubicBezTo>
                  <a:cubicBezTo>
                    <a:pt x="2851309" y="285655"/>
                    <a:pt x="2563082" y="0"/>
                    <a:pt x="2563082" y="0"/>
                  </a:cubicBezTo>
                </a:path>
              </a:pathLst>
            </a:custGeom>
            <a:noFill/>
            <a:ln w="9525" cap="rnd">
              <a:solidFill>
                <a:schemeClr val="accent2">
                  <a:alpha val="75000"/>
                </a:schemeClr>
              </a:solidFill>
              <a:prstDash val="lgDash"/>
              <a:round/>
            </a:ln>
          </p:spPr>
          <p:txBody>
            <a:bodyPr rtlCol="0" anchor="ctr"/>
            <a:lstStyle/>
            <a:p>
              <a:endParaRPr lang="en-US"/>
            </a:p>
          </p:txBody>
        </p:sp>
        <p:sp>
          <p:nvSpPr>
            <p:cNvPr id="22" name="Freeform: Shape 21">
              <a:extLst>
                <a:ext uri="{FF2B5EF4-FFF2-40B4-BE49-F238E27FC236}">
                  <a16:creationId xmlns:a16="http://schemas.microsoft.com/office/drawing/2014/main" id="{D158A14A-147E-4130-A5E2-38FD84B181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94561" y="923925"/>
              <a:ext cx="2356712" cy="4118991"/>
            </a:xfrm>
            <a:custGeom>
              <a:avLst/>
              <a:gdLst>
                <a:gd name="connsiteX0" fmla="*/ 1707071 w 2356712"/>
                <a:gd name="connsiteY0" fmla="*/ 0 h 4118991"/>
                <a:gd name="connsiteX1" fmla="*/ 1824514 w 2356712"/>
                <a:gd name="connsiteY1" fmla="*/ 244697 h 4118991"/>
                <a:gd name="connsiteX2" fmla="*/ 1908715 w 2356712"/>
                <a:gd name="connsiteY2" fmla="*/ 328994 h 4118991"/>
                <a:gd name="connsiteX3" fmla="*/ 2226469 w 2356712"/>
                <a:gd name="connsiteY3" fmla="*/ 603695 h 4118991"/>
                <a:gd name="connsiteX4" fmla="*/ 2355628 w 2356712"/>
                <a:gd name="connsiteY4" fmla="*/ 900494 h 4118991"/>
                <a:gd name="connsiteX5" fmla="*/ 2281428 w 2356712"/>
                <a:gd name="connsiteY5" fmla="*/ 1206913 h 4118991"/>
                <a:gd name="connsiteX6" fmla="*/ 2092452 w 2356712"/>
                <a:gd name="connsiteY6" fmla="*/ 1460659 h 4118991"/>
                <a:gd name="connsiteX7" fmla="*/ 1834039 w 2356712"/>
                <a:gd name="connsiteY7" fmla="*/ 1625822 h 4118991"/>
                <a:gd name="connsiteX8" fmla="*/ 1558862 w 2356712"/>
                <a:gd name="connsiteY8" fmla="*/ 1743075 h 4118991"/>
                <a:gd name="connsiteX9" fmla="*/ 1386554 w 2356712"/>
                <a:gd name="connsiteY9" fmla="*/ 1869948 h 4118991"/>
                <a:gd name="connsiteX10" fmla="*/ 1271683 w 2356712"/>
                <a:gd name="connsiteY10" fmla="*/ 2073402 h 4118991"/>
                <a:gd name="connsiteX11" fmla="*/ 1178338 w 2356712"/>
                <a:gd name="connsiteY11" fmla="*/ 2355914 h 4118991"/>
                <a:gd name="connsiteX12" fmla="*/ 1113758 w 2356712"/>
                <a:gd name="connsiteY12" fmla="*/ 2578513 h 4118991"/>
                <a:gd name="connsiteX13" fmla="*/ 1034796 w 2356712"/>
                <a:gd name="connsiteY13" fmla="*/ 2834640 h 4118991"/>
                <a:gd name="connsiteX14" fmla="*/ 905637 w 2356712"/>
                <a:gd name="connsiteY14" fmla="*/ 3081242 h 4118991"/>
                <a:gd name="connsiteX15" fmla="*/ 793147 w 2356712"/>
                <a:gd name="connsiteY15" fmla="*/ 3258407 h 4118991"/>
                <a:gd name="connsiteX16" fmla="*/ 546735 w 2356712"/>
                <a:gd name="connsiteY16" fmla="*/ 3571970 h 4118991"/>
                <a:gd name="connsiteX17" fmla="*/ 346996 w 2356712"/>
                <a:gd name="connsiteY17" fmla="*/ 3771900 h 4118991"/>
                <a:gd name="connsiteX18" fmla="*/ 174689 w 2356712"/>
                <a:gd name="connsiteY18" fmla="*/ 3944207 h 4118991"/>
                <a:gd name="connsiteX19" fmla="*/ 0 w 2356712"/>
                <a:gd name="connsiteY19" fmla="*/ 4118991 h 4118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356712" h="4118991">
                  <a:moveTo>
                    <a:pt x="1707071" y="0"/>
                  </a:moveTo>
                  <a:cubicBezTo>
                    <a:pt x="1715357" y="22098"/>
                    <a:pt x="1812608" y="224409"/>
                    <a:pt x="1824514" y="244697"/>
                  </a:cubicBezTo>
                  <a:cubicBezTo>
                    <a:pt x="1844802" y="279273"/>
                    <a:pt x="1876996" y="304324"/>
                    <a:pt x="1908715" y="328994"/>
                  </a:cubicBezTo>
                  <a:cubicBezTo>
                    <a:pt x="2019967" y="415195"/>
                    <a:pt x="2137886" y="494633"/>
                    <a:pt x="2226469" y="603695"/>
                  </a:cubicBezTo>
                  <a:cubicBezTo>
                    <a:pt x="2296287" y="689610"/>
                    <a:pt x="2347817" y="790480"/>
                    <a:pt x="2355628" y="900494"/>
                  </a:cubicBezTo>
                  <a:cubicBezTo>
                    <a:pt x="2363248" y="1007078"/>
                    <a:pt x="2329910" y="1111187"/>
                    <a:pt x="2281428" y="1206913"/>
                  </a:cubicBezTo>
                  <a:cubicBezTo>
                    <a:pt x="2233422" y="1301877"/>
                    <a:pt x="2170938" y="1388936"/>
                    <a:pt x="2092452" y="1460659"/>
                  </a:cubicBezTo>
                  <a:cubicBezTo>
                    <a:pt x="2016538" y="1530001"/>
                    <a:pt x="1927765" y="1583436"/>
                    <a:pt x="1834039" y="1625822"/>
                  </a:cubicBezTo>
                  <a:cubicBezTo>
                    <a:pt x="1743075" y="1666970"/>
                    <a:pt x="1647730" y="1697736"/>
                    <a:pt x="1558862" y="1743075"/>
                  </a:cubicBezTo>
                  <a:cubicBezTo>
                    <a:pt x="1494758" y="1775841"/>
                    <a:pt x="1434275" y="1816132"/>
                    <a:pt x="1386554" y="1869948"/>
                  </a:cubicBezTo>
                  <a:cubicBezTo>
                    <a:pt x="1334548" y="1928622"/>
                    <a:pt x="1300544" y="2000345"/>
                    <a:pt x="1271683" y="2073402"/>
                  </a:cubicBezTo>
                  <a:cubicBezTo>
                    <a:pt x="1235202" y="2165699"/>
                    <a:pt x="1206722" y="2260759"/>
                    <a:pt x="1178338" y="2355914"/>
                  </a:cubicBezTo>
                  <a:cubicBezTo>
                    <a:pt x="1156240" y="2429923"/>
                    <a:pt x="1134237" y="2504028"/>
                    <a:pt x="1113758" y="2578513"/>
                  </a:cubicBezTo>
                  <a:cubicBezTo>
                    <a:pt x="1090041" y="2664714"/>
                    <a:pt x="1068134" y="2751678"/>
                    <a:pt x="1034796" y="2834640"/>
                  </a:cubicBezTo>
                  <a:cubicBezTo>
                    <a:pt x="1000125" y="2920841"/>
                    <a:pt x="953643" y="3001613"/>
                    <a:pt x="905637" y="3081242"/>
                  </a:cubicBezTo>
                  <a:cubicBezTo>
                    <a:pt x="869442" y="3141155"/>
                    <a:pt x="832295" y="3200400"/>
                    <a:pt x="793147" y="3258407"/>
                  </a:cubicBezTo>
                  <a:cubicBezTo>
                    <a:pt x="718661" y="3368802"/>
                    <a:pt x="637223" y="3474434"/>
                    <a:pt x="546735" y="3571970"/>
                  </a:cubicBezTo>
                  <a:cubicBezTo>
                    <a:pt x="482632" y="3641027"/>
                    <a:pt x="414147" y="3705797"/>
                    <a:pt x="346996" y="3771900"/>
                  </a:cubicBezTo>
                  <a:cubicBezTo>
                    <a:pt x="288989" y="3828764"/>
                    <a:pt x="232029" y="3886676"/>
                    <a:pt x="174689" y="3944207"/>
                  </a:cubicBezTo>
                  <a:cubicBezTo>
                    <a:pt x="116586" y="4002596"/>
                    <a:pt x="58293" y="4060698"/>
                    <a:pt x="0" y="4118991"/>
                  </a:cubicBezTo>
                </a:path>
              </a:pathLst>
            </a:custGeom>
            <a:noFill/>
            <a:ln w="9525" cap="rnd">
              <a:solidFill>
                <a:schemeClr val="accent2">
                  <a:alpha val="75000"/>
                </a:schemeClr>
              </a:solidFill>
              <a:prstDash val="lgDash"/>
              <a:round/>
            </a:ln>
          </p:spPr>
          <p:txBody>
            <a:bodyPr rtlCol="0" anchor="ctr"/>
            <a:lstStyle/>
            <a:p>
              <a:endParaRPr lang="en-US"/>
            </a:p>
          </p:txBody>
        </p:sp>
        <p:sp>
          <p:nvSpPr>
            <p:cNvPr id="23" name="Freeform: Shape 22">
              <a:extLst>
                <a:ext uri="{FF2B5EF4-FFF2-40B4-BE49-F238E27FC236}">
                  <a16:creationId xmlns:a16="http://schemas.microsoft.com/office/drawing/2014/main" id="{75B8B1EB-5E2B-472C-AE60-2EC5961F16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73129" y="923925"/>
              <a:ext cx="2059193" cy="3980116"/>
            </a:xfrm>
            <a:custGeom>
              <a:avLst/>
              <a:gdLst>
                <a:gd name="connsiteX0" fmla="*/ 0 w 2059193"/>
                <a:gd name="connsiteY0" fmla="*/ 3980116 h 3980116"/>
                <a:gd name="connsiteX1" fmla="*/ 471583 w 2059193"/>
                <a:gd name="connsiteY1" fmla="*/ 3515678 h 3980116"/>
                <a:gd name="connsiteX2" fmla="*/ 758666 w 2059193"/>
                <a:gd name="connsiteY2" fmla="*/ 3163824 h 3980116"/>
                <a:gd name="connsiteX3" fmla="*/ 940499 w 2059193"/>
                <a:gd name="connsiteY3" fmla="*/ 2780824 h 3980116"/>
                <a:gd name="connsiteX4" fmla="*/ 1055370 w 2059193"/>
                <a:gd name="connsiteY4" fmla="*/ 2242185 h 3980116"/>
                <a:gd name="connsiteX5" fmla="*/ 1136714 w 2059193"/>
                <a:gd name="connsiteY5" fmla="*/ 1878330 h 3980116"/>
                <a:gd name="connsiteX6" fmla="*/ 1246727 w 2059193"/>
                <a:gd name="connsiteY6" fmla="*/ 1562386 h 3980116"/>
                <a:gd name="connsiteX7" fmla="*/ 1378363 w 2059193"/>
                <a:gd name="connsiteY7" fmla="*/ 1430750 h 3980116"/>
                <a:gd name="connsiteX8" fmla="*/ 1691831 w 2059193"/>
                <a:gd name="connsiteY8" fmla="*/ 1394841 h 3980116"/>
                <a:gd name="connsiteX9" fmla="*/ 1914335 w 2059193"/>
                <a:gd name="connsiteY9" fmla="*/ 1323023 h 3980116"/>
                <a:gd name="connsiteX10" fmla="*/ 2055495 w 2059193"/>
                <a:gd name="connsiteY10" fmla="*/ 1098042 h 3980116"/>
                <a:gd name="connsiteX11" fmla="*/ 2033969 w 2059193"/>
                <a:gd name="connsiteY11" fmla="*/ 930497 h 3980116"/>
                <a:gd name="connsiteX12" fmla="*/ 1885664 w 2059193"/>
                <a:gd name="connsiteY12" fmla="*/ 760571 h 3980116"/>
                <a:gd name="connsiteX13" fmla="*/ 1636871 w 2059193"/>
                <a:gd name="connsiteY13" fmla="*/ 612172 h 3980116"/>
                <a:gd name="connsiteX14" fmla="*/ 1335405 w 2059193"/>
                <a:gd name="connsiteY14" fmla="*/ 459010 h 3980116"/>
                <a:gd name="connsiteX15" fmla="*/ 1234916 w 2059193"/>
                <a:gd name="connsiteY15" fmla="*/ 269939 h 3980116"/>
                <a:gd name="connsiteX16" fmla="*/ 1386935 w 2059193"/>
                <a:gd name="connsiteY16" fmla="*/ 0 h 39801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9193" h="3980116">
                  <a:moveTo>
                    <a:pt x="0" y="3980116"/>
                  </a:moveTo>
                  <a:cubicBezTo>
                    <a:pt x="91345" y="3889534"/>
                    <a:pt x="382715" y="3608737"/>
                    <a:pt x="471583" y="3515678"/>
                  </a:cubicBezTo>
                  <a:cubicBezTo>
                    <a:pt x="576358" y="3405949"/>
                    <a:pt x="675989" y="3290983"/>
                    <a:pt x="758666" y="3163824"/>
                  </a:cubicBezTo>
                  <a:cubicBezTo>
                    <a:pt x="836105" y="3044857"/>
                    <a:pt x="897445" y="2916079"/>
                    <a:pt x="940499" y="2780824"/>
                  </a:cubicBezTo>
                  <a:cubicBezTo>
                    <a:pt x="996315" y="2605754"/>
                    <a:pt x="1020985" y="2422874"/>
                    <a:pt x="1055370" y="2242185"/>
                  </a:cubicBezTo>
                  <a:cubicBezTo>
                    <a:pt x="1078611" y="2120075"/>
                    <a:pt x="1107472" y="1999107"/>
                    <a:pt x="1136714" y="1878330"/>
                  </a:cubicBezTo>
                  <a:cubicBezTo>
                    <a:pt x="1163098" y="1769174"/>
                    <a:pt x="1189482" y="1658588"/>
                    <a:pt x="1246727" y="1562386"/>
                  </a:cubicBezTo>
                  <a:cubicBezTo>
                    <a:pt x="1279208" y="1507808"/>
                    <a:pt x="1321689" y="1459039"/>
                    <a:pt x="1378363" y="1430750"/>
                  </a:cubicBezTo>
                  <a:cubicBezTo>
                    <a:pt x="1473327" y="1383221"/>
                    <a:pt x="1584865" y="1402652"/>
                    <a:pt x="1691831" y="1394841"/>
                  </a:cubicBezTo>
                  <a:cubicBezTo>
                    <a:pt x="1771079" y="1389031"/>
                    <a:pt x="1849279" y="1368266"/>
                    <a:pt x="1914335" y="1323023"/>
                  </a:cubicBezTo>
                  <a:cubicBezTo>
                    <a:pt x="1989963" y="1270445"/>
                    <a:pt x="2041493" y="1189101"/>
                    <a:pt x="2055495" y="1098042"/>
                  </a:cubicBezTo>
                  <a:cubicBezTo>
                    <a:pt x="2064258" y="1041178"/>
                    <a:pt x="2057591" y="982980"/>
                    <a:pt x="2033969" y="930497"/>
                  </a:cubicBezTo>
                  <a:cubicBezTo>
                    <a:pt x="2002727" y="861060"/>
                    <a:pt x="1945958" y="807625"/>
                    <a:pt x="1885664" y="760571"/>
                  </a:cubicBezTo>
                  <a:cubicBezTo>
                    <a:pt x="1809179" y="700945"/>
                    <a:pt x="1725549" y="651415"/>
                    <a:pt x="1636871" y="612172"/>
                  </a:cubicBezTo>
                  <a:cubicBezTo>
                    <a:pt x="1532763" y="566071"/>
                    <a:pt x="1421606" y="532543"/>
                    <a:pt x="1335405" y="459010"/>
                  </a:cubicBezTo>
                  <a:cubicBezTo>
                    <a:pt x="1277969" y="409956"/>
                    <a:pt x="1232059" y="344615"/>
                    <a:pt x="1234916" y="269939"/>
                  </a:cubicBezTo>
                  <a:cubicBezTo>
                    <a:pt x="1237012" y="211741"/>
                    <a:pt x="1386935" y="0"/>
                    <a:pt x="1386935" y="0"/>
                  </a:cubicBezTo>
                </a:path>
              </a:pathLst>
            </a:custGeom>
            <a:noFill/>
            <a:ln w="9525" cap="rnd">
              <a:solidFill>
                <a:schemeClr val="accent2">
                  <a:alpha val="75000"/>
                </a:schemeClr>
              </a:solidFill>
              <a:prstDash val="lgDash"/>
              <a:round/>
            </a:ln>
          </p:spPr>
          <p:txBody>
            <a:bodyPr rtlCol="0" anchor="ctr"/>
            <a:lstStyle/>
            <a:p>
              <a:endParaRPr lang="en-US"/>
            </a:p>
          </p:txBody>
        </p:sp>
        <p:sp>
          <p:nvSpPr>
            <p:cNvPr id="24" name="Freeform: Shape 23">
              <a:extLst>
                <a:ext uri="{FF2B5EF4-FFF2-40B4-BE49-F238E27FC236}">
                  <a16:creationId xmlns:a16="http://schemas.microsoft.com/office/drawing/2014/main" id="{B4F5BD77-58D7-4B61-A666-1B4139A63A2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85131" y="1719357"/>
              <a:ext cx="743796" cy="2867501"/>
            </a:xfrm>
            <a:custGeom>
              <a:avLst/>
              <a:gdLst>
                <a:gd name="connsiteX0" fmla="*/ 11144 w 743796"/>
                <a:gd name="connsiteY0" fmla="*/ 0 h 2867501"/>
                <a:gd name="connsiteX1" fmla="*/ 353663 w 743796"/>
                <a:gd name="connsiteY1" fmla="*/ 55245 h 2867501"/>
                <a:gd name="connsiteX2" fmla="*/ 571405 w 743796"/>
                <a:gd name="connsiteY2" fmla="*/ 179737 h 2867501"/>
                <a:gd name="connsiteX3" fmla="*/ 688658 w 743796"/>
                <a:gd name="connsiteY3" fmla="*/ 368808 h 2867501"/>
                <a:gd name="connsiteX4" fmla="*/ 731711 w 743796"/>
                <a:gd name="connsiteY4" fmla="*/ 612934 h 2867501"/>
                <a:gd name="connsiteX5" fmla="*/ 725233 w 743796"/>
                <a:gd name="connsiteY5" fmla="*/ 995648 h 2867501"/>
                <a:gd name="connsiteX6" fmla="*/ 742855 w 743796"/>
                <a:gd name="connsiteY6" fmla="*/ 1499330 h 2867501"/>
                <a:gd name="connsiteX7" fmla="*/ 707898 w 743796"/>
                <a:gd name="connsiteY7" fmla="*/ 1793081 h 2867501"/>
                <a:gd name="connsiteX8" fmla="*/ 633222 w 743796"/>
                <a:gd name="connsiteY8" fmla="*/ 2073592 h 2867501"/>
                <a:gd name="connsiteX9" fmla="*/ 404527 w 743796"/>
                <a:gd name="connsiteY9" fmla="*/ 2472404 h 2867501"/>
                <a:gd name="connsiteX10" fmla="*/ 0 w 743796"/>
                <a:gd name="connsiteY10" fmla="*/ 2867501 h 2867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3796" h="2867501">
                  <a:moveTo>
                    <a:pt x="11144" y="0"/>
                  </a:moveTo>
                  <a:cubicBezTo>
                    <a:pt x="101060" y="2953"/>
                    <a:pt x="268796" y="25146"/>
                    <a:pt x="353663" y="55245"/>
                  </a:cubicBezTo>
                  <a:cubicBezTo>
                    <a:pt x="433483" y="83534"/>
                    <a:pt x="510635" y="120967"/>
                    <a:pt x="571405" y="179737"/>
                  </a:cubicBezTo>
                  <a:cubicBezTo>
                    <a:pt x="625412" y="231934"/>
                    <a:pt x="663607" y="297942"/>
                    <a:pt x="688658" y="368808"/>
                  </a:cubicBezTo>
                  <a:cubicBezTo>
                    <a:pt x="716375" y="447103"/>
                    <a:pt x="727996" y="529876"/>
                    <a:pt x="731711" y="612934"/>
                  </a:cubicBezTo>
                  <a:cubicBezTo>
                    <a:pt x="737426" y="740474"/>
                    <a:pt x="724948" y="867918"/>
                    <a:pt x="725233" y="995648"/>
                  </a:cubicBezTo>
                  <a:cubicBezTo>
                    <a:pt x="725710" y="1163765"/>
                    <a:pt x="748665" y="1331309"/>
                    <a:pt x="742855" y="1499330"/>
                  </a:cubicBezTo>
                  <a:cubicBezTo>
                    <a:pt x="739426" y="1598009"/>
                    <a:pt x="725996" y="1696022"/>
                    <a:pt x="707898" y="1793081"/>
                  </a:cubicBezTo>
                  <a:cubicBezTo>
                    <a:pt x="690086" y="1888426"/>
                    <a:pt x="666845" y="1982724"/>
                    <a:pt x="633222" y="2073592"/>
                  </a:cubicBezTo>
                  <a:cubicBezTo>
                    <a:pt x="579692" y="2218182"/>
                    <a:pt x="499682" y="2351056"/>
                    <a:pt x="404527" y="2472404"/>
                  </a:cubicBezTo>
                  <a:cubicBezTo>
                    <a:pt x="266033" y="2648902"/>
                    <a:pt x="179642" y="2732818"/>
                    <a:pt x="0" y="2867501"/>
                  </a:cubicBezTo>
                </a:path>
              </a:pathLst>
            </a:custGeom>
            <a:noFill/>
            <a:ln w="9525" cap="rnd">
              <a:solidFill>
                <a:schemeClr val="accent2">
                  <a:alpha val="75000"/>
                </a:schemeClr>
              </a:solidFill>
              <a:prstDash val="lgDash"/>
              <a:round/>
            </a:ln>
          </p:spPr>
          <p:txBody>
            <a:bodyPr rtlCol="0" anchor="ctr"/>
            <a:lstStyle/>
            <a:p>
              <a:endParaRPr lang="en-US"/>
            </a:p>
          </p:txBody>
        </p:sp>
        <p:sp>
          <p:nvSpPr>
            <p:cNvPr id="25" name="Freeform: Shape 24">
              <a:extLst>
                <a:ext uri="{FF2B5EF4-FFF2-40B4-BE49-F238E27FC236}">
                  <a16:creationId xmlns:a16="http://schemas.microsoft.com/office/drawing/2014/main" id="{F5CBEC6B-EDB6-40B8-8771-E5AF41B8D69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73129" y="1912731"/>
              <a:ext cx="597294" cy="2543540"/>
            </a:xfrm>
            <a:custGeom>
              <a:avLst/>
              <a:gdLst>
                <a:gd name="connsiteX0" fmla="*/ 16478 w 597294"/>
                <a:gd name="connsiteY0" fmla="*/ 2079 h 2543540"/>
                <a:gd name="connsiteX1" fmla="*/ 299847 w 597294"/>
                <a:gd name="connsiteY1" fmla="*/ 53991 h 2543540"/>
                <a:gd name="connsiteX2" fmla="*/ 503206 w 597294"/>
                <a:gd name="connsiteY2" fmla="*/ 291354 h 2543540"/>
                <a:gd name="connsiteX3" fmla="*/ 525113 w 597294"/>
                <a:gd name="connsiteY3" fmla="*/ 724265 h 2543540"/>
                <a:gd name="connsiteX4" fmla="*/ 578930 w 597294"/>
                <a:gd name="connsiteY4" fmla="*/ 1117267 h 2543540"/>
                <a:gd name="connsiteX5" fmla="*/ 592931 w 597294"/>
                <a:gd name="connsiteY5" fmla="*/ 1476359 h 2543540"/>
                <a:gd name="connsiteX6" fmla="*/ 503206 w 597294"/>
                <a:gd name="connsiteY6" fmla="*/ 1859359 h 2543540"/>
                <a:gd name="connsiteX7" fmla="*/ 291846 w 597294"/>
                <a:gd name="connsiteY7" fmla="*/ 2250361 h 2543540"/>
                <a:gd name="connsiteX8" fmla="*/ 0 w 597294"/>
                <a:gd name="connsiteY8" fmla="*/ 2543540 h 25435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7294" h="2543540">
                  <a:moveTo>
                    <a:pt x="16478" y="2079"/>
                  </a:moveTo>
                  <a:cubicBezTo>
                    <a:pt x="101441" y="-6684"/>
                    <a:pt x="224885" y="12557"/>
                    <a:pt x="299847" y="53991"/>
                  </a:cubicBezTo>
                  <a:cubicBezTo>
                    <a:pt x="394240" y="106092"/>
                    <a:pt x="468440" y="189341"/>
                    <a:pt x="503206" y="291354"/>
                  </a:cubicBezTo>
                  <a:cubicBezTo>
                    <a:pt x="550069" y="429085"/>
                    <a:pt x="520827" y="577770"/>
                    <a:pt x="525113" y="724265"/>
                  </a:cubicBezTo>
                  <a:cubicBezTo>
                    <a:pt x="529019" y="856472"/>
                    <a:pt x="561118" y="986012"/>
                    <a:pt x="578930" y="1117267"/>
                  </a:cubicBezTo>
                  <a:cubicBezTo>
                    <a:pt x="595122" y="1236234"/>
                    <a:pt x="602742" y="1356630"/>
                    <a:pt x="592931" y="1476359"/>
                  </a:cubicBezTo>
                  <a:cubicBezTo>
                    <a:pt x="582073" y="1607709"/>
                    <a:pt x="549783" y="1736011"/>
                    <a:pt x="503206" y="1859359"/>
                  </a:cubicBezTo>
                  <a:cubicBezTo>
                    <a:pt x="450628" y="1998710"/>
                    <a:pt x="383857" y="2133298"/>
                    <a:pt x="291846" y="2250361"/>
                  </a:cubicBezTo>
                  <a:cubicBezTo>
                    <a:pt x="231553" y="2327132"/>
                    <a:pt x="73819" y="2479532"/>
                    <a:pt x="0" y="2543540"/>
                  </a:cubicBezTo>
                </a:path>
              </a:pathLst>
            </a:custGeom>
            <a:noFill/>
            <a:ln w="9525" cap="rnd">
              <a:solidFill>
                <a:schemeClr val="accent2">
                  <a:alpha val="75000"/>
                </a:schemeClr>
              </a:solidFill>
              <a:prstDash val="lgDash"/>
              <a:round/>
            </a:ln>
          </p:spPr>
          <p:txBody>
            <a:bodyPr rtlCol="0" anchor="ctr"/>
            <a:lstStyle/>
            <a:p>
              <a:endParaRPr lang="en-US"/>
            </a:p>
          </p:txBody>
        </p:sp>
        <p:sp>
          <p:nvSpPr>
            <p:cNvPr id="26" name="Freeform: Shape 25">
              <a:extLst>
                <a:ext uri="{FF2B5EF4-FFF2-40B4-BE49-F238E27FC236}">
                  <a16:creationId xmlns:a16="http://schemas.microsoft.com/office/drawing/2014/main" id="{91BD0EE8-AA47-4044-9251-9F5A4B8201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91417" y="2227197"/>
              <a:ext cx="389425" cy="2011236"/>
            </a:xfrm>
            <a:custGeom>
              <a:avLst/>
              <a:gdLst>
                <a:gd name="connsiteX0" fmla="*/ 0 w 389425"/>
                <a:gd name="connsiteY0" fmla="*/ 33 h 2011236"/>
                <a:gd name="connsiteX1" fmla="*/ 171260 w 389425"/>
                <a:gd name="connsiteY1" fmla="*/ 60326 h 2011236"/>
                <a:gd name="connsiteX2" fmla="*/ 211455 w 389425"/>
                <a:gd name="connsiteY2" fmla="*/ 221204 h 2011236"/>
                <a:gd name="connsiteX3" fmla="*/ 243078 w 389425"/>
                <a:gd name="connsiteY3" fmla="*/ 448089 h 2011236"/>
                <a:gd name="connsiteX4" fmla="*/ 346424 w 389425"/>
                <a:gd name="connsiteY4" fmla="*/ 789941 h 2011236"/>
                <a:gd name="connsiteX5" fmla="*/ 372237 w 389425"/>
                <a:gd name="connsiteY5" fmla="*/ 942151 h 2011236"/>
                <a:gd name="connsiteX6" fmla="*/ 386620 w 389425"/>
                <a:gd name="connsiteY6" fmla="*/ 1272478 h 2011236"/>
                <a:gd name="connsiteX7" fmla="*/ 280416 w 389425"/>
                <a:gd name="connsiteY7" fmla="*/ 1660241 h 2011236"/>
                <a:gd name="connsiteX8" fmla="*/ 151257 w 389425"/>
                <a:gd name="connsiteY8" fmla="*/ 1844073 h 2011236"/>
                <a:gd name="connsiteX9" fmla="*/ 1905 w 389425"/>
                <a:gd name="connsiteY9" fmla="*/ 2011237 h 2011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9425" h="2011236">
                  <a:moveTo>
                    <a:pt x="0" y="33"/>
                  </a:moveTo>
                  <a:cubicBezTo>
                    <a:pt x="57912" y="-824"/>
                    <a:pt x="136112" y="14892"/>
                    <a:pt x="171260" y="60326"/>
                  </a:cubicBezTo>
                  <a:cubicBezTo>
                    <a:pt x="205645" y="104903"/>
                    <a:pt x="207740" y="164244"/>
                    <a:pt x="211455" y="221204"/>
                  </a:cubicBezTo>
                  <a:cubicBezTo>
                    <a:pt x="216408" y="297594"/>
                    <a:pt x="225838" y="373604"/>
                    <a:pt x="243078" y="448089"/>
                  </a:cubicBezTo>
                  <a:cubicBezTo>
                    <a:pt x="269939" y="564199"/>
                    <a:pt x="319183" y="673927"/>
                    <a:pt x="346424" y="789941"/>
                  </a:cubicBezTo>
                  <a:cubicBezTo>
                    <a:pt x="358235" y="840043"/>
                    <a:pt x="365951" y="891097"/>
                    <a:pt x="372237" y="942151"/>
                  </a:cubicBezTo>
                  <a:cubicBezTo>
                    <a:pt x="385858" y="1051784"/>
                    <a:pt x="394049" y="1162274"/>
                    <a:pt x="386620" y="1272478"/>
                  </a:cubicBezTo>
                  <a:cubicBezTo>
                    <a:pt x="377476" y="1407828"/>
                    <a:pt x="344996" y="1541178"/>
                    <a:pt x="280416" y="1660241"/>
                  </a:cubicBezTo>
                  <a:cubicBezTo>
                    <a:pt x="244602" y="1726249"/>
                    <a:pt x="199358" y="1786352"/>
                    <a:pt x="151257" y="1844073"/>
                  </a:cubicBezTo>
                  <a:cubicBezTo>
                    <a:pt x="79534" y="1930084"/>
                    <a:pt x="89345" y="1941419"/>
                    <a:pt x="1905" y="2011237"/>
                  </a:cubicBezTo>
                </a:path>
              </a:pathLst>
            </a:custGeom>
            <a:noFill/>
            <a:ln w="9525" cap="rnd">
              <a:solidFill>
                <a:schemeClr val="accent2">
                  <a:alpha val="75000"/>
                </a:schemeClr>
              </a:solidFill>
              <a:prstDash val="lgDash"/>
              <a:round/>
            </a:ln>
          </p:spPr>
          <p:txBody>
            <a:bodyPr rtlCol="0" anchor="ctr"/>
            <a:lstStyle/>
            <a:p>
              <a:endParaRPr lang="en-US"/>
            </a:p>
          </p:txBody>
        </p:sp>
      </p:grpSp>
      <p:grpSp>
        <p:nvGrpSpPr>
          <p:cNvPr id="28" name="Graphic 157">
            <a:extLst>
              <a:ext uri="{FF2B5EF4-FFF2-40B4-BE49-F238E27FC236}">
                <a16:creationId xmlns:a16="http://schemas.microsoft.com/office/drawing/2014/main" id="{C3279E8D-2BAA-4CB1-834B-09FADD54DE5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610600" y="3276600"/>
            <a:ext cx="3529260" cy="3581398"/>
            <a:chOff x="4114800" y="1423987"/>
            <a:chExt cx="3961542" cy="4007547"/>
          </a:xfrm>
          <a:noFill/>
        </p:grpSpPr>
        <p:sp>
          <p:nvSpPr>
            <p:cNvPr id="29" name="Freeform: Shape 28">
              <a:extLst>
                <a:ext uri="{FF2B5EF4-FFF2-40B4-BE49-F238E27FC236}">
                  <a16:creationId xmlns:a16="http://schemas.microsoft.com/office/drawing/2014/main" id="{3456F18E-4F61-486D-9CD6-65B30372C5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14800" y="1423987"/>
              <a:ext cx="3946874" cy="3989641"/>
            </a:xfrm>
            <a:custGeom>
              <a:avLst/>
              <a:gdLst>
                <a:gd name="connsiteX0" fmla="*/ 0 w 3946874"/>
                <a:gd name="connsiteY0" fmla="*/ 3989641 h 3989641"/>
                <a:gd name="connsiteX1" fmla="*/ 79439 w 3946874"/>
                <a:gd name="connsiteY1" fmla="*/ 3891153 h 3989641"/>
                <a:gd name="connsiteX2" fmla="*/ 297371 w 3946874"/>
                <a:gd name="connsiteY2" fmla="*/ 3626930 h 3989641"/>
                <a:gd name="connsiteX3" fmla="*/ 454343 w 3946874"/>
                <a:gd name="connsiteY3" fmla="*/ 3440335 h 3989641"/>
                <a:gd name="connsiteX4" fmla="*/ 622363 w 3946874"/>
                <a:gd name="connsiteY4" fmla="*/ 3290697 h 3989641"/>
                <a:gd name="connsiteX5" fmla="*/ 927068 w 3946874"/>
                <a:gd name="connsiteY5" fmla="*/ 3087434 h 3989641"/>
                <a:gd name="connsiteX6" fmla="*/ 1176338 w 3946874"/>
                <a:gd name="connsiteY6" fmla="*/ 2915603 h 3989641"/>
                <a:gd name="connsiteX7" fmla="*/ 1394270 w 3946874"/>
                <a:gd name="connsiteY7" fmla="*/ 2780729 h 3989641"/>
                <a:gd name="connsiteX8" fmla="*/ 1601057 w 3946874"/>
                <a:gd name="connsiteY8" fmla="*/ 2723483 h 3989641"/>
                <a:gd name="connsiteX9" fmla="*/ 1756220 w 3946874"/>
                <a:gd name="connsiteY9" fmla="*/ 2743772 h 3989641"/>
                <a:gd name="connsiteX10" fmla="*/ 1889189 w 3946874"/>
                <a:gd name="connsiteY10" fmla="*/ 2765965 h 3989641"/>
                <a:gd name="connsiteX11" fmla="*/ 2007394 w 3946874"/>
                <a:gd name="connsiteY11" fmla="*/ 2765965 h 3989641"/>
                <a:gd name="connsiteX12" fmla="*/ 2184654 w 3946874"/>
                <a:gd name="connsiteY12" fmla="*/ 2671763 h 3989641"/>
                <a:gd name="connsiteX13" fmla="*/ 2372773 w 3946874"/>
                <a:gd name="connsiteY13" fmla="*/ 2538984 h 3989641"/>
                <a:gd name="connsiteX14" fmla="*/ 2439543 w 3946874"/>
                <a:gd name="connsiteY14" fmla="*/ 2510504 h 3989641"/>
                <a:gd name="connsiteX15" fmla="*/ 2650617 w 3946874"/>
                <a:gd name="connsiteY15" fmla="*/ 2434781 h 3989641"/>
                <a:gd name="connsiteX16" fmla="*/ 2785110 w 3946874"/>
                <a:gd name="connsiteY16" fmla="*/ 2383060 h 3989641"/>
                <a:gd name="connsiteX17" fmla="*/ 2897315 w 3946874"/>
                <a:gd name="connsiteY17" fmla="*/ 2318861 h 3989641"/>
                <a:gd name="connsiteX18" fmla="*/ 2997994 w 3946874"/>
                <a:gd name="connsiteY18" fmla="*/ 2226183 h 3989641"/>
                <a:gd name="connsiteX19" fmla="*/ 3061240 w 3946874"/>
                <a:gd name="connsiteY19" fmla="*/ 2141506 h 3989641"/>
                <a:gd name="connsiteX20" fmla="*/ 3152108 w 3946874"/>
                <a:gd name="connsiteY20" fmla="*/ 2005203 h 3989641"/>
                <a:gd name="connsiteX21" fmla="*/ 3274124 w 3946874"/>
                <a:gd name="connsiteY21" fmla="*/ 1871567 h 3989641"/>
                <a:gd name="connsiteX22" fmla="*/ 3388138 w 3946874"/>
                <a:gd name="connsiteY22" fmla="*/ 1770888 h 3989641"/>
                <a:gd name="connsiteX23" fmla="*/ 3466529 w 3946874"/>
                <a:gd name="connsiteY23" fmla="*/ 1679162 h 3989641"/>
                <a:gd name="connsiteX24" fmla="*/ 3538633 w 3946874"/>
                <a:gd name="connsiteY24" fmla="*/ 1551718 h 3989641"/>
                <a:gd name="connsiteX25" fmla="*/ 3588544 w 3946874"/>
                <a:gd name="connsiteY25" fmla="*/ 1376172 h 3989641"/>
                <a:gd name="connsiteX26" fmla="*/ 3597402 w 3946874"/>
                <a:gd name="connsiteY26" fmla="*/ 1293305 h 3989641"/>
                <a:gd name="connsiteX27" fmla="*/ 3721227 w 3946874"/>
                <a:gd name="connsiteY27" fmla="*/ 880491 h 3989641"/>
                <a:gd name="connsiteX28" fmla="*/ 3761137 w 3946874"/>
                <a:gd name="connsiteY28" fmla="*/ 463677 h 3989641"/>
                <a:gd name="connsiteX29" fmla="*/ 3946874 w 3946874"/>
                <a:gd name="connsiteY29" fmla="*/ 0 h 3989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3946874" h="3989641">
                  <a:moveTo>
                    <a:pt x="0" y="3989641"/>
                  </a:moveTo>
                  <a:cubicBezTo>
                    <a:pt x="19050" y="3957257"/>
                    <a:pt x="50959" y="3916013"/>
                    <a:pt x="79439" y="3891153"/>
                  </a:cubicBezTo>
                  <a:cubicBezTo>
                    <a:pt x="165544" y="3815906"/>
                    <a:pt x="227933" y="3717989"/>
                    <a:pt x="297371" y="3626930"/>
                  </a:cubicBezTo>
                  <a:cubicBezTo>
                    <a:pt x="346615" y="3562255"/>
                    <a:pt x="398050" y="3499009"/>
                    <a:pt x="454343" y="3440335"/>
                  </a:cubicBezTo>
                  <a:cubicBezTo>
                    <a:pt x="506349" y="3386042"/>
                    <a:pt x="562642" y="3336227"/>
                    <a:pt x="622363" y="3290697"/>
                  </a:cubicBezTo>
                  <a:cubicBezTo>
                    <a:pt x="719519" y="3216688"/>
                    <a:pt x="824960" y="3154585"/>
                    <a:pt x="927068" y="3087434"/>
                  </a:cubicBezTo>
                  <a:cubicBezTo>
                    <a:pt x="1011365" y="3031998"/>
                    <a:pt x="1093565" y="2973324"/>
                    <a:pt x="1176338" y="2915603"/>
                  </a:cubicBezTo>
                  <a:cubicBezTo>
                    <a:pt x="1246537" y="2866644"/>
                    <a:pt x="1317308" y="2818066"/>
                    <a:pt x="1394270" y="2780729"/>
                  </a:cubicBezTo>
                  <a:cubicBezTo>
                    <a:pt x="1459421" y="2749106"/>
                    <a:pt x="1528763" y="2724436"/>
                    <a:pt x="1601057" y="2723483"/>
                  </a:cubicBezTo>
                  <a:cubicBezTo>
                    <a:pt x="1653350" y="2722721"/>
                    <a:pt x="1704785" y="2733485"/>
                    <a:pt x="1756220" y="2743772"/>
                  </a:cubicBezTo>
                  <a:cubicBezTo>
                    <a:pt x="1800320" y="2752630"/>
                    <a:pt x="1844612" y="2760250"/>
                    <a:pt x="1889189" y="2765965"/>
                  </a:cubicBezTo>
                  <a:cubicBezTo>
                    <a:pt x="1928622" y="2771013"/>
                    <a:pt x="1968437" y="2773299"/>
                    <a:pt x="2007394" y="2765965"/>
                  </a:cubicBezTo>
                  <a:cubicBezTo>
                    <a:pt x="2073878" y="2753487"/>
                    <a:pt x="2130647" y="2712911"/>
                    <a:pt x="2184654" y="2671763"/>
                  </a:cubicBezTo>
                  <a:cubicBezTo>
                    <a:pt x="2245900" y="2625090"/>
                    <a:pt x="2304002" y="2573465"/>
                    <a:pt x="2372773" y="2538984"/>
                  </a:cubicBezTo>
                  <a:cubicBezTo>
                    <a:pt x="2394395" y="2528126"/>
                    <a:pt x="2416874" y="2518982"/>
                    <a:pt x="2439543" y="2510504"/>
                  </a:cubicBezTo>
                  <a:cubicBezTo>
                    <a:pt x="2509552" y="2484215"/>
                    <a:pt x="2580037" y="2459450"/>
                    <a:pt x="2650617" y="2434781"/>
                  </a:cubicBezTo>
                  <a:cubicBezTo>
                    <a:pt x="2695956" y="2418874"/>
                    <a:pt x="2741295" y="2402872"/>
                    <a:pt x="2785110" y="2383060"/>
                  </a:cubicBezTo>
                  <a:cubicBezTo>
                    <a:pt x="2824448" y="2365248"/>
                    <a:pt x="2862358" y="2344198"/>
                    <a:pt x="2897315" y="2318861"/>
                  </a:cubicBezTo>
                  <a:cubicBezTo>
                    <a:pt x="2934367" y="2292096"/>
                    <a:pt x="2968085" y="2260854"/>
                    <a:pt x="2997994" y="2226183"/>
                  </a:cubicBezTo>
                  <a:cubicBezTo>
                    <a:pt x="3020949" y="2199513"/>
                    <a:pt x="3041714" y="2170938"/>
                    <a:pt x="3061240" y="2141506"/>
                  </a:cubicBezTo>
                  <a:cubicBezTo>
                    <a:pt x="3091529" y="2095976"/>
                    <a:pt x="3119533" y="2049018"/>
                    <a:pt x="3152108" y="2005203"/>
                  </a:cubicBezTo>
                  <a:cubicBezTo>
                    <a:pt x="3188113" y="1956626"/>
                    <a:pt x="3229261" y="1912144"/>
                    <a:pt x="3274124" y="1871567"/>
                  </a:cubicBezTo>
                  <a:cubicBezTo>
                    <a:pt x="3311747" y="1837563"/>
                    <a:pt x="3351848" y="1806321"/>
                    <a:pt x="3388138" y="1770888"/>
                  </a:cubicBezTo>
                  <a:cubicBezTo>
                    <a:pt x="3416999" y="1742694"/>
                    <a:pt x="3443002" y="1711833"/>
                    <a:pt x="3466529" y="1679162"/>
                  </a:cubicBezTo>
                  <a:cubicBezTo>
                    <a:pt x="3495008" y="1639348"/>
                    <a:pt x="3519392" y="1596771"/>
                    <a:pt x="3538633" y="1551718"/>
                  </a:cubicBezTo>
                  <a:cubicBezTo>
                    <a:pt x="3562731" y="1495616"/>
                    <a:pt x="3578924" y="1436465"/>
                    <a:pt x="3588544" y="1376172"/>
                  </a:cubicBezTo>
                  <a:cubicBezTo>
                    <a:pt x="3592925" y="1348740"/>
                    <a:pt x="3595688" y="1321022"/>
                    <a:pt x="3597402" y="1293305"/>
                  </a:cubicBezTo>
                  <a:cubicBezTo>
                    <a:pt x="3605974" y="1155859"/>
                    <a:pt x="3717703" y="1018127"/>
                    <a:pt x="3721227" y="880491"/>
                  </a:cubicBezTo>
                  <a:cubicBezTo>
                    <a:pt x="3724751" y="740855"/>
                    <a:pt x="3743135" y="602171"/>
                    <a:pt x="3761137" y="463677"/>
                  </a:cubicBezTo>
                  <a:cubicBezTo>
                    <a:pt x="3776186" y="347758"/>
                    <a:pt x="3934968" y="116205"/>
                    <a:pt x="3946874" y="0"/>
                  </a:cubicBezTo>
                </a:path>
              </a:pathLst>
            </a:custGeom>
            <a:noFill/>
            <a:ln w="9525" cap="rnd">
              <a:solidFill>
                <a:schemeClr val="accent2">
                  <a:alpha val="75000"/>
                </a:schemeClr>
              </a:solidFill>
              <a:prstDash val="lgDash"/>
              <a:round/>
            </a:ln>
          </p:spPr>
          <p:txBody>
            <a:bodyPr rtlCol="0" anchor="ctr"/>
            <a:lstStyle/>
            <a:p>
              <a:endParaRPr lang="en-US"/>
            </a:p>
          </p:txBody>
        </p:sp>
        <p:sp>
          <p:nvSpPr>
            <p:cNvPr id="30" name="Freeform: Shape 29">
              <a:extLst>
                <a:ext uri="{FF2B5EF4-FFF2-40B4-BE49-F238E27FC236}">
                  <a16:creationId xmlns:a16="http://schemas.microsoft.com/office/drawing/2014/main" id="{318DDF45-08F0-46B6-A0B7-133735C94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95978" y="2441733"/>
              <a:ext cx="3665410" cy="2985611"/>
            </a:xfrm>
            <a:custGeom>
              <a:avLst/>
              <a:gdLst>
                <a:gd name="connsiteX0" fmla="*/ 0 w 3665410"/>
                <a:gd name="connsiteY0" fmla="*/ 2985611 h 2985611"/>
                <a:gd name="connsiteX1" fmla="*/ 166211 w 3665410"/>
                <a:gd name="connsiteY1" fmla="*/ 2699766 h 2985611"/>
                <a:gd name="connsiteX2" fmla="*/ 397002 w 3665410"/>
                <a:gd name="connsiteY2" fmla="*/ 2414969 h 2985611"/>
                <a:gd name="connsiteX3" fmla="*/ 620173 w 3665410"/>
                <a:gd name="connsiteY3" fmla="*/ 2237899 h 2985611"/>
                <a:gd name="connsiteX4" fmla="*/ 823341 w 3665410"/>
                <a:gd name="connsiteY4" fmla="*/ 2085499 h 2985611"/>
                <a:gd name="connsiteX5" fmla="*/ 1089565 w 3665410"/>
                <a:gd name="connsiteY5" fmla="*/ 1911477 h 2985611"/>
                <a:gd name="connsiteX6" fmla="*/ 1145000 w 3665410"/>
                <a:gd name="connsiteY6" fmla="*/ 1886807 h 2985611"/>
                <a:gd name="connsiteX7" fmla="*/ 1375791 w 3665410"/>
                <a:gd name="connsiteY7" fmla="*/ 1842135 h 2985611"/>
                <a:gd name="connsiteX8" fmla="*/ 1486567 w 3665410"/>
                <a:gd name="connsiteY8" fmla="*/ 1857566 h 2985611"/>
                <a:gd name="connsiteX9" fmla="*/ 1568101 w 3665410"/>
                <a:gd name="connsiteY9" fmla="*/ 1871377 h 2985611"/>
                <a:gd name="connsiteX10" fmla="*/ 1810607 w 3665410"/>
                <a:gd name="connsiteY10" fmla="*/ 1871377 h 2985611"/>
                <a:gd name="connsiteX11" fmla="*/ 1997964 w 3665410"/>
                <a:gd name="connsiteY11" fmla="*/ 1790605 h 2985611"/>
                <a:gd name="connsiteX12" fmla="*/ 2109883 w 3665410"/>
                <a:gd name="connsiteY12" fmla="*/ 1702784 h 2985611"/>
                <a:gd name="connsiteX13" fmla="*/ 2321433 w 3665410"/>
                <a:gd name="connsiteY13" fmla="*/ 1552384 h 2985611"/>
                <a:gd name="connsiteX14" fmla="*/ 2558891 w 3665410"/>
                <a:gd name="connsiteY14" fmla="*/ 1453420 h 2985611"/>
                <a:gd name="connsiteX15" fmla="*/ 2709767 w 3665410"/>
                <a:gd name="connsiteY15" fmla="*/ 1377887 h 2985611"/>
                <a:gd name="connsiteX16" fmla="*/ 2885408 w 3665410"/>
                <a:gd name="connsiteY16" fmla="*/ 1237393 h 2985611"/>
                <a:gd name="connsiteX17" fmla="*/ 3017711 w 3665410"/>
                <a:gd name="connsiteY17" fmla="*/ 1072229 h 2985611"/>
                <a:gd name="connsiteX18" fmla="*/ 3150680 w 3665410"/>
                <a:gd name="connsiteY18" fmla="*/ 921830 h 2985611"/>
                <a:gd name="connsiteX19" fmla="*/ 3255169 w 3665410"/>
                <a:gd name="connsiteY19" fmla="*/ 801815 h 2985611"/>
                <a:gd name="connsiteX20" fmla="*/ 3339275 w 3665410"/>
                <a:gd name="connsiteY20" fmla="*/ 694182 h 2985611"/>
                <a:gd name="connsiteX21" fmla="*/ 3409188 w 3665410"/>
                <a:gd name="connsiteY21" fmla="*/ 546926 h 2985611"/>
                <a:gd name="connsiteX22" fmla="*/ 3464243 w 3665410"/>
                <a:gd name="connsiteY22" fmla="*/ 347663 h 2985611"/>
                <a:gd name="connsiteX23" fmla="*/ 3665411 w 3665410"/>
                <a:gd name="connsiteY23" fmla="*/ 0 h 2985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665410" h="2985611">
                  <a:moveTo>
                    <a:pt x="0" y="2985611"/>
                  </a:moveTo>
                  <a:cubicBezTo>
                    <a:pt x="0" y="2985611"/>
                    <a:pt x="86773" y="2802827"/>
                    <a:pt x="166211" y="2699766"/>
                  </a:cubicBezTo>
                  <a:cubicBezTo>
                    <a:pt x="240983" y="2602706"/>
                    <a:pt x="309182" y="2500122"/>
                    <a:pt x="397002" y="2414969"/>
                  </a:cubicBezTo>
                  <a:cubicBezTo>
                    <a:pt x="465296" y="2348865"/>
                    <a:pt x="543592" y="2294477"/>
                    <a:pt x="620173" y="2237899"/>
                  </a:cubicBezTo>
                  <a:cubicBezTo>
                    <a:pt x="688277" y="2187607"/>
                    <a:pt x="755333" y="2135886"/>
                    <a:pt x="823341" y="2085499"/>
                  </a:cubicBezTo>
                  <a:cubicBezTo>
                    <a:pt x="908685" y="2022253"/>
                    <a:pt x="994791" y="1959197"/>
                    <a:pt x="1089565" y="1911477"/>
                  </a:cubicBezTo>
                  <a:cubicBezTo>
                    <a:pt x="1107662" y="1902428"/>
                    <a:pt x="1126141" y="1894141"/>
                    <a:pt x="1145000" y="1886807"/>
                  </a:cubicBezTo>
                  <a:cubicBezTo>
                    <a:pt x="1218819" y="1858232"/>
                    <a:pt x="1296924" y="1838611"/>
                    <a:pt x="1375791" y="1842135"/>
                  </a:cubicBezTo>
                  <a:cubicBezTo>
                    <a:pt x="1413129" y="1843754"/>
                    <a:pt x="1449896" y="1850422"/>
                    <a:pt x="1486567" y="1857566"/>
                  </a:cubicBezTo>
                  <a:cubicBezTo>
                    <a:pt x="1513618" y="1862804"/>
                    <a:pt x="1540859" y="1867376"/>
                    <a:pt x="1568101" y="1871377"/>
                  </a:cubicBezTo>
                  <a:cubicBezTo>
                    <a:pt x="1648778" y="1883188"/>
                    <a:pt x="1730978" y="1887665"/>
                    <a:pt x="1810607" y="1871377"/>
                  </a:cubicBezTo>
                  <a:cubicBezTo>
                    <a:pt x="1877854" y="1857661"/>
                    <a:pt x="1941100" y="1829086"/>
                    <a:pt x="1997964" y="1790605"/>
                  </a:cubicBezTo>
                  <a:cubicBezTo>
                    <a:pt x="2037302" y="1764030"/>
                    <a:pt x="2073497" y="1733264"/>
                    <a:pt x="2109883" y="1702784"/>
                  </a:cubicBezTo>
                  <a:cubicBezTo>
                    <a:pt x="2176367" y="1647063"/>
                    <a:pt x="2244852" y="1593151"/>
                    <a:pt x="2321433" y="1552384"/>
                  </a:cubicBezTo>
                  <a:cubicBezTo>
                    <a:pt x="2397157" y="1512094"/>
                    <a:pt x="2479548" y="1486281"/>
                    <a:pt x="2558891" y="1453420"/>
                  </a:cubicBezTo>
                  <a:cubicBezTo>
                    <a:pt x="2610898" y="1431798"/>
                    <a:pt x="2661571" y="1407033"/>
                    <a:pt x="2709767" y="1377887"/>
                  </a:cubicBezTo>
                  <a:cubicBezTo>
                    <a:pt x="2774252" y="1338929"/>
                    <a:pt x="2834069" y="1292447"/>
                    <a:pt x="2885408" y="1237393"/>
                  </a:cubicBezTo>
                  <a:cubicBezTo>
                    <a:pt x="2933605" y="1185767"/>
                    <a:pt x="2973324" y="1127093"/>
                    <a:pt x="3017711" y="1072229"/>
                  </a:cubicBezTo>
                  <a:cubicBezTo>
                    <a:pt x="3059811" y="1020223"/>
                    <a:pt x="3105912" y="971645"/>
                    <a:pt x="3150680" y="921830"/>
                  </a:cubicBezTo>
                  <a:cubicBezTo>
                    <a:pt x="3186113" y="882396"/>
                    <a:pt x="3220593" y="842010"/>
                    <a:pt x="3255169" y="801815"/>
                  </a:cubicBezTo>
                  <a:cubicBezTo>
                    <a:pt x="3284887" y="767239"/>
                    <a:pt x="3314605" y="732473"/>
                    <a:pt x="3339275" y="694182"/>
                  </a:cubicBezTo>
                  <a:cubicBezTo>
                    <a:pt x="3368707" y="648367"/>
                    <a:pt x="3390138" y="597980"/>
                    <a:pt x="3409188" y="546926"/>
                  </a:cubicBezTo>
                  <a:cubicBezTo>
                    <a:pt x="3433382" y="482156"/>
                    <a:pt x="3453384" y="415861"/>
                    <a:pt x="3464243" y="347663"/>
                  </a:cubicBezTo>
                  <a:cubicBezTo>
                    <a:pt x="3476244" y="272224"/>
                    <a:pt x="3661696" y="76295"/>
                    <a:pt x="3665411" y="0"/>
                  </a:cubicBezTo>
                </a:path>
              </a:pathLst>
            </a:custGeom>
            <a:noFill/>
            <a:ln w="9525" cap="rnd">
              <a:solidFill>
                <a:schemeClr val="accent2">
                  <a:alpha val="75000"/>
                </a:schemeClr>
              </a:solidFill>
              <a:prstDash val="lgDash"/>
              <a:round/>
            </a:ln>
          </p:spPr>
          <p:txBody>
            <a:bodyPr rtlCol="0" anchor="ctr"/>
            <a:lstStyle/>
            <a:p>
              <a:endParaRPr lang="en-US"/>
            </a:p>
          </p:txBody>
        </p:sp>
        <p:sp>
          <p:nvSpPr>
            <p:cNvPr id="31" name="Freeform: Shape 30">
              <a:extLst>
                <a:ext uri="{FF2B5EF4-FFF2-40B4-BE49-F238E27FC236}">
                  <a16:creationId xmlns:a16="http://schemas.microsoft.com/office/drawing/2014/main" id="{B9D0CC0F-710D-43F4-BC86-7637674201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90402" y="5229700"/>
              <a:ext cx="285940" cy="199072"/>
            </a:xfrm>
            <a:custGeom>
              <a:avLst/>
              <a:gdLst>
                <a:gd name="connsiteX0" fmla="*/ 0 w 285940"/>
                <a:gd name="connsiteY0" fmla="*/ 199073 h 199072"/>
                <a:gd name="connsiteX1" fmla="*/ 285940 w 285940"/>
                <a:gd name="connsiteY1" fmla="*/ 0 h 199072"/>
              </a:gdLst>
              <a:ahLst/>
              <a:cxnLst>
                <a:cxn ang="0">
                  <a:pos x="connsiteX0" y="connsiteY0"/>
                </a:cxn>
                <a:cxn ang="0">
                  <a:pos x="connsiteX1" y="connsiteY1"/>
                </a:cxn>
              </a:cxnLst>
              <a:rect l="l" t="t" r="r" b="b"/>
              <a:pathLst>
                <a:path w="285940" h="199072">
                  <a:moveTo>
                    <a:pt x="0" y="199073"/>
                  </a:moveTo>
                  <a:cubicBezTo>
                    <a:pt x="0" y="199073"/>
                    <a:pt x="242125" y="39243"/>
                    <a:pt x="285940" y="0"/>
                  </a:cubicBezTo>
                </a:path>
              </a:pathLst>
            </a:custGeom>
            <a:noFill/>
            <a:ln w="9525" cap="rnd">
              <a:solidFill>
                <a:schemeClr val="accent2">
                  <a:alpha val="75000"/>
                </a:schemeClr>
              </a:solidFill>
              <a:prstDash val="lgDash"/>
              <a:round/>
            </a:ln>
          </p:spPr>
          <p:txBody>
            <a:bodyPr rtlCol="0" anchor="ctr"/>
            <a:lstStyle/>
            <a:p>
              <a:endParaRPr lang="en-US"/>
            </a:p>
          </p:txBody>
        </p:sp>
        <p:sp>
          <p:nvSpPr>
            <p:cNvPr id="32" name="Freeform: Shape 31">
              <a:extLst>
                <a:ext uri="{FF2B5EF4-FFF2-40B4-BE49-F238E27FC236}">
                  <a16:creationId xmlns:a16="http://schemas.microsoft.com/office/drawing/2014/main" id="{6FB36AB6-CB81-495A-8A33-C0BCE67D6F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393114" y="5049773"/>
              <a:ext cx="655796" cy="381190"/>
            </a:xfrm>
            <a:custGeom>
              <a:avLst/>
              <a:gdLst>
                <a:gd name="connsiteX0" fmla="*/ 0 w 655796"/>
                <a:gd name="connsiteY0" fmla="*/ 381190 h 381190"/>
                <a:gd name="connsiteX1" fmla="*/ 655796 w 655796"/>
                <a:gd name="connsiteY1" fmla="*/ 0 h 381190"/>
              </a:gdLst>
              <a:ahLst/>
              <a:cxnLst>
                <a:cxn ang="0">
                  <a:pos x="connsiteX0" y="connsiteY0"/>
                </a:cxn>
                <a:cxn ang="0">
                  <a:pos x="connsiteX1" y="connsiteY1"/>
                </a:cxn>
              </a:cxnLst>
              <a:rect l="l" t="t" r="r" b="b"/>
              <a:pathLst>
                <a:path w="655796" h="381190">
                  <a:moveTo>
                    <a:pt x="0" y="381190"/>
                  </a:moveTo>
                  <a:cubicBezTo>
                    <a:pt x="0" y="381190"/>
                    <a:pt x="461105" y="172117"/>
                    <a:pt x="655796" y="0"/>
                  </a:cubicBezTo>
                </a:path>
              </a:pathLst>
            </a:custGeom>
            <a:noFill/>
            <a:ln w="9525" cap="rnd">
              <a:solidFill>
                <a:schemeClr val="accent2">
                  <a:alpha val="75000"/>
                </a:schemeClr>
              </a:solidFill>
              <a:prstDash val="lgDash"/>
              <a:round/>
            </a:ln>
          </p:spPr>
          <p:txBody>
            <a:bodyPr rtlCol="0" anchor="ctr"/>
            <a:lstStyle/>
            <a:p>
              <a:endParaRPr lang="en-US"/>
            </a:p>
          </p:txBody>
        </p:sp>
        <p:sp>
          <p:nvSpPr>
            <p:cNvPr id="33" name="Freeform: Shape 32">
              <a:extLst>
                <a:ext uri="{FF2B5EF4-FFF2-40B4-BE49-F238E27FC236}">
                  <a16:creationId xmlns:a16="http://schemas.microsoft.com/office/drawing/2014/main" id="{1993F7E6-ABF6-482D-BEA5-B4E607DDB4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154072" y="3867816"/>
              <a:ext cx="2907315" cy="1544764"/>
            </a:xfrm>
            <a:custGeom>
              <a:avLst/>
              <a:gdLst>
                <a:gd name="connsiteX0" fmla="*/ 0 w 2907315"/>
                <a:gd name="connsiteY0" fmla="*/ 1544764 h 1544764"/>
                <a:gd name="connsiteX1" fmla="*/ 201644 w 2907315"/>
                <a:gd name="connsiteY1" fmla="*/ 1352550 h 1544764"/>
                <a:gd name="connsiteX2" fmla="*/ 423196 w 2907315"/>
                <a:gd name="connsiteY2" fmla="*/ 1196054 h 1544764"/>
                <a:gd name="connsiteX3" fmla="*/ 782193 w 2907315"/>
                <a:gd name="connsiteY3" fmla="*/ 1099947 h 1544764"/>
                <a:gd name="connsiteX4" fmla="*/ 1052513 w 2907315"/>
                <a:gd name="connsiteY4" fmla="*/ 1042321 h 1544764"/>
                <a:gd name="connsiteX5" fmla="*/ 1311783 w 2907315"/>
                <a:gd name="connsiteY5" fmla="*/ 1056037 h 1544764"/>
                <a:gd name="connsiteX6" fmla="*/ 1484662 w 2907315"/>
                <a:gd name="connsiteY6" fmla="*/ 1083469 h 1544764"/>
                <a:gd name="connsiteX7" fmla="*/ 1788224 w 2907315"/>
                <a:gd name="connsiteY7" fmla="*/ 1023080 h 1544764"/>
                <a:gd name="connsiteX8" fmla="*/ 2269045 w 2907315"/>
                <a:gd name="connsiteY8" fmla="*/ 734758 h 1544764"/>
                <a:gd name="connsiteX9" fmla="*/ 2534984 w 2907315"/>
                <a:gd name="connsiteY9" fmla="*/ 572738 h 1544764"/>
                <a:gd name="connsiteX10" fmla="*/ 2907316 w 2907315"/>
                <a:gd name="connsiteY10" fmla="*/ 0 h 1544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907315" h="1544764">
                  <a:moveTo>
                    <a:pt x="0" y="1544764"/>
                  </a:moveTo>
                  <a:cubicBezTo>
                    <a:pt x="0" y="1544764"/>
                    <a:pt x="98012" y="1443990"/>
                    <a:pt x="201644" y="1352550"/>
                  </a:cubicBezTo>
                  <a:cubicBezTo>
                    <a:pt x="271272" y="1291209"/>
                    <a:pt x="343662" y="1234249"/>
                    <a:pt x="423196" y="1196054"/>
                  </a:cubicBezTo>
                  <a:cubicBezTo>
                    <a:pt x="537591" y="1141095"/>
                    <a:pt x="661226" y="1127189"/>
                    <a:pt x="782193" y="1099947"/>
                  </a:cubicBezTo>
                  <a:cubicBezTo>
                    <a:pt x="872300" y="1079659"/>
                    <a:pt x="961358" y="1051370"/>
                    <a:pt x="1052513" y="1042321"/>
                  </a:cubicBezTo>
                  <a:cubicBezTo>
                    <a:pt x="1139000" y="1033653"/>
                    <a:pt x="1225868" y="1040321"/>
                    <a:pt x="1311783" y="1056037"/>
                  </a:cubicBezTo>
                  <a:cubicBezTo>
                    <a:pt x="1369314" y="1066609"/>
                    <a:pt x="1426559" y="1079373"/>
                    <a:pt x="1484662" y="1083469"/>
                  </a:cubicBezTo>
                  <a:cubicBezTo>
                    <a:pt x="1587913" y="1090803"/>
                    <a:pt x="1690402" y="1064800"/>
                    <a:pt x="1788224" y="1023080"/>
                  </a:cubicBezTo>
                  <a:cubicBezTo>
                    <a:pt x="1956721" y="951262"/>
                    <a:pt x="2106549" y="825722"/>
                    <a:pt x="2269045" y="734758"/>
                  </a:cubicBezTo>
                  <a:cubicBezTo>
                    <a:pt x="2359438" y="684181"/>
                    <a:pt x="2452497" y="640556"/>
                    <a:pt x="2534984" y="572738"/>
                  </a:cubicBezTo>
                  <a:cubicBezTo>
                    <a:pt x="2673001" y="459391"/>
                    <a:pt x="2847023" y="191453"/>
                    <a:pt x="2907316" y="0"/>
                  </a:cubicBezTo>
                </a:path>
              </a:pathLst>
            </a:custGeom>
            <a:noFill/>
            <a:ln w="9525" cap="rnd">
              <a:solidFill>
                <a:schemeClr val="accent2">
                  <a:alpha val="75000"/>
                </a:schemeClr>
              </a:solidFill>
              <a:prstDash val="lgDash"/>
              <a:round/>
            </a:ln>
          </p:spPr>
          <p:txBody>
            <a:bodyPr rtlCol="0" anchor="ctr"/>
            <a:lstStyle/>
            <a:p>
              <a:endParaRPr lang="en-US"/>
            </a:p>
          </p:txBody>
        </p:sp>
        <p:sp>
          <p:nvSpPr>
            <p:cNvPr id="34" name="Freeform: Shape 33">
              <a:extLst>
                <a:ext uri="{FF2B5EF4-FFF2-40B4-BE49-F238E27FC236}">
                  <a16:creationId xmlns:a16="http://schemas.microsoft.com/office/drawing/2014/main" id="{DCA0B097-C21A-40B4-95E4-2FFA9697F8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07946" y="3479100"/>
              <a:ext cx="3168300" cy="1952434"/>
            </a:xfrm>
            <a:custGeom>
              <a:avLst/>
              <a:gdLst>
                <a:gd name="connsiteX0" fmla="*/ 0 w 3168300"/>
                <a:gd name="connsiteY0" fmla="*/ 1952435 h 1952434"/>
                <a:gd name="connsiteX1" fmla="*/ 202121 w 3168300"/>
                <a:gd name="connsiteY1" fmla="*/ 1687068 h 1952434"/>
                <a:gd name="connsiteX2" fmla="*/ 545116 w 3168300"/>
                <a:gd name="connsiteY2" fmla="*/ 1450277 h 1952434"/>
                <a:gd name="connsiteX3" fmla="*/ 906780 w 3168300"/>
                <a:gd name="connsiteY3" fmla="*/ 1354455 h 1952434"/>
                <a:gd name="connsiteX4" fmla="*/ 1332262 w 3168300"/>
                <a:gd name="connsiteY4" fmla="*/ 1285304 h 1952434"/>
                <a:gd name="connsiteX5" fmla="*/ 1691259 w 3168300"/>
                <a:gd name="connsiteY5" fmla="*/ 1240060 h 1952434"/>
                <a:gd name="connsiteX6" fmla="*/ 2010346 w 3168300"/>
                <a:gd name="connsiteY6" fmla="*/ 1141667 h 1952434"/>
                <a:gd name="connsiteX7" fmla="*/ 2393252 w 3168300"/>
                <a:gd name="connsiteY7" fmla="*/ 1027271 h 1952434"/>
                <a:gd name="connsiteX8" fmla="*/ 2582037 w 3168300"/>
                <a:gd name="connsiteY8" fmla="*/ 958120 h 1952434"/>
                <a:gd name="connsiteX9" fmla="*/ 2760155 w 3168300"/>
                <a:gd name="connsiteY9" fmla="*/ 827723 h 1952434"/>
                <a:gd name="connsiteX10" fmla="*/ 2914364 w 3168300"/>
                <a:gd name="connsiteY10" fmla="*/ 567023 h 1952434"/>
                <a:gd name="connsiteX11" fmla="*/ 3168301 w 3168300"/>
                <a:gd name="connsiteY11" fmla="*/ 0 h 1952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68300" h="1952434">
                  <a:moveTo>
                    <a:pt x="0" y="1952435"/>
                  </a:moveTo>
                  <a:cubicBezTo>
                    <a:pt x="0" y="1952435"/>
                    <a:pt x="91059" y="1796415"/>
                    <a:pt x="202121" y="1687068"/>
                  </a:cubicBezTo>
                  <a:cubicBezTo>
                    <a:pt x="301943" y="1588675"/>
                    <a:pt x="416528" y="1505617"/>
                    <a:pt x="545116" y="1450277"/>
                  </a:cubicBezTo>
                  <a:cubicBezTo>
                    <a:pt x="659987" y="1400747"/>
                    <a:pt x="783622" y="1377601"/>
                    <a:pt x="906780" y="1354455"/>
                  </a:cubicBezTo>
                  <a:cubicBezTo>
                    <a:pt x="1048036" y="1327976"/>
                    <a:pt x="1189482" y="1301972"/>
                    <a:pt x="1332262" y="1285304"/>
                  </a:cubicBezTo>
                  <a:cubicBezTo>
                    <a:pt x="1452182" y="1271302"/>
                    <a:pt x="1573340" y="1265873"/>
                    <a:pt x="1691259" y="1240060"/>
                  </a:cubicBezTo>
                  <a:cubicBezTo>
                    <a:pt x="1800035" y="1216247"/>
                    <a:pt x="1904619" y="1176718"/>
                    <a:pt x="2010346" y="1141667"/>
                  </a:cubicBezTo>
                  <a:cubicBezTo>
                    <a:pt x="2136743" y="1099661"/>
                    <a:pt x="2265902" y="1066229"/>
                    <a:pt x="2393252" y="1027271"/>
                  </a:cubicBezTo>
                  <a:cubicBezTo>
                    <a:pt x="2457450" y="1007650"/>
                    <a:pt x="2521744" y="987552"/>
                    <a:pt x="2582037" y="958120"/>
                  </a:cubicBezTo>
                  <a:cubicBezTo>
                    <a:pt x="2648807" y="925449"/>
                    <a:pt x="2710815" y="883349"/>
                    <a:pt x="2760155" y="827723"/>
                  </a:cubicBezTo>
                  <a:cubicBezTo>
                    <a:pt x="2827496" y="751904"/>
                    <a:pt x="2867978" y="657511"/>
                    <a:pt x="2914364" y="567023"/>
                  </a:cubicBezTo>
                  <a:cubicBezTo>
                    <a:pt x="2972753" y="453200"/>
                    <a:pt x="3119152" y="118015"/>
                    <a:pt x="3168301" y="0"/>
                  </a:cubicBezTo>
                </a:path>
              </a:pathLst>
            </a:custGeom>
            <a:noFill/>
            <a:ln w="9525" cap="rnd">
              <a:solidFill>
                <a:schemeClr val="accent2">
                  <a:alpha val="75000"/>
                </a:schemeClr>
              </a:solidFill>
              <a:prstDash val="lgDash"/>
              <a:round/>
            </a:ln>
          </p:spPr>
          <p:txBody>
            <a:bodyPr rtlCol="0" anchor="ctr"/>
            <a:lstStyle/>
            <a:p>
              <a:endParaRPr lang="en-US"/>
            </a:p>
          </p:txBody>
        </p:sp>
        <p:sp>
          <p:nvSpPr>
            <p:cNvPr id="35" name="Freeform: Shape 34">
              <a:extLst>
                <a:ext uri="{FF2B5EF4-FFF2-40B4-BE49-F238E27FC236}">
                  <a16:creationId xmlns:a16="http://schemas.microsoft.com/office/drawing/2014/main" id="{AB2AF0F5-7EAA-4BAB-8DE2-D84E124170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04778" y="2976752"/>
              <a:ext cx="3356800" cy="2452020"/>
            </a:xfrm>
            <a:custGeom>
              <a:avLst/>
              <a:gdLst>
                <a:gd name="connsiteX0" fmla="*/ 0 w 3356800"/>
                <a:gd name="connsiteY0" fmla="*/ 2452021 h 2452020"/>
                <a:gd name="connsiteX1" fmla="*/ 130874 w 3356800"/>
                <a:gd name="connsiteY1" fmla="*/ 2247710 h 2452020"/>
                <a:gd name="connsiteX2" fmla="*/ 437197 w 3356800"/>
                <a:gd name="connsiteY2" fmla="*/ 1941195 h 2452020"/>
                <a:gd name="connsiteX3" fmla="*/ 737140 w 3356800"/>
                <a:gd name="connsiteY3" fmla="*/ 1736884 h 2452020"/>
                <a:gd name="connsiteX4" fmla="*/ 1031843 w 3356800"/>
                <a:gd name="connsiteY4" fmla="*/ 1685068 h 2452020"/>
                <a:gd name="connsiteX5" fmla="*/ 1287304 w 3356800"/>
                <a:gd name="connsiteY5" fmla="*/ 1655826 h 2452020"/>
                <a:gd name="connsiteX6" fmla="*/ 1471994 w 3356800"/>
                <a:gd name="connsiteY6" fmla="*/ 1634300 h 2452020"/>
                <a:gd name="connsiteX7" fmla="*/ 1898237 w 3356800"/>
                <a:gd name="connsiteY7" fmla="*/ 1512665 h 2452020"/>
                <a:gd name="connsiteX8" fmla="*/ 2229136 w 3356800"/>
                <a:gd name="connsiteY8" fmla="*/ 1355598 h 2452020"/>
                <a:gd name="connsiteX9" fmla="*/ 2512314 w 3356800"/>
                <a:gd name="connsiteY9" fmla="*/ 1238631 h 2452020"/>
                <a:gd name="connsiteX10" fmla="*/ 2758535 w 3356800"/>
                <a:gd name="connsiteY10" fmla="*/ 1096994 h 2452020"/>
                <a:gd name="connsiteX11" fmla="*/ 2935510 w 3356800"/>
                <a:gd name="connsiteY11" fmla="*/ 919925 h 2452020"/>
                <a:gd name="connsiteX12" fmla="*/ 3081719 w 3356800"/>
                <a:gd name="connsiteY12" fmla="*/ 687419 h 2452020"/>
                <a:gd name="connsiteX13" fmla="*/ 3356800 w 3356800"/>
                <a:gd name="connsiteY13" fmla="*/ 0 h 245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56800" h="2452020">
                  <a:moveTo>
                    <a:pt x="0" y="2452021"/>
                  </a:moveTo>
                  <a:cubicBezTo>
                    <a:pt x="0" y="2452021"/>
                    <a:pt x="57150" y="2344198"/>
                    <a:pt x="130874" y="2247710"/>
                  </a:cubicBezTo>
                  <a:cubicBezTo>
                    <a:pt x="218694" y="2132648"/>
                    <a:pt x="328136" y="2036635"/>
                    <a:pt x="437197" y="1941195"/>
                  </a:cubicBezTo>
                  <a:cubicBezTo>
                    <a:pt x="529304" y="1860709"/>
                    <a:pt x="623030" y="1779556"/>
                    <a:pt x="737140" y="1736884"/>
                  </a:cubicBezTo>
                  <a:cubicBezTo>
                    <a:pt x="830866" y="1701736"/>
                    <a:pt x="932021" y="1695450"/>
                    <a:pt x="1031843" y="1685068"/>
                  </a:cubicBezTo>
                  <a:cubicBezTo>
                    <a:pt x="1117092" y="1676210"/>
                    <a:pt x="1202055" y="1665160"/>
                    <a:pt x="1287304" y="1655826"/>
                  </a:cubicBezTo>
                  <a:cubicBezTo>
                    <a:pt x="1348931" y="1649063"/>
                    <a:pt x="1410653" y="1643539"/>
                    <a:pt x="1471994" y="1634300"/>
                  </a:cubicBezTo>
                  <a:cubicBezTo>
                    <a:pt x="1618679" y="1612011"/>
                    <a:pt x="1761935" y="1571149"/>
                    <a:pt x="1898237" y="1512665"/>
                  </a:cubicBezTo>
                  <a:cubicBezTo>
                    <a:pt x="2010442" y="1464564"/>
                    <a:pt x="2117503" y="1405128"/>
                    <a:pt x="2229136" y="1355598"/>
                  </a:cubicBezTo>
                  <a:cubicBezTo>
                    <a:pt x="2322481" y="1314164"/>
                    <a:pt x="2418969" y="1280160"/>
                    <a:pt x="2512314" y="1238631"/>
                  </a:cubicBezTo>
                  <a:cubicBezTo>
                    <a:pt x="2599087" y="1199960"/>
                    <a:pt x="2683193" y="1154811"/>
                    <a:pt x="2758535" y="1096994"/>
                  </a:cubicBezTo>
                  <a:cubicBezTo>
                    <a:pt x="2825020" y="1046035"/>
                    <a:pt x="2883789" y="985837"/>
                    <a:pt x="2935510" y="919925"/>
                  </a:cubicBezTo>
                  <a:cubicBezTo>
                    <a:pt x="2992184" y="847725"/>
                    <a:pt x="3039904" y="769144"/>
                    <a:pt x="3081719" y="687419"/>
                  </a:cubicBezTo>
                  <a:cubicBezTo>
                    <a:pt x="3138297" y="576739"/>
                    <a:pt x="3314129" y="116776"/>
                    <a:pt x="3356800" y="0"/>
                  </a:cubicBezTo>
                </a:path>
              </a:pathLst>
            </a:custGeom>
            <a:noFill/>
            <a:ln w="9525" cap="rnd">
              <a:solidFill>
                <a:schemeClr val="accent2">
                  <a:alpha val="75000"/>
                </a:schemeClr>
              </a:solidFill>
              <a:prstDash val="lgDash"/>
              <a:round/>
            </a:ln>
          </p:spPr>
          <p:txBody>
            <a:bodyPr rtlCol="0" anchor="ctr"/>
            <a:lstStyle/>
            <a:p>
              <a:endParaRPr lang="en-US"/>
            </a:p>
          </p:txBody>
        </p:sp>
      </p:grpSp>
      <p:sp useBgFill="1">
        <p:nvSpPr>
          <p:cNvPr id="37" name="Rectangle 36">
            <a:extLst>
              <a:ext uri="{FF2B5EF4-FFF2-40B4-BE49-F238E27FC236}">
                <a16:creationId xmlns:a16="http://schemas.microsoft.com/office/drawing/2014/main" id="{8651CFA9-6065-4243-AC48-858E35978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65000"/>
                  <a:lumOff val="35000"/>
                </a:schemeClr>
              </a:solidFill>
              <a:latin typeface="AvenirNext LT Pro Medium" panose="020B0504020202020204" pitchFamily="34" charset="0"/>
            </a:endParaRPr>
          </a:p>
        </p:txBody>
      </p:sp>
      <p:sp>
        <p:nvSpPr>
          <p:cNvPr id="39" name="Rectangle 38">
            <a:extLst>
              <a:ext uri="{FF2B5EF4-FFF2-40B4-BE49-F238E27FC236}">
                <a16:creationId xmlns:a16="http://schemas.microsoft.com/office/drawing/2014/main" id="{37962AE0-6A1C-4B76-9D52-10E5E6D7D3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65000"/>
                  <a:lumOff val="35000"/>
                </a:schemeClr>
              </a:solidFill>
              <a:latin typeface="AvenirNext LT Pro Medium" panose="020B0504020202020204" pitchFamily="34" charset="0"/>
            </a:endParaRPr>
          </a:p>
        </p:txBody>
      </p:sp>
      <p:grpSp>
        <p:nvGrpSpPr>
          <p:cNvPr id="41" name="Top left">
            <a:extLst>
              <a:ext uri="{FF2B5EF4-FFF2-40B4-BE49-F238E27FC236}">
                <a16:creationId xmlns:a16="http://schemas.microsoft.com/office/drawing/2014/main" id="{A345EEC5-ECAA-408B-B9D7-1C0E1102C16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849" y="-3086"/>
            <a:ext cx="2198951" cy="3349518"/>
            <a:chOff x="10849" y="-3086"/>
            <a:chExt cx="2198951" cy="3349518"/>
          </a:xfrm>
        </p:grpSpPr>
        <p:sp>
          <p:nvSpPr>
            <p:cNvPr id="42" name="Freeform: Shape 41">
              <a:extLst>
                <a:ext uri="{FF2B5EF4-FFF2-40B4-BE49-F238E27FC236}">
                  <a16:creationId xmlns:a16="http://schemas.microsoft.com/office/drawing/2014/main" id="{C09B09D8-FF9D-4CE5-853B-3BA46FD5C3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692844" y="-3086"/>
              <a:ext cx="1326111" cy="59760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tx1">
                    <a:lumMod val="65000"/>
                    <a:lumOff val="35000"/>
                  </a:schemeClr>
                </a:solidFill>
                <a:latin typeface="AvenirNext LT Pro Medium" panose="020B0504020202020204" pitchFamily="34" charset="0"/>
              </a:endParaRPr>
            </a:p>
          </p:txBody>
        </p:sp>
        <p:sp>
          <p:nvSpPr>
            <p:cNvPr id="43" name="Freeform: Shape 42">
              <a:extLst>
                <a:ext uri="{FF2B5EF4-FFF2-40B4-BE49-F238E27FC236}">
                  <a16:creationId xmlns:a16="http://schemas.microsoft.com/office/drawing/2014/main" id="{7DC978A2-F53F-4B72-9BAC-5F78F00B61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394" y="15241"/>
              <a:ext cx="2190406" cy="3331191"/>
            </a:xfrm>
            <a:custGeom>
              <a:avLst/>
              <a:gdLst>
                <a:gd name="connsiteX0" fmla="*/ 0 w 3296088"/>
                <a:gd name="connsiteY0" fmla="*/ 5012722 h 5012722"/>
                <a:gd name="connsiteX1" fmla="*/ 244031 w 3296088"/>
                <a:gd name="connsiteY1" fmla="*/ 4820222 h 5012722"/>
                <a:gd name="connsiteX2" fmla="*/ 729234 w 3296088"/>
                <a:gd name="connsiteY2" fmla="*/ 4360641 h 5012722"/>
                <a:gd name="connsiteX3" fmla="*/ 881444 w 3296088"/>
                <a:gd name="connsiteY3" fmla="*/ 4173950 h 5012722"/>
                <a:gd name="connsiteX4" fmla="*/ 1151287 w 3296088"/>
                <a:gd name="connsiteY4" fmla="*/ 3972877 h 5012722"/>
                <a:gd name="connsiteX5" fmla="*/ 1498664 w 3296088"/>
                <a:gd name="connsiteY5" fmla="*/ 3786188 h 5012722"/>
                <a:gd name="connsiteX6" fmla="*/ 1716881 w 3296088"/>
                <a:gd name="connsiteY6" fmla="*/ 3674174 h 5012722"/>
                <a:gd name="connsiteX7" fmla="*/ 1913573 w 3296088"/>
                <a:gd name="connsiteY7" fmla="*/ 3477387 h 5012722"/>
                <a:gd name="connsiteX8" fmla="*/ 2167700 w 3296088"/>
                <a:gd name="connsiteY8" fmla="*/ 3042190 h 5012722"/>
                <a:gd name="connsiteX9" fmla="*/ 2273903 w 3296088"/>
                <a:gd name="connsiteY9" fmla="*/ 2775014 h 5012722"/>
                <a:gd name="connsiteX10" fmla="*/ 2463356 w 3296088"/>
                <a:gd name="connsiteY10" fmla="*/ 2335530 h 5012722"/>
                <a:gd name="connsiteX11" fmla="*/ 2741866 w 3296088"/>
                <a:gd name="connsiteY11" fmla="*/ 1982248 h 5012722"/>
                <a:gd name="connsiteX12" fmla="*/ 2985897 w 3296088"/>
                <a:gd name="connsiteY12" fmla="*/ 1634681 h 5012722"/>
                <a:gd name="connsiteX13" fmla="*/ 3212687 w 3296088"/>
                <a:gd name="connsiteY13" fmla="*/ 1226820 h 5012722"/>
                <a:gd name="connsiteX14" fmla="*/ 3281553 w 3296088"/>
                <a:gd name="connsiteY14" fmla="*/ 959644 h 5012722"/>
                <a:gd name="connsiteX15" fmla="*/ 3295936 w 3296088"/>
                <a:gd name="connsiteY15" fmla="*/ 701135 h 5012722"/>
                <a:gd name="connsiteX16" fmla="*/ 3267266 w 3296088"/>
                <a:gd name="connsiteY16" fmla="*/ 436817 h 5012722"/>
                <a:gd name="connsiteX17" fmla="*/ 3105341 w 3296088"/>
                <a:gd name="connsiteY17" fmla="*/ 0 h 501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296088" h="5012722">
                  <a:moveTo>
                    <a:pt x="0" y="5012722"/>
                  </a:moveTo>
                  <a:cubicBezTo>
                    <a:pt x="81820" y="4949095"/>
                    <a:pt x="163544" y="4885468"/>
                    <a:pt x="244031" y="4820222"/>
                  </a:cubicBezTo>
                  <a:cubicBezTo>
                    <a:pt x="417671" y="4679633"/>
                    <a:pt x="589883" y="4535139"/>
                    <a:pt x="729234" y="4360641"/>
                  </a:cubicBezTo>
                  <a:cubicBezTo>
                    <a:pt x="779431" y="4297776"/>
                    <a:pt x="825818" y="4231958"/>
                    <a:pt x="881444" y="4173950"/>
                  </a:cubicBezTo>
                  <a:cubicBezTo>
                    <a:pt x="959358" y="4092607"/>
                    <a:pt x="1054799" y="4031075"/>
                    <a:pt x="1151287" y="3972877"/>
                  </a:cubicBezTo>
                  <a:cubicBezTo>
                    <a:pt x="1263968" y="3904964"/>
                    <a:pt x="1379315" y="3841337"/>
                    <a:pt x="1498664" y="3786188"/>
                  </a:cubicBezTo>
                  <a:cubicBezTo>
                    <a:pt x="1573149" y="3751802"/>
                    <a:pt x="1649159" y="3720179"/>
                    <a:pt x="1716881" y="3674174"/>
                  </a:cubicBezTo>
                  <a:cubicBezTo>
                    <a:pt x="1794034" y="3621691"/>
                    <a:pt x="1856708" y="3551492"/>
                    <a:pt x="1913573" y="3477387"/>
                  </a:cubicBezTo>
                  <a:cubicBezTo>
                    <a:pt x="2016157" y="3343751"/>
                    <a:pt x="2099024" y="3196114"/>
                    <a:pt x="2167700" y="3042190"/>
                  </a:cubicBezTo>
                  <a:cubicBezTo>
                    <a:pt x="2206752" y="2954655"/>
                    <a:pt x="2241233" y="2865215"/>
                    <a:pt x="2273903" y="2775014"/>
                  </a:cubicBezTo>
                  <a:cubicBezTo>
                    <a:pt x="2328482" y="2624423"/>
                    <a:pt x="2379440" y="2471642"/>
                    <a:pt x="2463356" y="2335530"/>
                  </a:cubicBezTo>
                  <a:cubicBezTo>
                    <a:pt x="2542127" y="2207705"/>
                    <a:pt x="2647855" y="2099501"/>
                    <a:pt x="2741866" y="1982248"/>
                  </a:cubicBezTo>
                  <a:cubicBezTo>
                    <a:pt x="2830449" y="1871758"/>
                    <a:pt x="2908554" y="1753362"/>
                    <a:pt x="2985897" y="1634681"/>
                  </a:cubicBezTo>
                  <a:cubicBezTo>
                    <a:pt x="3071146" y="1503902"/>
                    <a:pt x="3156395" y="1372172"/>
                    <a:pt x="3212687" y="1226820"/>
                  </a:cubicBezTo>
                  <a:cubicBezTo>
                    <a:pt x="3246025" y="1140809"/>
                    <a:pt x="3268790" y="1051084"/>
                    <a:pt x="3281553" y="959644"/>
                  </a:cubicBezTo>
                  <a:cubicBezTo>
                    <a:pt x="3293555" y="874014"/>
                    <a:pt x="3296888" y="787527"/>
                    <a:pt x="3295936" y="701135"/>
                  </a:cubicBezTo>
                  <a:cubicBezTo>
                    <a:pt x="3294888" y="612172"/>
                    <a:pt x="3289268" y="523018"/>
                    <a:pt x="3267266" y="436817"/>
                  </a:cubicBezTo>
                  <a:cubicBezTo>
                    <a:pt x="3227832" y="282416"/>
                    <a:pt x="3105341" y="0"/>
                    <a:pt x="3105341" y="0"/>
                  </a:cubicBezTo>
                </a:path>
              </a:pathLst>
            </a:custGeom>
            <a:noFill/>
            <a:ln w="9525" cap="rnd">
              <a:solidFill>
                <a:schemeClr val="accent2">
                  <a:alpha val="50000"/>
                </a:schemeClr>
              </a:solidFill>
              <a:prstDash val="lgDash"/>
              <a:round/>
            </a:ln>
          </p:spPr>
          <p:txBody>
            <a:bodyPr rtlCol="0" anchor="ctr"/>
            <a:lstStyle/>
            <a:p>
              <a:endParaRPr lang="en-US"/>
            </a:p>
          </p:txBody>
        </p:sp>
        <p:sp>
          <p:nvSpPr>
            <p:cNvPr id="44" name="Freeform: Shape 43">
              <a:extLst>
                <a:ext uri="{FF2B5EF4-FFF2-40B4-BE49-F238E27FC236}">
                  <a16:creationId xmlns:a16="http://schemas.microsoft.com/office/drawing/2014/main" id="{4F73D09D-1DE1-441E-88F5-CD2CBAB88D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978674" cy="3074959"/>
            </a:xfrm>
            <a:custGeom>
              <a:avLst/>
              <a:gdLst>
                <a:gd name="connsiteX0" fmla="*/ 0 w 2977477"/>
                <a:gd name="connsiteY0" fmla="*/ 4627150 h 4627149"/>
                <a:gd name="connsiteX1" fmla="*/ 275082 w 2977477"/>
                <a:gd name="connsiteY1" fmla="*/ 4341590 h 4627149"/>
                <a:gd name="connsiteX2" fmla="*/ 502825 w 2977477"/>
                <a:gd name="connsiteY2" fmla="*/ 4054126 h 4627149"/>
                <a:gd name="connsiteX3" fmla="*/ 666179 w 2977477"/>
                <a:gd name="connsiteY3" fmla="*/ 3890677 h 4627149"/>
                <a:gd name="connsiteX4" fmla="*/ 864203 w 2977477"/>
                <a:gd name="connsiteY4" fmla="*/ 3675983 h 4627149"/>
                <a:gd name="connsiteX5" fmla="*/ 982599 w 2977477"/>
                <a:gd name="connsiteY5" fmla="*/ 3557492 h 4627149"/>
                <a:gd name="connsiteX6" fmla="*/ 1188244 w 2977477"/>
                <a:gd name="connsiteY6" fmla="*/ 3329654 h 4627149"/>
                <a:gd name="connsiteX7" fmla="*/ 1344740 w 2977477"/>
                <a:gd name="connsiteY7" fmla="*/ 3146774 h 4627149"/>
                <a:gd name="connsiteX8" fmla="*/ 1470755 w 2977477"/>
                <a:gd name="connsiteY8" fmla="*/ 2984659 h 4627149"/>
                <a:gd name="connsiteX9" fmla="*/ 1657636 w 2977477"/>
                <a:gd name="connsiteY9" fmla="*/ 2670239 h 4627149"/>
                <a:gd name="connsiteX10" fmla="*/ 1762887 w 2977477"/>
                <a:gd name="connsiteY10" fmla="*/ 2473547 h 4627149"/>
                <a:gd name="connsiteX11" fmla="*/ 1866710 w 2977477"/>
                <a:gd name="connsiteY11" fmla="*/ 2290667 h 4627149"/>
                <a:gd name="connsiteX12" fmla="*/ 2106263 w 2977477"/>
                <a:gd name="connsiteY12" fmla="*/ 2030254 h 4627149"/>
                <a:gd name="connsiteX13" fmla="*/ 2277237 w 2977477"/>
                <a:gd name="connsiteY13" fmla="*/ 1859185 h 4627149"/>
                <a:gd name="connsiteX14" fmla="*/ 2499455 w 2977477"/>
                <a:gd name="connsiteY14" fmla="*/ 1656207 h 4627149"/>
                <a:gd name="connsiteX15" fmla="*/ 2707100 w 2977477"/>
                <a:gd name="connsiteY15" fmla="*/ 1390269 h 4627149"/>
                <a:gd name="connsiteX16" fmla="*/ 2812352 w 2977477"/>
                <a:gd name="connsiteY16" fmla="*/ 1230916 h 4627149"/>
                <a:gd name="connsiteX17" fmla="*/ 2898172 w 2977477"/>
                <a:gd name="connsiteY17" fmla="*/ 1036987 h 4627149"/>
                <a:gd name="connsiteX18" fmla="*/ 2963228 w 2977477"/>
                <a:gd name="connsiteY18" fmla="*/ 850011 h 4627149"/>
                <a:gd name="connsiteX19" fmla="*/ 2977325 w 2977477"/>
                <a:gd name="connsiteY19" fmla="*/ 745427 h 4627149"/>
                <a:gd name="connsiteX20" fmla="*/ 2929509 w 2977477"/>
                <a:gd name="connsiteY20" fmla="*/ 480155 h 4627149"/>
                <a:gd name="connsiteX21" fmla="*/ 2563082 w 2977477"/>
                <a:gd name="connsiteY21" fmla="*/ 0 h 4627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77477" h="4627149">
                  <a:moveTo>
                    <a:pt x="0" y="4627150"/>
                  </a:moveTo>
                  <a:cubicBezTo>
                    <a:pt x="79820" y="4552283"/>
                    <a:pt x="203835" y="4424648"/>
                    <a:pt x="275082" y="4341590"/>
                  </a:cubicBezTo>
                  <a:cubicBezTo>
                    <a:pt x="354711" y="4248722"/>
                    <a:pt x="421005" y="4145090"/>
                    <a:pt x="502825" y="4054126"/>
                  </a:cubicBezTo>
                  <a:cubicBezTo>
                    <a:pt x="554355" y="3996881"/>
                    <a:pt x="612362" y="3945827"/>
                    <a:pt x="666179" y="3890677"/>
                  </a:cubicBezTo>
                  <a:cubicBezTo>
                    <a:pt x="734187" y="3821049"/>
                    <a:pt x="796671" y="3746183"/>
                    <a:pt x="864203" y="3675983"/>
                  </a:cubicBezTo>
                  <a:cubicBezTo>
                    <a:pt x="902875" y="3635788"/>
                    <a:pt x="943642" y="3597593"/>
                    <a:pt x="982599" y="3557492"/>
                  </a:cubicBezTo>
                  <a:cubicBezTo>
                    <a:pt x="1053941" y="3484150"/>
                    <a:pt x="1121378" y="3407093"/>
                    <a:pt x="1188244" y="3329654"/>
                  </a:cubicBezTo>
                  <a:cubicBezTo>
                    <a:pt x="1240631" y="3268885"/>
                    <a:pt x="1293495" y="3208496"/>
                    <a:pt x="1344740" y="3146774"/>
                  </a:cubicBezTo>
                  <a:cubicBezTo>
                    <a:pt x="1388459" y="3094101"/>
                    <a:pt x="1431512" y="3040761"/>
                    <a:pt x="1470755" y="2984659"/>
                  </a:cubicBezTo>
                  <a:cubicBezTo>
                    <a:pt x="1540764" y="2884646"/>
                    <a:pt x="1598771" y="2777109"/>
                    <a:pt x="1657636" y="2670239"/>
                  </a:cubicBezTo>
                  <a:cubicBezTo>
                    <a:pt x="1693545" y="2605088"/>
                    <a:pt x="1728502" y="2539460"/>
                    <a:pt x="1762887" y="2473547"/>
                  </a:cubicBezTo>
                  <a:cubicBezTo>
                    <a:pt x="1795367" y="2411349"/>
                    <a:pt x="1826419" y="2348103"/>
                    <a:pt x="1866710" y="2290667"/>
                  </a:cubicBezTo>
                  <a:cubicBezTo>
                    <a:pt x="1934623" y="2193893"/>
                    <a:pt x="2022729" y="2114169"/>
                    <a:pt x="2106263" y="2030254"/>
                  </a:cubicBezTo>
                  <a:cubicBezTo>
                    <a:pt x="2163128" y="1973104"/>
                    <a:pt x="2218182" y="1914049"/>
                    <a:pt x="2277237" y="1859185"/>
                  </a:cubicBezTo>
                  <a:cubicBezTo>
                    <a:pt x="2350770" y="1790891"/>
                    <a:pt x="2430304" y="1728978"/>
                    <a:pt x="2499455" y="1656207"/>
                  </a:cubicBezTo>
                  <a:cubicBezTo>
                    <a:pt x="2576989" y="1574578"/>
                    <a:pt x="2641568" y="1481900"/>
                    <a:pt x="2707100" y="1390269"/>
                  </a:cubicBezTo>
                  <a:cubicBezTo>
                    <a:pt x="2744153" y="1338453"/>
                    <a:pt x="2781586" y="1286732"/>
                    <a:pt x="2812352" y="1230916"/>
                  </a:cubicBezTo>
                  <a:cubicBezTo>
                    <a:pt x="2846546" y="1168908"/>
                    <a:pt x="2872550" y="1102900"/>
                    <a:pt x="2898172" y="1036987"/>
                  </a:cubicBezTo>
                  <a:cubicBezTo>
                    <a:pt x="2922175" y="975455"/>
                    <a:pt x="2948273" y="914305"/>
                    <a:pt x="2963228" y="850011"/>
                  </a:cubicBezTo>
                  <a:cubicBezTo>
                    <a:pt x="2971229" y="815626"/>
                    <a:pt x="2976563" y="780764"/>
                    <a:pt x="2977325" y="745427"/>
                  </a:cubicBezTo>
                  <a:cubicBezTo>
                    <a:pt x="2979230" y="654844"/>
                    <a:pt x="2963323" y="564261"/>
                    <a:pt x="2929509" y="480155"/>
                  </a:cubicBezTo>
                  <a:cubicBezTo>
                    <a:pt x="2851309" y="285655"/>
                    <a:pt x="2563082" y="0"/>
                    <a:pt x="2563082" y="0"/>
                  </a:cubicBezTo>
                </a:path>
              </a:pathLst>
            </a:custGeom>
            <a:noFill/>
            <a:ln w="9525" cap="rnd">
              <a:solidFill>
                <a:schemeClr val="accent2">
                  <a:alpha val="50000"/>
                </a:schemeClr>
              </a:solidFill>
              <a:prstDash val="lgDash"/>
              <a:round/>
            </a:ln>
          </p:spPr>
          <p:txBody>
            <a:bodyPr rtlCol="0" anchor="ctr"/>
            <a:lstStyle/>
            <a:p>
              <a:endParaRPr lang="en-US"/>
            </a:p>
          </p:txBody>
        </p:sp>
        <p:sp>
          <p:nvSpPr>
            <p:cNvPr id="45" name="Freeform: Shape 44">
              <a:extLst>
                <a:ext uri="{FF2B5EF4-FFF2-40B4-BE49-F238E27FC236}">
                  <a16:creationId xmlns:a16="http://schemas.microsoft.com/office/drawing/2014/main" id="{9DE61DBF-5FB0-4603-BE95-C566DD48BE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92" y="15178"/>
              <a:ext cx="1566146" cy="2737264"/>
            </a:xfrm>
            <a:custGeom>
              <a:avLst/>
              <a:gdLst>
                <a:gd name="connsiteX0" fmla="*/ 1707071 w 2356712"/>
                <a:gd name="connsiteY0" fmla="*/ 0 h 4118991"/>
                <a:gd name="connsiteX1" fmla="*/ 1824514 w 2356712"/>
                <a:gd name="connsiteY1" fmla="*/ 244697 h 4118991"/>
                <a:gd name="connsiteX2" fmla="*/ 1908715 w 2356712"/>
                <a:gd name="connsiteY2" fmla="*/ 328994 h 4118991"/>
                <a:gd name="connsiteX3" fmla="*/ 2226469 w 2356712"/>
                <a:gd name="connsiteY3" fmla="*/ 603695 h 4118991"/>
                <a:gd name="connsiteX4" fmla="*/ 2355628 w 2356712"/>
                <a:gd name="connsiteY4" fmla="*/ 900494 h 4118991"/>
                <a:gd name="connsiteX5" fmla="*/ 2281428 w 2356712"/>
                <a:gd name="connsiteY5" fmla="*/ 1206913 h 4118991"/>
                <a:gd name="connsiteX6" fmla="*/ 2092452 w 2356712"/>
                <a:gd name="connsiteY6" fmla="*/ 1460659 h 4118991"/>
                <a:gd name="connsiteX7" fmla="*/ 1834039 w 2356712"/>
                <a:gd name="connsiteY7" fmla="*/ 1625822 h 4118991"/>
                <a:gd name="connsiteX8" fmla="*/ 1558862 w 2356712"/>
                <a:gd name="connsiteY8" fmla="*/ 1743075 h 4118991"/>
                <a:gd name="connsiteX9" fmla="*/ 1386554 w 2356712"/>
                <a:gd name="connsiteY9" fmla="*/ 1869948 h 4118991"/>
                <a:gd name="connsiteX10" fmla="*/ 1271683 w 2356712"/>
                <a:gd name="connsiteY10" fmla="*/ 2073402 h 4118991"/>
                <a:gd name="connsiteX11" fmla="*/ 1178338 w 2356712"/>
                <a:gd name="connsiteY11" fmla="*/ 2355914 h 4118991"/>
                <a:gd name="connsiteX12" fmla="*/ 1113758 w 2356712"/>
                <a:gd name="connsiteY12" fmla="*/ 2578513 h 4118991"/>
                <a:gd name="connsiteX13" fmla="*/ 1034796 w 2356712"/>
                <a:gd name="connsiteY13" fmla="*/ 2834640 h 4118991"/>
                <a:gd name="connsiteX14" fmla="*/ 905637 w 2356712"/>
                <a:gd name="connsiteY14" fmla="*/ 3081242 h 4118991"/>
                <a:gd name="connsiteX15" fmla="*/ 793147 w 2356712"/>
                <a:gd name="connsiteY15" fmla="*/ 3258407 h 4118991"/>
                <a:gd name="connsiteX16" fmla="*/ 546735 w 2356712"/>
                <a:gd name="connsiteY16" fmla="*/ 3571970 h 4118991"/>
                <a:gd name="connsiteX17" fmla="*/ 346996 w 2356712"/>
                <a:gd name="connsiteY17" fmla="*/ 3771900 h 4118991"/>
                <a:gd name="connsiteX18" fmla="*/ 174689 w 2356712"/>
                <a:gd name="connsiteY18" fmla="*/ 3944207 h 4118991"/>
                <a:gd name="connsiteX19" fmla="*/ 0 w 2356712"/>
                <a:gd name="connsiteY19" fmla="*/ 4118991 h 4118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356712" h="4118991">
                  <a:moveTo>
                    <a:pt x="1707071" y="0"/>
                  </a:moveTo>
                  <a:cubicBezTo>
                    <a:pt x="1715357" y="22098"/>
                    <a:pt x="1812608" y="224409"/>
                    <a:pt x="1824514" y="244697"/>
                  </a:cubicBezTo>
                  <a:cubicBezTo>
                    <a:pt x="1844802" y="279273"/>
                    <a:pt x="1876996" y="304324"/>
                    <a:pt x="1908715" y="328994"/>
                  </a:cubicBezTo>
                  <a:cubicBezTo>
                    <a:pt x="2019967" y="415195"/>
                    <a:pt x="2137886" y="494633"/>
                    <a:pt x="2226469" y="603695"/>
                  </a:cubicBezTo>
                  <a:cubicBezTo>
                    <a:pt x="2296287" y="689610"/>
                    <a:pt x="2347817" y="790480"/>
                    <a:pt x="2355628" y="900494"/>
                  </a:cubicBezTo>
                  <a:cubicBezTo>
                    <a:pt x="2363248" y="1007078"/>
                    <a:pt x="2329910" y="1111187"/>
                    <a:pt x="2281428" y="1206913"/>
                  </a:cubicBezTo>
                  <a:cubicBezTo>
                    <a:pt x="2233422" y="1301877"/>
                    <a:pt x="2170938" y="1388936"/>
                    <a:pt x="2092452" y="1460659"/>
                  </a:cubicBezTo>
                  <a:cubicBezTo>
                    <a:pt x="2016538" y="1530001"/>
                    <a:pt x="1927765" y="1583436"/>
                    <a:pt x="1834039" y="1625822"/>
                  </a:cubicBezTo>
                  <a:cubicBezTo>
                    <a:pt x="1743075" y="1666970"/>
                    <a:pt x="1647730" y="1697736"/>
                    <a:pt x="1558862" y="1743075"/>
                  </a:cubicBezTo>
                  <a:cubicBezTo>
                    <a:pt x="1494758" y="1775841"/>
                    <a:pt x="1434275" y="1816132"/>
                    <a:pt x="1386554" y="1869948"/>
                  </a:cubicBezTo>
                  <a:cubicBezTo>
                    <a:pt x="1334548" y="1928622"/>
                    <a:pt x="1300544" y="2000345"/>
                    <a:pt x="1271683" y="2073402"/>
                  </a:cubicBezTo>
                  <a:cubicBezTo>
                    <a:pt x="1235202" y="2165699"/>
                    <a:pt x="1206722" y="2260759"/>
                    <a:pt x="1178338" y="2355914"/>
                  </a:cubicBezTo>
                  <a:cubicBezTo>
                    <a:pt x="1156240" y="2429923"/>
                    <a:pt x="1134237" y="2504028"/>
                    <a:pt x="1113758" y="2578513"/>
                  </a:cubicBezTo>
                  <a:cubicBezTo>
                    <a:pt x="1090041" y="2664714"/>
                    <a:pt x="1068134" y="2751678"/>
                    <a:pt x="1034796" y="2834640"/>
                  </a:cubicBezTo>
                  <a:cubicBezTo>
                    <a:pt x="1000125" y="2920841"/>
                    <a:pt x="953643" y="3001613"/>
                    <a:pt x="905637" y="3081242"/>
                  </a:cubicBezTo>
                  <a:cubicBezTo>
                    <a:pt x="869442" y="3141155"/>
                    <a:pt x="832295" y="3200400"/>
                    <a:pt x="793147" y="3258407"/>
                  </a:cubicBezTo>
                  <a:cubicBezTo>
                    <a:pt x="718661" y="3368802"/>
                    <a:pt x="637223" y="3474434"/>
                    <a:pt x="546735" y="3571970"/>
                  </a:cubicBezTo>
                  <a:cubicBezTo>
                    <a:pt x="482632" y="3641027"/>
                    <a:pt x="414147" y="3705797"/>
                    <a:pt x="346996" y="3771900"/>
                  </a:cubicBezTo>
                  <a:cubicBezTo>
                    <a:pt x="288989" y="3828764"/>
                    <a:pt x="232029" y="3886676"/>
                    <a:pt x="174689" y="3944207"/>
                  </a:cubicBezTo>
                  <a:cubicBezTo>
                    <a:pt x="116586" y="4002596"/>
                    <a:pt x="58293" y="4060698"/>
                    <a:pt x="0" y="4118991"/>
                  </a:cubicBezTo>
                </a:path>
              </a:pathLst>
            </a:custGeom>
            <a:noFill/>
            <a:ln w="9525" cap="rnd">
              <a:solidFill>
                <a:schemeClr val="accent2">
                  <a:alpha val="50000"/>
                </a:schemeClr>
              </a:solidFill>
              <a:prstDash val="lgDash"/>
              <a:round/>
            </a:ln>
          </p:spPr>
          <p:txBody>
            <a:bodyPr rtlCol="0" anchor="ctr"/>
            <a:lstStyle/>
            <a:p>
              <a:endParaRPr lang="en-US"/>
            </a:p>
          </p:txBody>
        </p:sp>
        <p:sp>
          <p:nvSpPr>
            <p:cNvPr id="46" name="Freeform: Shape 45">
              <a:extLst>
                <a:ext uri="{FF2B5EF4-FFF2-40B4-BE49-F238E27FC236}">
                  <a16:creationId xmlns:a16="http://schemas.microsoft.com/office/drawing/2014/main" id="{D8C89DF5-F013-4C54-B9AD-2E158706C2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368431" cy="2644975"/>
            </a:xfrm>
            <a:custGeom>
              <a:avLst/>
              <a:gdLst>
                <a:gd name="connsiteX0" fmla="*/ 0 w 2059193"/>
                <a:gd name="connsiteY0" fmla="*/ 3980116 h 3980116"/>
                <a:gd name="connsiteX1" fmla="*/ 471583 w 2059193"/>
                <a:gd name="connsiteY1" fmla="*/ 3515678 h 3980116"/>
                <a:gd name="connsiteX2" fmla="*/ 758666 w 2059193"/>
                <a:gd name="connsiteY2" fmla="*/ 3163824 h 3980116"/>
                <a:gd name="connsiteX3" fmla="*/ 940499 w 2059193"/>
                <a:gd name="connsiteY3" fmla="*/ 2780824 h 3980116"/>
                <a:gd name="connsiteX4" fmla="*/ 1055370 w 2059193"/>
                <a:gd name="connsiteY4" fmla="*/ 2242185 h 3980116"/>
                <a:gd name="connsiteX5" fmla="*/ 1136714 w 2059193"/>
                <a:gd name="connsiteY5" fmla="*/ 1878330 h 3980116"/>
                <a:gd name="connsiteX6" fmla="*/ 1246727 w 2059193"/>
                <a:gd name="connsiteY6" fmla="*/ 1562386 h 3980116"/>
                <a:gd name="connsiteX7" fmla="*/ 1378363 w 2059193"/>
                <a:gd name="connsiteY7" fmla="*/ 1430750 h 3980116"/>
                <a:gd name="connsiteX8" fmla="*/ 1691831 w 2059193"/>
                <a:gd name="connsiteY8" fmla="*/ 1394841 h 3980116"/>
                <a:gd name="connsiteX9" fmla="*/ 1914335 w 2059193"/>
                <a:gd name="connsiteY9" fmla="*/ 1323023 h 3980116"/>
                <a:gd name="connsiteX10" fmla="*/ 2055495 w 2059193"/>
                <a:gd name="connsiteY10" fmla="*/ 1098042 h 3980116"/>
                <a:gd name="connsiteX11" fmla="*/ 2033969 w 2059193"/>
                <a:gd name="connsiteY11" fmla="*/ 930497 h 3980116"/>
                <a:gd name="connsiteX12" fmla="*/ 1885664 w 2059193"/>
                <a:gd name="connsiteY12" fmla="*/ 760571 h 3980116"/>
                <a:gd name="connsiteX13" fmla="*/ 1636871 w 2059193"/>
                <a:gd name="connsiteY13" fmla="*/ 612172 h 3980116"/>
                <a:gd name="connsiteX14" fmla="*/ 1335405 w 2059193"/>
                <a:gd name="connsiteY14" fmla="*/ 459010 h 3980116"/>
                <a:gd name="connsiteX15" fmla="*/ 1234916 w 2059193"/>
                <a:gd name="connsiteY15" fmla="*/ 269939 h 3980116"/>
                <a:gd name="connsiteX16" fmla="*/ 1386935 w 2059193"/>
                <a:gd name="connsiteY16" fmla="*/ 0 h 39801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9193" h="3980116">
                  <a:moveTo>
                    <a:pt x="0" y="3980116"/>
                  </a:moveTo>
                  <a:cubicBezTo>
                    <a:pt x="91345" y="3889534"/>
                    <a:pt x="382715" y="3608737"/>
                    <a:pt x="471583" y="3515678"/>
                  </a:cubicBezTo>
                  <a:cubicBezTo>
                    <a:pt x="576358" y="3405949"/>
                    <a:pt x="675989" y="3290983"/>
                    <a:pt x="758666" y="3163824"/>
                  </a:cubicBezTo>
                  <a:cubicBezTo>
                    <a:pt x="836105" y="3044857"/>
                    <a:pt x="897445" y="2916079"/>
                    <a:pt x="940499" y="2780824"/>
                  </a:cubicBezTo>
                  <a:cubicBezTo>
                    <a:pt x="996315" y="2605754"/>
                    <a:pt x="1020985" y="2422874"/>
                    <a:pt x="1055370" y="2242185"/>
                  </a:cubicBezTo>
                  <a:cubicBezTo>
                    <a:pt x="1078611" y="2120075"/>
                    <a:pt x="1107472" y="1999107"/>
                    <a:pt x="1136714" y="1878330"/>
                  </a:cubicBezTo>
                  <a:cubicBezTo>
                    <a:pt x="1163098" y="1769174"/>
                    <a:pt x="1189482" y="1658588"/>
                    <a:pt x="1246727" y="1562386"/>
                  </a:cubicBezTo>
                  <a:cubicBezTo>
                    <a:pt x="1279208" y="1507808"/>
                    <a:pt x="1321689" y="1459039"/>
                    <a:pt x="1378363" y="1430750"/>
                  </a:cubicBezTo>
                  <a:cubicBezTo>
                    <a:pt x="1473327" y="1383221"/>
                    <a:pt x="1584865" y="1402652"/>
                    <a:pt x="1691831" y="1394841"/>
                  </a:cubicBezTo>
                  <a:cubicBezTo>
                    <a:pt x="1771079" y="1389031"/>
                    <a:pt x="1849279" y="1368266"/>
                    <a:pt x="1914335" y="1323023"/>
                  </a:cubicBezTo>
                  <a:cubicBezTo>
                    <a:pt x="1989963" y="1270445"/>
                    <a:pt x="2041493" y="1189101"/>
                    <a:pt x="2055495" y="1098042"/>
                  </a:cubicBezTo>
                  <a:cubicBezTo>
                    <a:pt x="2064258" y="1041178"/>
                    <a:pt x="2057591" y="982980"/>
                    <a:pt x="2033969" y="930497"/>
                  </a:cubicBezTo>
                  <a:cubicBezTo>
                    <a:pt x="2002727" y="861060"/>
                    <a:pt x="1945958" y="807625"/>
                    <a:pt x="1885664" y="760571"/>
                  </a:cubicBezTo>
                  <a:cubicBezTo>
                    <a:pt x="1809179" y="700945"/>
                    <a:pt x="1725549" y="651415"/>
                    <a:pt x="1636871" y="612172"/>
                  </a:cubicBezTo>
                  <a:cubicBezTo>
                    <a:pt x="1532763" y="566071"/>
                    <a:pt x="1421606" y="532543"/>
                    <a:pt x="1335405" y="459010"/>
                  </a:cubicBezTo>
                  <a:cubicBezTo>
                    <a:pt x="1277969" y="409956"/>
                    <a:pt x="1232059" y="344615"/>
                    <a:pt x="1234916" y="269939"/>
                  </a:cubicBezTo>
                  <a:cubicBezTo>
                    <a:pt x="1237012" y="211741"/>
                    <a:pt x="1386935" y="0"/>
                    <a:pt x="1386935" y="0"/>
                  </a:cubicBezTo>
                </a:path>
              </a:pathLst>
            </a:custGeom>
            <a:noFill/>
            <a:ln w="9525" cap="rnd">
              <a:solidFill>
                <a:schemeClr val="accent2">
                  <a:alpha val="50000"/>
                </a:schemeClr>
              </a:solidFill>
              <a:prstDash val="lgDash"/>
              <a:round/>
            </a:ln>
          </p:spPr>
          <p:txBody>
            <a:bodyPr rtlCol="0" anchor="ctr"/>
            <a:lstStyle/>
            <a:p>
              <a:endParaRPr lang="en-US"/>
            </a:p>
          </p:txBody>
        </p:sp>
        <p:sp>
          <p:nvSpPr>
            <p:cNvPr id="47" name="Freeform: Shape 46">
              <a:extLst>
                <a:ext uri="{FF2B5EF4-FFF2-40B4-BE49-F238E27FC236}">
                  <a16:creationId xmlns:a16="http://schemas.microsoft.com/office/drawing/2014/main" id="{9ED89947-A3CF-4B11-8DE7-5D07A57CB9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8825" y="543780"/>
              <a:ext cx="494287" cy="1905590"/>
            </a:xfrm>
            <a:custGeom>
              <a:avLst/>
              <a:gdLst>
                <a:gd name="connsiteX0" fmla="*/ 11144 w 743796"/>
                <a:gd name="connsiteY0" fmla="*/ 0 h 2867501"/>
                <a:gd name="connsiteX1" fmla="*/ 353663 w 743796"/>
                <a:gd name="connsiteY1" fmla="*/ 55245 h 2867501"/>
                <a:gd name="connsiteX2" fmla="*/ 571405 w 743796"/>
                <a:gd name="connsiteY2" fmla="*/ 179737 h 2867501"/>
                <a:gd name="connsiteX3" fmla="*/ 688658 w 743796"/>
                <a:gd name="connsiteY3" fmla="*/ 368808 h 2867501"/>
                <a:gd name="connsiteX4" fmla="*/ 731711 w 743796"/>
                <a:gd name="connsiteY4" fmla="*/ 612934 h 2867501"/>
                <a:gd name="connsiteX5" fmla="*/ 725233 w 743796"/>
                <a:gd name="connsiteY5" fmla="*/ 995648 h 2867501"/>
                <a:gd name="connsiteX6" fmla="*/ 742855 w 743796"/>
                <a:gd name="connsiteY6" fmla="*/ 1499330 h 2867501"/>
                <a:gd name="connsiteX7" fmla="*/ 707898 w 743796"/>
                <a:gd name="connsiteY7" fmla="*/ 1793081 h 2867501"/>
                <a:gd name="connsiteX8" fmla="*/ 633222 w 743796"/>
                <a:gd name="connsiteY8" fmla="*/ 2073592 h 2867501"/>
                <a:gd name="connsiteX9" fmla="*/ 404527 w 743796"/>
                <a:gd name="connsiteY9" fmla="*/ 2472404 h 2867501"/>
                <a:gd name="connsiteX10" fmla="*/ 0 w 743796"/>
                <a:gd name="connsiteY10" fmla="*/ 2867501 h 2867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3796" h="2867501">
                  <a:moveTo>
                    <a:pt x="11144" y="0"/>
                  </a:moveTo>
                  <a:cubicBezTo>
                    <a:pt x="101060" y="2953"/>
                    <a:pt x="268796" y="25146"/>
                    <a:pt x="353663" y="55245"/>
                  </a:cubicBezTo>
                  <a:cubicBezTo>
                    <a:pt x="433483" y="83534"/>
                    <a:pt x="510635" y="120967"/>
                    <a:pt x="571405" y="179737"/>
                  </a:cubicBezTo>
                  <a:cubicBezTo>
                    <a:pt x="625412" y="231934"/>
                    <a:pt x="663607" y="297942"/>
                    <a:pt x="688658" y="368808"/>
                  </a:cubicBezTo>
                  <a:cubicBezTo>
                    <a:pt x="716375" y="447103"/>
                    <a:pt x="727996" y="529876"/>
                    <a:pt x="731711" y="612934"/>
                  </a:cubicBezTo>
                  <a:cubicBezTo>
                    <a:pt x="737426" y="740474"/>
                    <a:pt x="724948" y="867918"/>
                    <a:pt x="725233" y="995648"/>
                  </a:cubicBezTo>
                  <a:cubicBezTo>
                    <a:pt x="725710" y="1163765"/>
                    <a:pt x="748665" y="1331309"/>
                    <a:pt x="742855" y="1499330"/>
                  </a:cubicBezTo>
                  <a:cubicBezTo>
                    <a:pt x="739426" y="1598009"/>
                    <a:pt x="725996" y="1696022"/>
                    <a:pt x="707898" y="1793081"/>
                  </a:cubicBezTo>
                  <a:cubicBezTo>
                    <a:pt x="690086" y="1888426"/>
                    <a:pt x="666845" y="1982724"/>
                    <a:pt x="633222" y="2073592"/>
                  </a:cubicBezTo>
                  <a:cubicBezTo>
                    <a:pt x="579692" y="2218182"/>
                    <a:pt x="499682" y="2351056"/>
                    <a:pt x="404527" y="2472404"/>
                  </a:cubicBezTo>
                  <a:cubicBezTo>
                    <a:pt x="266033" y="2648902"/>
                    <a:pt x="179642" y="2732818"/>
                    <a:pt x="0" y="2867501"/>
                  </a:cubicBezTo>
                </a:path>
              </a:pathLst>
            </a:custGeom>
            <a:noFill/>
            <a:ln w="9525" cap="rnd">
              <a:solidFill>
                <a:schemeClr val="accent2">
                  <a:alpha val="50000"/>
                </a:schemeClr>
              </a:solidFill>
              <a:prstDash val="lgDash"/>
              <a:round/>
            </a:ln>
          </p:spPr>
          <p:txBody>
            <a:bodyPr rtlCol="0" anchor="ctr"/>
            <a:lstStyle/>
            <a:p>
              <a:endParaRPr lang="en-US"/>
            </a:p>
          </p:txBody>
        </p:sp>
        <p:sp>
          <p:nvSpPr>
            <p:cNvPr id="48" name="Freeform: Shape 47">
              <a:extLst>
                <a:ext uri="{FF2B5EF4-FFF2-40B4-BE49-F238E27FC236}">
                  <a16:creationId xmlns:a16="http://schemas.microsoft.com/office/drawing/2014/main" id="{D3E24021-DB80-451B-96A6-0D21AC0C84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672286"/>
              <a:ext cx="396930" cy="1690303"/>
            </a:xfrm>
            <a:custGeom>
              <a:avLst/>
              <a:gdLst>
                <a:gd name="connsiteX0" fmla="*/ 16478 w 597294"/>
                <a:gd name="connsiteY0" fmla="*/ 2079 h 2543540"/>
                <a:gd name="connsiteX1" fmla="*/ 299847 w 597294"/>
                <a:gd name="connsiteY1" fmla="*/ 53991 h 2543540"/>
                <a:gd name="connsiteX2" fmla="*/ 503206 w 597294"/>
                <a:gd name="connsiteY2" fmla="*/ 291354 h 2543540"/>
                <a:gd name="connsiteX3" fmla="*/ 525113 w 597294"/>
                <a:gd name="connsiteY3" fmla="*/ 724265 h 2543540"/>
                <a:gd name="connsiteX4" fmla="*/ 578930 w 597294"/>
                <a:gd name="connsiteY4" fmla="*/ 1117267 h 2543540"/>
                <a:gd name="connsiteX5" fmla="*/ 592931 w 597294"/>
                <a:gd name="connsiteY5" fmla="*/ 1476359 h 2543540"/>
                <a:gd name="connsiteX6" fmla="*/ 503206 w 597294"/>
                <a:gd name="connsiteY6" fmla="*/ 1859359 h 2543540"/>
                <a:gd name="connsiteX7" fmla="*/ 291846 w 597294"/>
                <a:gd name="connsiteY7" fmla="*/ 2250361 h 2543540"/>
                <a:gd name="connsiteX8" fmla="*/ 0 w 597294"/>
                <a:gd name="connsiteY8" fmla="*/ 2543540 h 25435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7294" h="2543540">
                  <a:moveTo>
                    <a:pt x="16478" y="2079"/>
                  </a:moveTo>
                  <a:cubicBezTo>
                    <a:pt x="101441" y="-6684"/>
                    <a:pt x="224885" y="12557"/>
                    <a:pt x="299847" y="53991"/>
                  </a:cubicBezTo>
                  <a:cubicBezTo>
                    <a:pt x="394240" y="106092"/>
                    <a:pt x="468440" y="189341"/>
                    <a:pt x="503206" y="291354"/>
                  </a:cubicBezTo>
                  <a:cubicBezTo>
                    <a:pt x="550069" y="429085"/>
                    <a:pt x="520827" y="577770"/>
                    <a:pt x="525113" y="724265"/>
                  </a:cubicBezTo>
                  <a:cubicBezTo>
                    <a:pt x="529019" y="856472"/>
                    <a:pt x="561118" y="986012"/>
                    <a:pt x="578930" y="1117267"/>
                  </a:cubicBezTo>
                  <a:cubicBezTo>
                    <a:pt x="595122" y="1236234"/>
                    <a:pt x="602742" y="1356630"/>
                    <a:pt x="592931" y="1476359"/>
                  </a:cubicBezTo>
                  <a:cubicBezTo>
                    <a:pt x="582073" y="1607709"/>
                    <a:pt x="549783" y="1736011"/>
                    <a:pt x="503206" y="1859359"/>
                  </a:cubicBezTo>
                  <a:cubicBezTo>
                    <a:pt x="450628" y="1998710"/>
                    <a:pt x="383857" y="2133298"/>
                    <a:pt x="291846" y="2250361"/>
                  </a:cubicBezTo>
                  <a:cubicBezTo>
                    <a:pt x="231553" y="2327132"/>
                    <a:pt x="73819" y="2479532"/>
                    <a:pt x="0" y="2543540"/>
                  </a:cubicBezTo>
                </a:path>
              </a:pathLst>
            </a:custGeom>
            <a:noFill/>
            <a:ln w="9525" cap="rnd">
              <a:solidFill>
                <a:schemeClr val="accent2">
                  <a:alpha val="50000"/>
                </a:schemeClr>
              </a:solidFill>
              <a:prstDash val="lgDash"/>
              <a:round/>
            </a:ln>
          </p:spPr>
          <p:txBody>
            <a:bodyPr rtlCol="0" anchor="ctr"/>
            <a:lstStyle/>
            <a:p>
              <a:endParaRPr lang="en-US"/>
            </a:p>
          </p:txBody>
        </p:sp>
        <p:sp>
          <p:nvSpPr>
            <p:cNvPr id="49" name="Freeform: Shape 48">
              <a:extLst>
                <a:ext uri="{FF2B5EF4-FFF2-40B4-BE49-F238E27FC236}">
                  <a16:creationId xmlns:a16="http://schemas.microsoft.com/office/drawing/2014/main" id="{2BDA2B48-4CD9-45C3-8F12-2125533678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3002" y="881264"/>
              <a:ext cx="258791" cy="1336561"/>
            </a:xfrm>
            <a:custGeom>
              <a:avLst/>
              <a:gdLst>
                <a:gd name="connsiteX0" fmla="*/ 0 w 389425"/>
                <a:gd name="connsiteY0" fmla="*/ 33 h 2011236"/>
                <a:gd name="connsiteX1" fmla="*/ 171260 w 389425"/>
                <a:gd name="connsiteY1" fmla="*/ 60326 h 2011236"/>
                <a:gd name="connsiteX2" fmla="*/ 211455 w 389425"/>
                <a:gd name="connsiteY2" fmla="*/ 221204 h 2011236"/>
                <a:gd name="connsiteX3" fmla="*/ 243078 w 389425"/>
                <a:gd name="connsiteY3" fmla="*/ 448089 h 2011236"/>
                <a:gd name="connsiteX4" fmla="*/ 346424 w 389425"/>
                <a:gd name="connsiteY4" fmla="*/ 789941 h 2011236"/>
                <a:gd name="connsiteX5" fmla="*/ 372237 w 389425"/>
                <a:gd name="connsiteY5" fmla="*/ 942151 h 2011236"/>
                <a:gd name="connsiteX6" fmla="*/ 386620 w 389425"/>
                <a:gd name="connsiteY6" fmla="*/ 1272478 h 2011236"/>
                <a:gd name="connsiteX7" fmla="*/ 280416 w 389425"/>
                <a:gd name="connsiteY7" fmla="*/ 1660241 h 2011236"/>
                <a:gd name="connsiteX8" fmla="*/ 151257 w 389425"/>
                <a:gd name="connsiteY8" fmla="*/ 1844073 h 2011236"/>
                <a:gd name="connsiteX9" fmla="*/ 1905 w 389425"/>
                <a:gd name="connsiteY9" fmla="*/ 2011237 h 2011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9425" h="2011236">
                  <a:moveTo>
                    <a:pt x="0" y="33"/>
                  </a:moveTo>
                  <a:cubicBezTo>
                    <a:pt x="57912" y="-824"/>
                    <a:pt x="136112" y="14892"/>
                    <a:pt x="171260" y="60326"/>
                  </a:cubicBezTo>
                  <a:cubicBezTo>
                    <a:pt x="205645" y="104903"/>
                    <a:pt x="207740" y="164244"/>
                    <a:pt x="211455" y="221204"/>
                  </a:cubicBezTo>
                  <a:cubicBezTo>
                    <a:pt x="216408" y="297594"/>
                    <a:pt x="225838" y="373604"/>
                    <a:pt x="243078" y="448089"/>
                  </a:cubicBezTo>
                  <a:cubicBezTo>
                    <a:pt x="269939" y="564199"/>
                    <a:pt x="319183" y="673927"/>
                    <a:pt x="346424" y="789941"/>
                  </a:cubicBezTo>
                  <a:cubicBezTo>
                    <a:pt x="358235" y="840043"/>
                    <a:pt x="365951" y="891097"/>
                    <a:pt x="372237" y="942151"/>
                  </a:cubicBezTo>
                  <a:cubicBezTo>
                    <a:pt x="385858" y="1051784"/>
                    <a:pt x="394049" y="1162274"/>
                    <a:pt x="386620" y="1272478"/>
                  </a:cubicBezTo>
                  <a:cubicBezTo>
                    <a:pt x="377476" y="1407828"/>
                    <a:pt x="344996" y="1541178"/>
                    <a:pt x="280416" y="1660241"/>
                  </a:cubicBezTo>
                  <a:cubicBezTo>
                    <a:pt x="244602" y="1726249"/>
                    <a:pt x="199358" y="1786352"/>
                    <a:pt x="151257" y="1844073"/>
                  </a:cubicBezTo>
                  <a:cubicBezTo>
                    <a:pt x="79534" y="1930084"/>
                    <a:pt x="89345" y="1941419"/>
                    <a:pt x="1905" y="2011237"/>
                  </a:cubicBezTo>
                </a:path>
              </a:pathLst>
            </a:custGeom>
            <a:noFill/>
            <a:ln w="9525" cap="rnd">
              <a:solidFill>
                <a:schemeClr val="accent2">
                  <a:alpha val="50000"/>
                </a:schemeClr>
              </a:solidFill>
              <a:prstDash val="lgDash"/>
              <a:round/>
            </a:ln>
          </p:spPr>
          <p:txBody>
            <a:bodyPr rtlCol="0" anchor="ctr"/>
            <a:lstStyle/>
            <a:p>
              <a:endParaRPr lang="en-US"/>
            </a:p>
          </p:txBody>
        </p:sp>
      </p:grpSp>
      <p:sp>
        <p:nvSpPr>
          <p:cNvPr id="2" name="Title 1">
            <a:extLst>
              <a:ext uri="{FF2B5EF4-FFF2-40B4-BE49-F238E27FC236}">
                <a16:creationId xmlns:a16="http://schemas.microsoft.com/office/drawing/2014/main" id="{2BC7DB16-0671-D792-1C64-71CFC719124C}"/>
              </a:ext>
            </a:extLst>
          </p:cNvPr>
          <p:cNvSpPr>
            <a:spLocks noGrp="1"/>
          </p:cNvSpPr>
          <p:nvPr>
            <p:ph type="title"/>
          </p:nvPr>
        </p:nvSpPr>
        <p:spPr>
          <a:xfrm>
            <a:off x="1100623" y="46491"/>
            <a:ext cx="10246090" cy="1471193"/>
          </a:xfrm>
        </p:spPr>
        <p:txBody>
          <a:bodyPr vert="horz" lIns="91440" tIns="45720" rIns="91440" bIns="45720" rtlCol="0" anchor="ctr">
            <a:normAutofit/>
          </a:bodyPr>
          <a:lstStyle/>
          <a:p>
            <a:pPr algn="ctr"/>
            <a:r>
              <a:rPr lang="en-US" kern="1200">
                <a:latin typeface="+mj-lt"/>
                <a:ea typeface="+mj-ea"/>
                <a:cs typeface="+mj-cs"/>
              </a:rPr>
              <a:t>Confusion </a:t>
            </a:r>
            <a:r>
              <a:rPr lang="en-US"/>
              <a:t>Matrix - XGBoost</a:t>
            </a:r>
            <a:endParaRPr lang="en-US" kern="1200">
              <a:latin typeface="+mj-lt"/>
              <a:cs typeface="Posterama"/>
            </a:endParaRPr>
          </a:p>
        </p:txBody>
      </p:sp>
      <p:sp>
        <p:nvSpPr>
          <p:cNvPr id="4" name="Content Placeholder 3">
            <a:extLst>
              <a:ext uri="{FF2B5EF4-FFF2-40B4-BE49-F238E27FC236}">
                <a16:creationId xmlns:a16="http://schemas.microsoft.com/office/drawing/2014/main" id="{3EDE0910-2DAC-D399-E90B-0E7B4906C5F6}"/>
              </a:ext>
            </a:extLst>
          </p:cNvPr>
          <p:cNvSpPr>
            <a:spLocks noGrp="1"/>
          </p:cNvSpPr>
          <p:nvPr>
            <p:ph sz="half" idx="2"/>
          </p:nvPr>
        </p:nvSpPr>
        <p:spPr>
          <a:xfrm>
            <a:off x="432031" y="1337665"/>
            <a:ext cx="6346225" cy="5477769"/>
          </a:xfrm>
        </p:spPr>
        <p:txBody>
          <a:bodyPr vert="horz" lIns="91440" tIns="45720" rIns="91440" bIns="45720" rtlCol="0">
            <a:normAutofit/>
          </a:bodyPr>
          <a:lstStyle/>
          <a:p>
            <a:pPr>
              <a:lnSpc>
                <a:spcPct val="100000"/>
              </a:lnSpc>
            </a:pPr>
            <a:r>
              <a:rPr lang="en-US" sz="1400" b="1"/>
              <a:t>Key Observations:</a:t>
            </a:r>
          </a:p>
          <a:p>
            <a:pPr lvl="1">
              <a:lnSpc>
                <a:spcPct val="100000"/>
              </a:lnSpc>
            </a:pPr>
            <a:r>
              <a:rPr lang="en-US" sz="1400"/>
              <a:t>The confusion matrix evaluates the </a:t>
            </a:r>
            <a:r>
              <a:rPr lang="en-US" sz="1400" b="1"/>
              <a:t>XGBoost</a:t>
            </a:r>
            <a:r>
              <a:rPr lang="en-US" sz="1400"/>
              <a:t> model's performance across 7 obesity categories (Classes 0–6).</a:t>
            </a:r>
          </a:p>
          <a:p>
            <a:pPr>
              <a:lnSpc>
                <a:spcPct val="100000"/>
              </a:lnSpc>
            </a:pPr>
            <a:r>
              <a:rPr lang="en-US" sz="1400" b="1"/>
              <a:t>Class-wise Performance:</a:t>
            </a:r>
            <a:endParaRPr lang="en-US" sz="1400"/>
          </a:p>
          <a:p>
            <a:pPr marL="742950" lvl="1">
              <a:lnSpc>
                <a:spcPct val="100000"/>
              </a:lnSpc>
            </a:pPr>
            <a:r>
              <a:rPr lang="en-US" sz="1400" b="1"/>
              <a:t>Class 0:</a:t>
            </a:r>
            <a:r>
              <a:rPr lang="en-US" sz="1400"/>
              <a:t> All 47 samples correctly classified (perfect accuracy).</a:t>
            </a:r>
          </a:p>
          <a:p>
            <a:pPr marL="742950" lvl="1">
              <a:lnSpc>
                <a:spcPct val="100000"/>
              </a:lnSpc>
            </a:pPr>
            <a:r>
              <a:rPr lang="en-US" sz="1400" b="1"/>
              <a:t>Class 1:</a:t>
            </a:r>
            <a:r>
              <a:rPr lang="en-US" sz="1400"/>
              <a:t> 55 correct; 3 misclassified as Class 0.</a:t>
            </a:r>
          </a:p>
          <a:p>
            <a:pPr marL="742950" lvl="1">
              <a:lnSpc>
                <a:spcPct val="100000"/>
              </a:lnSpc>
            </a:pPr>
            <a:r>
              <a:rPr lang="en-US" sz="1400" b="1"/>
              <a:t>Class 2:</a:t>
            </a:r>
            <a:r>
              <a:rPr lang="en-US" sz="1400"/>
              <a:t> 76 correct; 2 misclassified (1 each as Class 5 and Class 6).</a:t>
            </a:r>
          </a:p>
          <a:p>
            <a:pPr marL="742950" lvl="1">
              <a:lnSpc>
                <a:spcPct val="100000"/>
              </a:lnSpc>
            </a:pPr>
            <a:r>
              <a:rPr lang="en-US" sz="1400" b="1"/>
              <a:t>Class 3:</a:t>
            </a:r>
            <a:r>
              <a:rPr lang="en-US" sz="1400"/>
              <a:t> 59 correct; no misclassifications.</a:t>
            </a:r>
          </a:p>
          <a:p>
            <a:pPr marL="742950" lvl="1">
              <a:lnSpc>
                <a:spcPct val="100000"/>
              </a:lnSpc>
            </a:pPr>
            <a:r>
              <a:rPr lang="en-US" sz="1400" b="1"/>
              <a:t>Class 4:</a:t>
            </a:r>
            <a:r>
              <a:rPr lang="en-US" sz="1400"/>
              <a:t> 62 correct; no misclassifications.</a:t>
            </a:r>
          </a:p>
          <a:p>
            <a:pPr marL="742950" lvl="1">
              <a:lnSpc>
                <a:spcPct val="100000"/>
              </a:lnSpc>
            </a:pPr>
            <a:r>
              <a:rPr lang="en-US" sz="1400" b="1"/>
              <a:t>Class 5:</a:t>
            </a:r>
            <a:r>
              <a:rPr lang="en-US" sz="1400"/>
              <a:t> 47 correct; 2 misclassified as Class 2.</a:t>
            </a:r>
          </a:p>
          <a:p>
            <a:pPr marL="742950" lvl="1">
              <a:lnSpc>
                <a:spcPct val="100000"/>
              </a:lnSpc>
            </a:pPr>
            <a:r>
              <a:rPr lang="en-US" sz="1400" b="1"/>
              <a:t>Class 6:</a:t>
            </a:r>
            <a:r>
              <a:rPr lang="en-US" sz="1400"/>
              <a:t> 64 correct; 1 misclassified as Class 2.</a:t>
            </a:r>
          </a:p>
          <a:p>
            <a:pPr>
              <a:lnSpc>
                <a:spcPct val="100000"/>
              </a:lnSpc>
            </a:pPr>
            <a:r>
              <a:rPr lang="en-US" sz="1400" b="1"/>
              <a:t>Insights:</a:t>
            </a:r>
          </a:p>
          <a:p>
            <a:pPr lvl="1">
              <a:lnSpc>
                <a:spcPct val="100000"/>
              </a:lnSpc>
            </a:pPr>
            <a:r>
              <a:rPr lang="en-US" sz="1400"/>
              <a:t>High predictive accuracy for most classes, particularly Classes 0, 3, 4, and 6.</a:t>
            </a:r>
          </a:p>
          <a:p>
            <a:pPr lvl="1">
              <a:lnSpc>
                <a:spcPct val="100000"/>
              </a:lnSpc>
            </a:pPr>
            <a:r>
              <a:rPr lang="en-US" sz="1400"/>
              <a:t>Minimal misclassification observed, primarily between neighboring classes like Class 1 and Class 0 or Class 2 and others.</a:t>
            </a:r>
          </a:p>
          <a:p>
            <a:pPr lvl="1">
              <a:lnSpc>
                <a:spcPct val="100000"/>
              </a:lnSpc>
            </a:pPr>
            <a:r>
              <a:rPr lang="en-US" sz="1400"/>
              <a:t>Overall, the model demonstrates strong performance in distinguishing obesity levels.</a:t>
            </a:r>
          </a:p>
          <a:p>
            <a:pPr marL="0">
              <a:lnSpc>
                <a:spcPct val="100000"/>
              </a:lnSpc>
            </a:pPr>
            <a:endParaRPr lang="en-US" sz="1400"/>
          </a:p>
        </p:txBody>
      </p:sp>
      <p:pic>
        <p:nvPicPr>
          <p:cNvPr id="6" name="Content Placeholder 5" descr="A graph of blue squares with numbers&#10;&#10;Description automatically generated">
            <a:extLst>
              <a:ext uri="{FF2B5EF4-FFF2-40B4-BE49-F238E27FC236}">
                <a16:creationId xmlns:a16="http://schemas.microsoft.com/office/drawing/2014/main" id="{86F93293-B2A4-26CA-ECD1-487A76E0AEC4}"/>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tretch>
            <a:fillRect/>
          </a:stretch>
        </p:blipFill>
        <p:spPr>
          <a:xfrm>
            <a:off x="7016328" y="2402929"/>
            <a:ext cx="4566998" cy="3459501"/>
          </a:xfrm>
          <a:prstGeom prst="rect">
            <a:avLst/>
          </a:prstGeom>
          <a:ln>
            <a:solidFill>
              <a:schemeClr val="tx1"/>
            </a:solidFill>
          </a:ln>
        </p:spPr>
      </p:pic>
      <p:grpSp>
        <p:nvGrpSpPr>
          <p:cNvPr id="51" name="Bottom Right">
            <a:extLst>
              <a:ext uri="{FF2B5EF4-FFF2-40B4-BE49-F238E27FC236}">
                <a16:creationId xmlns:a16="http://schemas.microsoft.com/office/drawing/2014/main" id="{F0A218EB-ECC2-4D0D-9EDC-F5CB062CADC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980400" y="3276601"/>
            <a:ext cx="4211600" cy="3581399"/>
            <a:chOff x="7980400" y="3276601"/>
            <a:chExt cx="4211600" cy="3581399"/>
          </a:xfrm>
        </p:grpSpPr>
        <p:sp>
          <p:nvSpPr>
            <p:cNvPr id="52" name="Freeform: Shape 51">
              <a:extLst>
                <a:ext uri="{FF2B5EF4-FFF2-40B4-BE49-F238E27FC236}">
                  <a16:creationId xmlns:a16="http://schemas.microsoft.com/office/drawing/2014/main" id="{E419D1C3-874F-4BF6-A356-1EA4A20D49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439256" y="6178637"/>
              <a:ext cx="1482102" cy="67936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tx1">
                    <a:lumMod val="65000"/>
                    <a:lumOff val="35000"/>
                  </a:schemeClr>
                </a:solidFill>
                <a:latin typeface="AvenirNext LT Pro Medium" panose="020B0504020202020204" pitchFamily="34" charset="0"/>
              </a:endParaRPr>
            </a:p>
          </p:txBody>
        </p:sp>
        <p:grpSp>
          <p:nvGrpSpPr>
            <p:cNvPr id="53" name="Graphic 157">
              <a:extLst>
                <a:ext uri="{FF2B5EF4-FFF2-40B4-BE49-F238E27FC236}">
                  <a16:creationId xmlns:a16="http://schemas.microsoft.com/office/drawing/2014/main" id="{4AC4AE33-203A-4A93-8263-6CC6BB608FD4}"/>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8662740" y="3276601"/>
              <a:ext cx="3529260" cy="3581398"/>
              <a:chOff x="4114800" y="1423987"/>
              <a:chExt cx="3961542" cy="4007547"/>
            </a:xfrm>
            <a:noFill/>
          </p:grpSpPr>
          <p:sp>
            <p:nvSpPr>
              <p:cNvPr id="55" name="Freeform: Shape 54">
                <a:extLst>
                  <a:ext uri="{FF2B5EF4-FFF2-40B4-BE49-F238E27FC236}">
                    <a16:creationId xmlns:a16="http://schemas.microsoft.com/office/drawing/2014/main" id="{1F15373C-6DCA-4058-94CC-6476950E59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14800" y="1423987"/>
                <a:ext cx="3946874" cy="3989641"/>
              </a:xfrm>
              <a:custGeom>
                <a:avLst/>
                <a:gdLst>
                  <a:gd name="connsiteX0" fmla="*/ 0 w 3946874"/>
                  <a:gd name="connsiteY0" fmla="*/ 3989641 h 3989641"/>
                  <a:gd name="connsiteX1" fmla="*/ 79439 w 3946874"/>
                  <a:gd name="connsiteY1" fmla="*/ 3891153 h 3989641"/>
                  <a:gd name="connsiteX2" fmla="*/ 297371 w 3946874"/>
                  <a:gd name="connsiteY2" fmla="*/ 3626930 h 3989641"/>
                  <a:gd name="connsiteX3" fmla="*/ 454343 w 3946874"/>
                  <a:gd name="connsiteY3" fmla="*/ 3440335 h 3989641"/>
                  <a:gd name="connsiteX4" fmla="*/ 622363 w 3946874"/>
                  <a:gd name="connsiteY4" fmla="*/ 3290697 h 3989641"/>
                  <a:gd name="connsiteX5" fmla="*/ 927068 w 3946874"/>
                  <a:gd name="connsiteY5" fmla="*/ 3087434 h 3989641"/>
                  <a:gd name="connsiteX6" fmla="*/ 1176338 w 3946874"/>
                  <a:gd name="connsiteY6" fmla="*/ 2915603 h 3989641"/>
                  <a:gd name="connsiteX7" fmla="*/ 1394270 w 3946874"/>
                  <a:gd name="connsiteY7" fmla="*/ 2780729 h 3989641"/>
                  <a:gd name="connsiteX8" fmla="*/ 1601057 w 3946874"/>
                  <a:gd name="connsiteY8" fmla="*/ 2723483 h 3989641"/>
                  <a:gd name="connsiteX9" fmla="*/ 1756220 w 3946874"/>
                  <a:gd name="connsiteY9" fmla="*/ 2743772 h 3989641"/>
                  <a:gd name="connsiteX10" fmla="*/ 1889189 w 3946874"/>
                  <a:gd name="connsiteY10" fmla="*/ 2765965 h 3989641"/>
                  <a:gd name="connsiteX11" fmla="*/ 2007394 w 3946874"/>
                  <a:gd name="connsiteY11" fmla="*/ 2765965 h 3989641"/>
                  <a:gd name="connsiteX12" fmla="*/ 2184654 w 3946874"/>
                  <a:gd name="connsiteY12" fmla="*/ 2671763 h 3989641"/>
                  <a:gd name="connsiteX13" fmla="*/ 2372773 w 3946874"/>
                  <a:gd name="connsiteY13" fmla="*/ 2538984 h 3989641"/>
                  <a:gd name="connsiteX14" fmla="*/ 2439543 w 3946874"/>
                  <a:gd name="connsiteY14" fmla="*/ 2510504 h 3989641"/>
                  <a:gd name="connsiteX15" fmla="*/ 2650617 w 3946874"/>
                  <a:gd name="connsiteY15" fmla="*/ 2434781 h 3989641"/>
                  <a:gd name="connsiteX16" fmla="*/ 2785110 w 3946874"/>
                  <a:gd name="connsiteY16" fmla="*/ 2383060 h 3989641"/>
                  <a:gd name="connsiteX17" fmla="*/ 2897315 w 3946874"/>
                  <a:gd name="connsiteY17" fmla="*/ 2318861 h 3989641"/>
                  <a:gd name="connsiteX18" fmla="*/ 2997994 w 3946874"/>
                  <a:gd name="connsiteY18" fmla="*/ 2226183 h 3989641"/>
                  <a:gd name="connsiteX19" fmla="*/ 3061240 w 3946874"/>
                  <a:gd name="connsiteY19" fmla="*/ 2141506 h 3989641"/>
                  <a:gd name="connsiteX20" fmla="*/ 3152108 w 3946874"/>
                  <a:gd name="connsiteY20" fmla="*/ 2005203 h 3989641"/>
                  <a:gd name="connsiteX21" fmla="*/ 3274124 w 3946874"/>
                  <a:gd name="connsiteY21" fmla="*/ 1871567 h 3989641"/>
                  <a:gd name="connsiteX22" fmla="*/ 3388138 w 3946874"/>
                  <a:gd name="connsiteY22" fmla="*/ 1770888 h 3989641"/>
                  <a:gd name="connsiteX23" fmla="*/ 3466529 w 3946874"/>
                  <a:gd name="connsiteY23" fmla="*/ 1679162 h 3989641"/>
                  <a:gd name="connsiteX24" fmla="*/ 3538633 w 3946874"/>
                  <a:gd name="connsiteY24" fmla="*/ 1551718 h 3989641"/>
                  <a:gd name="connsiteX25" fmla="*/ 3588544 w 3946874"/>
                  <a:gd name="connsiteY25" fmla="*/ 1376172 h 3989641"/>
                  <a:gd name="connsiteX26" fmla="*/ 3597402 w 3946874"/>
                  <a:gd name="connsiteY26" fmla="*/ 1293305 h 3989641"/>
                  <a:gd name="connsiteX27" fmla="*/ 3721227 w 3946874"/>
                  <a:gd name="connsiteY27" fmla="*/ 880491 h 3989641"/>
                  <a:gd name="connsiteX28" fmla="*/ 3761137 w 3946874"/>
                  <a:gd name="connsiteY28" fmla="*/ 463677 h 3989641"/>
                  <a:gd name="connsiteX29" fmla="*/ 3946874 w 3946874"/>
                  <a:gd name="connsiteY29" fmla="*/ 0 h 3989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3946874" h="3989641">
                    <a:moveTo>
                      <a:pt x="0" y="3989641"/>
                    </a:moveTo>
                    <a:cubicBezTo>
                      <a:pt x="19050" y="3957257"/>
                      <a:pt x="50959" y="3916013"/>
                      <a:pt x="79439" y="3891153"/>
                    </a:cubicBezTo>
                    <a:cubicBezTo>
                      <a:pt x="165544" y="3815906"/>
                      <a:pt x="227933" y="3717989"/>
                      <a:pt x="297371" y="3626930"/>
                    </a:cubicBezTo>
                    <a:cubicBezTo>
                      <a:pt x="346615" y="3562255"/>
                      <a:pt x="398050" y="3499009"/>
                      <a:pt x="454343" y="3440335"/>
                    </a:cubicBezTo>
                    <a:cubicBezTo>
                      <a:pt x="506349" y="3386042"/>
                      <a:pt x="562642" y="3336227"/>
                      <a:pt x="622363" y="3290697"/>
                    </a:cubicBezTo>
                    <a:cubicBezTo>
                      <a:pt x="719519" y="3216688"/>
                      <a:pt x="824960" y="3154585"/>
                      <a:pt x="927068" y="3087434"/>
                    </a:cubicBezTo>
                    <a:cubicBezTo>
                      <a:pt x="1011365" y="3031998"/>
                      <a:pt x="1093565" y="2973324"/>
                      <a:pt x="1176338" y="2915603"/>
                    </a:cubicBezTo>
                    <a:cubicBezTo>
                      <a:pt x="1246537" y="2866644"/>
                      <a:pt x="1317308" y="2818066"/>
                      <a:pt x="1394270" y="2780729"/>
                    </a:cubicBezTo>
                    <a:cubicBezTo>
                      <a:pt x="1459421" y="2749106"/>
                      <a:pt x="1528763" y="2724436"/>
                      <a:pt x="1601057" y="2723483"/>
                    </a:cubicBezTo>
                    <a:cubicBezTo>
                      <a:pt x="1653350" y="2722721"/>
                      <a:pt x="1704785" y="2733485"/>
                      <a:pt x="1756220" y="2743772"/>
                    </a:cubicBezTo>
                    <a:cubicBezTo>
                      <a:pt x="1800320" y="2752630"/>
                      <a:pt x="1844612" y="2760250"/>
                      <a:pt x="1889189" y="2765965"/>
                    </a:cubicBezTo>
                    <a:cubicBezTo>
                      <a:pt x="1928622" y="2771013"/>
                      <a:pt x="1968437" y="2773299"/>
                      <a:pt x="2007394" y="2765965"/>
                    </a:cubicBezTo>
                    <a:cubicBezTo>
                      <a:pt x="2073878" y="2753487"/>
                      <a:pt x="2130647" y="2712911"/>
                      <a:pt x="2184654" y="2671763"/>
                    </a:cubicBezTo>
                    <a:cubicBezTo>
                      <a:pt x="2245900" y="2625090"/>
                      <a:pt x="2304002" y="2573465"/>
                      <a:pt x="2372773" y="2538984"/>
                    </a:cubicBezTo>
                    <a:cubicBezTo>
                      <a:pt x="2394395" y="2528126"/>
                      <a:pt x="2416874" y="2518982"/>
                      <a:pt x="2439543" y="2510504"/>
                    </a:cubicBezTo>
                    <a:cubicBezTo>
                      <a:pt x="2509552" y="2484215"/>
                      <a:pt x="2580037" y="2459450"/>
                      <a:pt x="2650617" y="2434781"/>
                    </a:cubicBezTo>
                    <a:cubicBezTo>
                      <a:pt x="2695956" y="2418874"/>
                      <a:pt x="2741295" y="2402872"/>
                      <a:pt x="2785110" y="2383060"/>
                    </a:cubicBezTo>
                    <a:cubicBezTo>
                      <a:pt x="2824448" y="2365248"/>
                      <a:pt x="2862358" y="2344198"/>
                      <a:pt x="2897315" y="2318861"/>
                    </a:cubicBezTo>
                    <a:cubicBezTo>
                      <a:pt x="2934367" y="2292096"/>
                      <a:pt x="2968085" y="2260854"/>
                      <a:pt x="2997994" y="2226183"/>
                    </a:cubicBezTo>
                    <a:cubicBezTo>
                      <a:pt x="3020949" y="2199513"/>
                      <a:pt x="3041714" y="2170938"/>
                      <a:pt x="3061240" y="2141506"/>
                    </a:cubicBezTo>
                    <a:cubicBezTo>
                      <a:pt x="3091529" y="2095976"/>
                      <a:pt x="3119533" y="2049018"/>
                      <a:pt x="3152108" y="2005203"/>
                    </a:cubicBezTo>
                    <a:cubicBezTo>
                      <a:pt x="3188113" y="1956626"/>
                      <a:pt x="3229261" y="1912144"/>
                      <a:pt x="3274124" y="1871567"/>
                    </a:cubicBezTo>
                    <a:cubicBezTo>
                      <a:pt x="3311747" y="1837563"/>
                      <a:pt x="3351848" y="1806321"/>
                      <a:pt x="3388138" y="1770888"/>
                    </a:cubicBezTo>
                    <a:cubicBezTo>
                      <a:pt x="3416999" y="1742694"/>
                      <a:pt x="3443002" y="1711833"/>
                      <a:pt x="3466529" y="1679162"/>
                    </a:cubicBezTo>
                    <a:cubicBezTo>
                      <a:pt x="3495008" y="1639348"/>
                      <a:pt x="3519392" y="1596771"/>
                      <a:pt x="3538633" y="1551718"/>
                    </a:cubicBezTo>
                    <a:cubicBezTo>
                      <a:pt x="3562731" y="1495616"/>
                      <a:pt x="3578924" y="1436465"/>
                      <a:pt x="3588544" y="1376172"/>
                    </a:cubicBezTo>
                    <a:cubicBezTo>
                      <a:pt x="3592925" y="1348740"/>
                      <a:pt x="3595688" y="1321022"/>
                      <a:pt x="3597402" y="1293305"/>
                    </a:cubicBezTo>
                    <a:cubicBezTo>
                      <a:pt x="3605974" y="1155859"/>
                      <a:pt x="3717703" y="1018127"/>
                      <a:pt x="3721227" y="880491"/>
                    </a:cubicBezTo>
                    <a:cubicBezTo>
                      <a:pt x="3724751" y="740855"/>
                      <a:pt x="3743135" y="602171"/>
                      <a:pt x="3761137" y="463677"/>
                    </a:cubicBezTo>
                    <a:cubicBezTo>
                      <a:pt x="3776186" y="347758"/>
                      <a:pt x="3934968" y="116205"/>
                      <a:pt x="3946874" y="0"/>
                    </a:cubicBezTo>
                  </a:path>
                </a:pathLst>
              </a:custGeom>
              <a:noFill/>
              <a:ln w="9525" cap="rnd">
                <a:solidFill>
                  <a:schemeClr val="accent2">
                    <a:alpha val="35000"/>
                  </a:schemeClr>
                </a:solidFill>
                <a:prstDash val="lgDash"/>
                <a:round/>
              </a:ln>
            </p:spPr>
            <p:txBody>
              <a:bodyPr rtlCol="0" anchor="ctr"/>
              <a:lstStyle/>
              <a:p>
                <a:endParaRPr lang="en-US"/>
              </a:p>
            </p:txBody>
          </p:sp>
          <p:sp>
            <p:nvSpPr>
              <p:cNvPr id="56" name="Freeform: Shape 55">
                <a:extLst>
                  <a:ext uri="{FF2B5EF4-FFF2-40B4-BE49-F238E27FC236}">
                    <a16:creationId xmlns:a16="http://schemas.microsoft.com/office/drawing/2014/main" id="{961BE5B1-15E0-484D-8B21-F6BA455B21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95978" y="2441733"/>
                <a:ext cx="3665410" cy="2985611"/>
              </a:xfrm>
              <a:custGeom>
                <a:avLst/>
                <a:gdLst>
                  <a:gd name="connsiteX0" fmla="*/ 0 w 3665410"/>
                  <a:gd name="connsiteY0" fmla="*/ 2985611 h 2985611"/>
                  <a:gd name="connsiteX1" fmla="*/ 166211 w 3665410"/>
                  <a:gd name="connsiteY1" fmla="*/ 2699766 h 2985611"/>
                  <a:gd name="connsiteX2" fmla="*/ 397002 w 3665410"/>
                  <a:gd name="connsiteY2" fmla="*/ 2414969 h 2985611"/>
                  <a:gd name="connsiteX3" fmla="*/ 620173 w 3665410"/>
                  <a:gd name="connsiteY3" fmla="*/ 2237899 h 2985611"/>
                  <a:gd name="connsiteX4" fmla="*/ 823341 w 3665410"/>
                  <a:gd name="connsiteY4" fmla="*/ 2085499 h 2985611"/>
                  <a:gd name="connsiteX5" fmla="*/ 1089565 w 3665410"/>
                  <a:gd name="connsiteY5" fmla="*/ 1911477 h 2985611"/>
                  <a:gd name="connsiteX6" fmla="*/ 1145000 w 3665410"/>
                  <a:gd name="connsiteY6" fmla="*/ 1886807 h 2985611"/>
                  <a:gd name="connsiteX7" fmla="*/ 1375791 w 3665410"/>
                  <a:gd name="connsiteY7" fmla="*/ 1842135 h 2985611"/>
                  <a:gd name="connsiteX8" fmla="*/ 1486567 w 3665410"/>
                  <a:gd name="connsiteY8" fmla="*/ 1857566 h 2985611"/>
                  <a:gd name="connsiteX9" fmla="*/ 1568101 w 3665410"/>
                  <a:gd name="connsiteY9" fmla="*/ 1871377 h 2985611"/>
                  <a:gd name="connsiteX10" fmla="*/ 1810607 w 3665410"/>
                  <a:gd name="connsiteY10" fmla="*/ 1871377 h 2985611"/>
                  <a:gd name="connsiteX11" fmla="*/ 1997964 w 3665410"/>
                  <a:gd name="connsiteY11" fmla="*/ 1790605 h 2985611"/>
                  <a:gd name="connsiteX12" fmla="*/ 2109883 w 3665410"/>
                  <a:gd name="connsiteY12" fmla="*/ 1702784 h 2985611"/>
                  <a:gd name="connsiteX13" fmla="*/ 2321433 w 3665410"/>
                  <a:gd name="connsiteY13" fmla="*/ 1552384 h 2985611"/>
                  <a:gd name="connsiteX14" fmla="*/ 2558891 w 3665410"/>
                  <a:gd name="connsiteY14" fmla="*/ 1453420 h 2985611"/>
                  <a:gd name="connsiteX15" fmla="*/ 2709767 w 3665410"/>
                  <a:gd name="connsiteY15" fmla="*/ 1377887 h 2985611"/>
                  <a:gd name="connsiteX16" fmla="*/ 2885408 w 3665410"/>
                  <a:gd name="connsiteY16" fmla="*/ 1237393 h 2985611"/>
                  <a:gd name="connsiteX17" fmla="*/ 3017711 w 3665410"/>
                  <a:gd name="connsiteY17" fmla="*/ 1072229 h 2985611"/>
                  <a:gd name="connsiteX18" fmla="*/ 3150680 w 3665410"/>
                  <a:gd name="connsiteY18" fmla="*/ 921830 h 2985611"/>
                  <a:gd name="connsiteX19" fmla="*/ 3255169 w 3665410"/>
                  <a:gd name="connsiteY19" fmla="*/ 801815 h 2985611"/>
                  <a:gd name="connsiteX20" fmla="*/ 3339275 w 3665410"/>
                  <a:gd name="connsiteY20" fmla="*/ 694182 h 2985611"/>
                  <a:gd name="connsiteX21" fmla="*/ 3409188 w 3665410"/>
                  <a:gd name="connsiteY21" fmla="*/ 546926 h 2985611"/>
                  <a:gd name="connsiteX22" fmla="*/ 3464243 w 3665410"/>
                  <a:gd name="connsiteY22" fmla="*/ 347663 h 2985611"/>
                  <a:gd name="connsiteX23" fmla="*/ 3665411 w 3665410"/>
                  <a:gd name="connsiteY23" fmla="*/ 0 h 2985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665410" h="2985611">
                    <a:moveTo>
                      <a:pt x="0" y="2985611"/>
                    </a:moveTo>
                    <a:cubicBezTo>
                      <a:pt x="0" y="2985611"/>
                      <a:pt x="86773" y="2802827"/>
                      <a:pt x="166211" y="2699766"/>
                    </a:cubicBezTo>
                    <a:cubicBezTo>
                      <a:pt x="240983" y="2602706"/>
                      <a:pt x="309182" y="2500122"/>
                      <a:pt x="397002" y="2414969"/>
                    </a:cubicBezTo>
                    <a:cubicBezTo>
                      <a:pt x="465296" y="2348865"/>
                      <a:pt x="543592" y="2294477"/>
                      <a:pt x="620173" y="2237899"/>
                    </a:cubicBezTo>
                    <a:cubicBezTo>
                      <a:pt x="688277" y="2187607"/>
                      <a:pt x="755333" y="2135886"/>
                      <a:pt x="823341" y="2085499"/>
                    </a:cubicBezTo>
                    <a:cubicBezTo>
                      <a:pt x="908685" y="2022253"/>
                      <a:pt x="994791" y="1959197"/>
                      <a:pt x="1089565" y="1911477"/>
                    </a:cubicBezTo>
                    <a:cubicBezTo>
                      <a:pt x="1107662" y="1902428"/>
                      <a:pt x="1126141" y="1894141"/>
                      <a:pt x="1145000" y="1886807"/>
                    </a:cubicBezTo>
                    <a:cubicBezTo>
                      <a:pt x="1218819" y="1858232"/>
                      <a:pt x="1296924" y="1838611"/>
                      <a:pt x="1375791" y="1842135"/>
                    </a:cubicBezTo>
                    <a:cubicBezTo>
                      <a:pt x="1413129" y="1843754"/>
                      <a:pt x="1449896" y="1850422"/>
                      <a:pt x="1486567" y="1857566"/>
                    </a:cubicBezTo>
                    <a:cubicBezTo>
                      <a:pt x="1513618" y="1862804"/>
                      <a:pt x="1540859" y="1867376"/>
                      <a:pt x="1568101" y="1871377"/>
                    </a:cubicBezTo>
                    <a:cubicBezTo>
                      <a:pt x="1648778" y="1883188"/>
                      <a:pt x="1730978" y="1887665"/>
                      <a:pt x="1810607" y="1871377"/>
                    </a:cubicBezTo>
                    <a:cubicBezTo>
                      <a:pt x="1877854" y="1857661"/>
                      <a:pt x="1941100" y="1829086"/>
                      <a:pt x="1997964" y="1790605"/>
                    </a:cubicBezTo>
                    <a:cubicBezTo>
                      <a:pt x="2037302" y="1764030"/>
                      <a:pt x="2073497" y="1733264"/>
                      <a:pt x="2109883" y="1702784"/>
                    </a:cubicBezTo>
                    <a:cubicBezTo>
                      <a:pt x="2176367" y="1647063"/>
                      <a:pt x="2244852" y="1593151"/>
                      <a:pt x="2321433" y="1552384"/>
                    </a:cubicBezTo>
                    <a:cubicBezTo>
                      <a:pt x="2397157" y="1512094"/>
                      <a:pt x="2479548" y="1486281"/>
                      <a:pt x="2558891" y="1453420"/>
                    </a:cubicBezTo>
                    <a:cubicBezTo>
                      <a:pt x="2610898" y="1431798"/>
                      <a:pt x="2661571" y="1407033"/>
                      <a:pt x="2709767" y="1377887"/>
                    </a:cubicBezTo>
                    <a:cubicBezTo>
                      <a:pt x="2774252" y="1338929"/>
                      <a:pt x="2834069" y="1292447"/>
                      <a:pt x="2885408" y="1237393"/>
                    </a:cubicBezTo>
                    <a:cubicBezTo>
                      <a:pt x="2933605" y="1185767"/>
                      <a:pt x="2973324" y="1127093"/>
                      <a:pt x="3017711" y="1072229"/>
                    </a:cubicBezTo>
                    <a:cubicBezTo>
                      <a:pt x="3059811" y="1020223"/>
                      <a:pt x="3105912" y="971645"/>
                      <a:pt x="3150680" y="921830"/>
                    </a:cubicBezTo>
                    <a:cubicBezTo>
                      <a:pt x="3186113" y="882396"/>
                      <a:pt x="3220593" y="842010"/>
                      <a:pt x="3255169" y="801815"/>
                    </a:cubicBezTo>
                    <a:cubicBezTo>
                      <a:pt x="3284887" y="767239"/>
                      <a:pt x="3314605" y="732473"/>
                      <a:pt x="3339275" y="694182"/>
                    </a:cubicBezTo>
                    <a:cubicBezTo>
                      <a:pt x="3368707" y="648367"/>
                      <a:pt x="3390138" y="597980"/>
                      <a:pt x="3409188" y="546926"/>
                    </a:cubicBezTo>
                    <a:cubicBezTo>
                      <a:pt x="3433382" y="482156"/>
                      <a:pt x="3453384" y="415861"/>
                      <a:pt x="3464243" y="347663"/>
                    </a:cubicBezTo>
                    <a:cubicBezTo>
                      <a:pt x="3476244" y="272224"/>
                      <a:pt x="3661696" y="76295"/>
                      <a:pt x="3665411" y="0"/>
                    </a:cubicBezTo>
                  </a:path>
                </a:pathLst>
              </a:custGeom>
              <a:noFill/>
              <a:ln w="9525" cap="rnd">
                <a:solidFill>
                  <a:schemeClr val="accent2">
                    <a:alpha val="35000"/>
                  </a:schemeClr>
                </a:solidFill>
                <a:prstDash val="lgDash"/>
                <a:round/>
              </a:ln>
            </p:spPr>
            <p:txBody>
              <a:bodyPr rtlCol="0" anchor="ctr"/>
              <a:lstStyle/>
              <a:p>
                <a:endParaRPr lang="en-US"/>
              </a:p>
            </p:txBody>
          </p:sp>
          <p:sp>
            <p:nvSpPr>
              <p:cNvPr id="57" name="Freeform: Shape 56">
                <a:extLst>
                  <a:ext uri="{FF2B5EF4-FFF2-40B4-BE49-F238E27FC236}">
                    <a16:creationId xmlns:a16="http://schemas.microsoft.com/office/drawing/2014/main" id="{81167C23-6882-4551-BF77-DF537E736E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90402" y="5229700"/>
                <a:ext cx="285940" cy="199072"/>
              </a:xfrm>
              <a:custGeom>
                <a:avLst/>
                <a:gdLst>
                  <a:gd name="connsiteX0" fmla="*/ 0 w 285940"/>
                  <a:gd name="connsiteY0" fmla="*/ 199073 h 199072"/>
                  <a:gd name="connsiteX1" fmla="*/ 285940 w 285940"/>
                  <a:gd name="connsiteY1" fmla="*/ 0 h 199072"/>
                </a:gdLst>
                <a:ahLst/>
                <a:cxnLst>
                  <a:cxn ang="0">
                    <a:pos x="connsiteX0" y="connsiteY0"/>
                  </a:cxn>
                  <a:cxn ang="0">
                    <a:pos x="connsiteX1" y="connsiteY1"/>
                  </a:cxn>
                </a:cxnLst>
                <a:rect l="l" t="t" r="r" b="b"/>
                <a:pathLst>
                  <a:path w="285940" h="199072">
                    <a:moveTo>
                      <a:pt x="0" y="199073"/>
                    </a:moveTo>
                    <a:cubicBezTo>
                      <a:pt x="0" y="199073"/>
                      <a:pt x="242125" y="39243"/>
                      <a:pt x="285940" y="0"/>
                    </a:cubicBezTo>
                  </a:path>
                </a:pathLst>
              </a:custGeom>
              <a:noFill/>
              <a:ln w="9525" cap="rnd">
                <a:solidFill>
                  <a:schemeClr val="accent2">
                    <a:alpha val="35000"/>
                  </a:schemeClr>
                </a:solidFill>
                <a:prstDash val="lgDash"/>
                <a:round/>
              </a:ln>
            </p:spPr>
            <p:txBody>
              <a:bodyPr rtlCol="0" anchor="ctr"/>
              <a:lstStyle/>
              <a:p>
                <a:endParaRPr lang="en-US"/>
              </a:p>
            </p:txBody>
          </p:sp>
          <p:sp>
            <p:nvSpPr>
              <p:cNvPr id="58" name="Freeform: Shape 57">
                <a:extLst>
                  <a:ext uri="{FF2B5EF4-FFF2-40B4-BE49-F238E27FC236}">
                    <a16:creationId xmlns:a16="http://schemas.microsoft.com/office/drawing/2014/main" id="{50749460-4B9F-4DE4-9931-7B5831D68F0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393114" y="5049773"/>
                <a:ext cx="655796" cy="381190"/>
              </a:xfrm>
              <a:custGeom>
                <a:avLst/>
                <a:gdLst>
                  <a:gd name="connsiteX0" fmla="*/ 0 w 655796"/>
                  <a:gd name="connsiteY0" fmla="*/ 381190 h 381190"/>
                  <a:gd name="connsiteX1" fmla="*/ 655796 w 655796"/>
                  <a:gd name="connsiteY1" fmla="*/ 0 h 381190"/>
                </a:gdLst>
                <a:ahLst/>
                <a:cxnLst>
                  <a:cxn ang="0">
                    <a:pos x="connsiteX0" y="connsiteY0"/>
                  </a:cxn>
                  <a:cxn ang="0">
                    <a:pos x="connsiteX1" y="connsiteY1"/>
                  </a:cxn>
                </a:cxnLst>
                <a:rect l="l" t="t" r="r" b="b"/>
                <a:pathLst>
                  <a:path w="655796" h="381190">
                    <a:moveTo>
                      <a:pt x="0" y="381190"/>
                    </a:moveTo>
                    <a:cubicBezTo>
                      <a:pt x="0" y="381190"/>
                      <a:pt x="461105" y="172117"/>
                      <a:pt x="655796" y="0"/>
                    </a:cubicBezTo>
                  </a:path>
                </a:pathLst>
              </a:custGeom>
              <a:noFill/>
              <a:ln w="9525" cap="rnd">
                <a:solidFill>
                  <a:schemeClr val="accent2">
                    <a:alpha val="35000"/>
                  </a:schemeClr>
                </a:solidFill>
                <a:prstDash val="lgDash"/>
                <a:round/>
              </a:ln>
            </p:spPr>
            <p:txBody>
              <a:bodyPr rtlCol="0" anchor="ctr"/>
              <a:lstStyle/>
              <a:p>
                <a:endParaRPr lang="en-US"/>
              </a:p>
            </p:txBody>
          </p:sp>
          <p:sp>
            <p:nvSpPr>
              <p:cNvPr id="59" name="Freeform: Shape 58">
                <a:extLst>
                  <a:ext uri="{FF2B5EF4-FFF2-40B4-BE49-F238E27FC236}">
                    <a16:creationId xmlns:a16="http://schemas.microsoft.com/office/drawing/2014/main" id="{A567746C-E54C-4865-ACF1-CD31DD1D8D3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154072" y="3867816"/>
                <a:ext cx="2907315" cy="1544764"/>
              </a:xfrm>
              <a:custGeom>
                <a:avLst/>
                <a:gdLst>
                  <a:gd name="connsiteX0" fmla="*/ 0 w 2907315"/>
                  <a:gd name="connsiteY0" fmla="*/ 1544764 h 1544764"/>
                  <a:gd name="connsiteX1" fmla="*/ 201644 w 2907315"/>
                  <a:gd name="connsiteY1" fmla="*/ 1352550 h 1544764"/>
                  <a:gd name="connsiteX2" fmla="*/ 423196 w 2907315"/>
                  <a:gd name="connsiteY2" fmla="*/ 1196054 h 1544764"/>
                  <a:gd name="connsiteX3" fmla="*/ 782193 w 2907315"/>
                  <a:gd name="connsiteY3" fmla="*/ 1099947 h 1544764"/>
                  <a:gd name="connsiteX4" fmla="*/ 1052513 w 2907315"/>
                  <a:gd name="connsiteY4" fmla="*/ 1042321 h 1544764"/>
                  <a:gd name="connsiteX5" fmla="*/ 1311783 w 2907315"/>
                  <a:gd name="connsiteY5" fmla="*/ 1056037 h 1544764"/>
                  <a:gd name="connsiteX6" fmla="*/ 1484662 w 2907315"/>
                  <a:gd name="connsiteY6" fmla="*/ 1083469 h 1544764"/>
                  <a:gd name="connsiteX7" fmla="*/ 1788224 w 2907315"/>
                  <a:gd name="connsiteY7" fmla="*/ 1023080 h 1544764"/>
                  <a:gd name="connsiteX8" fmla="*/ 2269045 w 2907315"/>
                  <a:gd name="connsiteY8" fmla="*/ 734758 h 1544764"/>
                  <a:gd name="connsiteX9" fmla="*/ 2534984 w 2907315"/>
                  <a:gd name="connsiteY9" fmla="*/ 572738 h 1544764"/>
                  <a:gd name="connsiteX10" fmla="*/ 2907316 w 2907315"/>
                  <a:gd name="connsiteY10" fmla="*/ 0 h 1544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907315" h="1544764">
                    <a:moveTo>
                      <a:pt x="0" y="1544764"/>
                    </a:moveTo>
                    <a:cubicBezTo>
                      <a:pt x="0" y="1544764"/>
                      <a:pt x="98012" y="1443990"/>
                      <a:pt x="201644" y="1352550"/>
                    </a:cubicBezTo>
                    <a:cubicBezTo>
                      <a:pt x="271272" y="1291209"/>
                      <a:pt x="343662" y="1234249"/>
                      <a:pt x="423196" y="1196054"/>
                    </a:cubicBezTo>
                    <a:cubicBezTo>
                      <a:pt x="537591" y="1141095"/>
                      <a:pt x="661226" y="1127189"/>
                      <a:pt x="782193" y="1099947"/>
                    </a:cubicBezTo>
                    <a:cubicBezTo>
                      <a:pt x="872300" y="1079659"/>
                      <a:pt x="961358" y="1051370"/>
                      <a:pt x="1052513" y="1042321"/>
                    </a:cubicBezTo>
                    <a:cubicBezTo>
                      <a:pt x="1139000" y="1033653"/>
                      <a:pt x="1225868" y="1040321"/>
                      <a:pt x="1311783" y="1056037"/>
                    </a:cubicBezTo>
                    <a:cubicBezTo>
                      <a:pt x="1369314" y="1066609"/>
                      <a:pt x="1426559" y="1079373"/>
                      <a:pt x="1484662" y="1083469"/>
                    </a:cubicBezTo>
                    <a:cubicBezTo>
                      <a:pt x="1587913" y="1090803"/>
                      <a:pt x="1690402" y="1064800"/>
                      <a:pt x="1788224" y="1023080"/>
                    </a:cubicBezTo>
                    <a:cubicBezTo>
                      <a:pt x="1956721" y="951262"/>
                      <a:pt x="2106549" y="825722"/>
                      <a:pt x="2269045" y="734758"/>
                    </a:cubicBezTo>
                    <a:cubicBezTo>
                      <a:pt x="2359438" y="684181"/>
                      <a:pt x="2452497" y="640556"/>
                      <a:pt x="2534984" y="572738"/>
                    </a:cubicBezTo>
                    <a:cubicBezTo>
                      <a:pt x="2673001" y="459391"/>
                      <a:pt x="2847023" y="191453"/>
                      <a:pt x="2907316" y="0"/>
                    </a:cubicBezTo>
                  </a:path>
                </a:pathLst>
              </a:custGeom>
              <a:noFill/>
              <a:ln w="9525" cap="rnd">
                <a:solidFill>
                  <a:schemeClr val="accent2">
                    <a:alpha val="35000"/>
                  </a:schemeClr>
                </a:solidFill>
                <a:prstDash val="lgDash"/>
                <a:round/>
              </a:ln>
            </p:spPr>
            <p:txBody>
              <a:bodyPr rtlCol="0" anchor="ctr"/>
              <a:lstStyle/>
              <a:p>
                <a:endParaRPr lang="en-US"/>
              </a:p>
            </p:txBody>
          </p:sp>
          <p:sp>
            <p:nvSpPr>
              <p:cNvPr id="60" name="Freeform: Shape 59">
                <a:extLst>
                  <a:ext uri="{FF2B5EF4-FFF2-40B4-BE49-F238E27FC236}">
                    <a16:creationId xmlns:a16="http://schemas.microsoft.com/office/drawing/2014/main" id="{9E7B0826-2FBE-4B23-B784-BB7CDA8B3A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07946" y="3479100"/>
                <a:ext cx="3168300" cy="1952434"/>
              </a:xfrm>
              <a:custGeom>
                <a:avLst/>
                <a:gdLst>
                  <a:gd name="connsiteX0" fmla="*/ 0 w 3168300"/>
                  <a:gd name="connsiteY0" fmla="*/ 1952435 h 1952434"/>
                  <a:gd name="connsiteX1" fmla="*/ 202121 w 3168300"/>
                  <a:gd name="connsiteY1" fmla="*/ 1687068 h 1952434"/>
                  <a:gd name="connsiteX2" fmla="*/ 545116 w 3168300"/>
                  <a:gd name="connsiteY2" fmla="*/ 1450277 h 1952434"/>
                  <a:gd name="connsiteX3" fmla="*/ 906780 w 3168300"/>
                  <a:gd name="connsiteY3" fmla="*/ 1354455 h 1952434"/>
                  <a:gd name="connsiteX4" fmla="*/ 1332262 w 3168300"/>
                  <a:gd name="connsiteY4" fmla="*/ 1285304 h 1952434"/>
                  <a:gd name="connsiteX5" fmla="*/ 1691259 w 3168300"/>
                  <a:gd name="connsiteY5" fmla="*/ 1240060 h 1952434"/>
                  <a:gd name="connsiteX6" fmla="*/ 2010346 w 3168300"/>
                  <a:gd name="connsiteY6" fmla="*/ 1141667 h 1952434"/>
                  <a:gd name="connsiteX7" fmla="*/ 2393252 w 3168300"/>
                  <a:gd name="connsiteY7" fmla="*/ 1027271 h 1952434"/>
                  <a:gd name="connsiteX8" fmla="*/ 2582037 w 3168300"/>
                  <a:gd name="connsiteY8" fmla="*/ 958120 h 1952434"/>
                  <a:gd name="connsiteX9" fmla="*/ 2760155 w 3168300"/>
                  <a:gd name="connsiteY9" fmla="*/ 827723 h 1952434"/>
                  <a:gd name="connsiteX10" fmla="*/ 2914364 w 3168300"/>
                  <a:gd name="connsiteY10" fmla="*/ 567023 h 1952434"/>
                  <a:gd name="connsiteX11" fmla="*/ 3168301 w 3168300"/>
                  <a:gd name="connsiteY11" fmla="*/ 0 h 1952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68300" h="1952434">
                    <a:moveTo>
                      <a:pt x="0" y="1952435"/>
                    </a:moveTo>
                    <a:cubicBezTo>
                      <a:pt x="0" y="1952435"/>
                      <a:pt x="91059" y="1796415"/>
                      <a:pt x="202121" y="1687068"/>
                    </a:cubicBezTo>
                    <a:cubicBezTo>
                      <a:pt x="301943" y="1588675"/>
                      <a:pt x="416528" y="1505617"/>
                      <a:pt x="545116" y="1450277"/>
                    </a:cubicBezTo>
                    <a:cubicBezTo>
                      <a:pt x="659987" y="1400747"/>
                      <a:pt x="783622" y="1377601"/>
                      <a:pt x="906780" y="1354455"/>
                    </a:cubicBezTo>
                    <a:cubicBezTo>
                      <a:pt x="1048036" y="1327976"/>
                      <a:pt x="1189482" y="1301972"/>
                      <a:pt x="1332262" y="1285304"/>
                    </a:cubicBezTo>
                    <a:cubicBezTo>
                      <a:pt x="1452182" y="1271302"/>
                      <a:pt x="1573340" y="1265873"/>
                      <a:pt x="1691259" y="1240060"/>
                    </a:cubicBezTo>
                    <a:cubicBezTo>
                      <a:pt x="1800035" y="1216247"/>
                      <a:pt x="1904619" y="1176718"/>
                      <a:pt x="2010346" y="1141667"/>
                    </a:cubicBezTo>
                    <a:cubicBezTo>
                      <a:pt x="2136743" y="1099661"/>
                      <a:pt x="2265902" y="1066229"/>
                      <a:pt x="2393252" y="1027271"/>
                    </a:cubicBezTo>
                    <a:cubicBezTo>
                      <a:pt x="2457450" y="1007650"/>
                      <a:pt x="2521744" y="987552"/>
                      <a:pt x="2582037" y="958120"/>
                    </a:cubicBezTo>
                    <a:cubicBezTo>
                      <a:pt x="2648807" y="925449"/>
                      <a:pt x="2710815" y="883349"/>
                      <a:pt x="2760155" y="827723"/>
                    </a:cubicBezTo>
                    <a:cubicBezTo>
                      <a:pt x="2827496" y="751904"/>
                      <a:pt x="2867978" y="657511"/>
                      <a:pt x="2914364" y="567023"/>
                    </a:cubicBezTo>
                    <a:cubicBezTo>
                      <a:pt x="2972753" y="453200"/>
                      <a:pt x="3119152" y="118015"/>
                      <a:pt x="3168301" y="0"/>
                    </a:cubicBezTo>
                  </a:path>
                </a:pathLst>
              </a:custGeom>
              <a:noFill/>
              <a:ln w="9525" cap="rnd">
                <a:solidFill>
                  <a:schemeClr val="accent2">
                    <a:alpha val="35000"/>
                  </a:schemeClr>
                </a:solidFill>
                <a:prstDash val="lgDash"/>
                <a:round/>
              </a:ln>
            </p:spPr>
            <p:txBody>
              <a:bodyPr rtlCol="0" anchor="ctr"/>
              <a:lstStyle/>
              <a:p>
                <a:endParaRPr lang="en-US"/>
              </a:p>
            </p:txBody>
          </p:sp>
          <p:sp>
            <p:nvSpPr>
              <p:cNvPr id="61" name="Freeform: Shape 60">
                <a:extLst>
                  <a:ext uri="{FF2B5EF4-FFF2-40B4-BE49-F238E27FC236}">
                    <a16:creationId xmlns:a16="http://schemas.microsoft.com/office/drawing/2014/main" id="{FDF54EDF-BA0A-440F-B20A-2A76BFE15C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04778" y="2976752"/>
                <a:ext cx="3356800" cy="2452020"/>
              </a:xfrm>
              <a:custGeom>
                <a:avLst/>
                <a:gdLst>
                  <a:gd name="connsiteX0" fmla="*/ 0 w 3356800"/>
                  <a:gd name="connsiteY0" fmla="*/ 2452021 h 2452020"/>
                  <a:gd name="connsiteX1" fmla="*/ 130874 w 3356800"/>
                  <a:gd name="connsiteY1" fmla="*/ 2247710 h 2452020"/>
                  <a:gd name="connsiteX2" fmla="*/ 437197 w 3356800"/>
                  <a:gd name="connsiteY2" fmla="*/ 1941195 h 2452020"/>
                  <a:gd name="connsiteX3" fmla="*/ 737140 w 3356800"/>
                  <a:gd name="connsiteY3" fmla="*/ 1736884 h 2452020"/>
                  <a:gd name="connsiteX4" fmla="*/ 1031843 w 3356800"/>
                  <a:gd name="connsiteY4" fmla="*/ 1685068 h 2452020"/>
                  <a:gd name="connsiteX5" fmla="*/ 1287304 w 3356800"/>
                  <a:gd name="connsiteY5" fmla="*/ 1655826 h 2452020"/>
                  <a:gd name="connsiteX6" fmla="*/ 1471994 w 3356800"/>
                  <a:gd name="connsiteY6" fmla="*/ 1634300 h 2452020"/>
                  <a:gd name="connsiteX7" fmla="*/ 1898237 w 3356800"/>
                  <a:gd name="connsiteY7" fmla="*/ 1512665 h 2452020"/>
                  <a:gd name="connsiteX8" fmla="*/ 2229136 w 3356800"/>
                  <a:gd name="connsiteY8" fmla="*/ 1355598 h 2452020"/>
                  <a:gd name="connsiteX9" fmla="*/ 2512314 w 3356800"/>
                  <a:gd name="connsiteY9" fmla="*/ 1238631 h 2452020"/>
                  <a:gd name="connsiteX10" fmla="*/ 2758535 w 3356800"/>
                  <a:gd name="connsiteY10" fmla="*/ 1096994 h 2452020"/>
                  <a:gd name="connsiteX11" fmla="*/ 2935510 w 3356800"/>
                  <a:gd name="connsiteY11" fmla="*/ 919925 h 2452020"/>
                  <a:gd name="connsiteX12" fmla="*/ 3081719 w 3356800"/>
                  <a:gd name="connsiteY12" fmla="*/ 687419 h 2452020"/>
                  <a:gd name="connsiteX13" fmla="*/ 3356800 w 3356800"/>
                  <a:gd name="connsiteY13" fmla="*/ 0 h 245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56800" h="2452020">
                    <a:moveTo>
                      <a:pt x="0" y="2452021"/>
                    </a:moveTo>
                    <a:cubicBezTo>
                      <a:pt x="0" y="2452021"/>
                      <a:pt x="57150" y="2344198"/>
                      <a:pt x="130874" y="2247710"/>
                    </a:cubicBezTo>
                    <a:cubicBezTo>
                      <a:pt x="218694" y="2132648"/>
                      <a:pt x="328136" y="2036635"/>
                      <a:pt x="437197" y="1941195"/>
                    </a:cubicBezTo>
                    <a:cubicBezTo>
                      <a:pt x="529304" y="1860709"/>
                      <a:pt x="623030" y="1779556"/>
                      <a:pt x="737140" y="1736884"/>
                    </a:cubicBezTo>
                    <a:cubicBezTo>
                      <a:pt x="830866" y="1701736"/>
                      <a:pt x="932021" y="1695450"/>
                      <a:pt x="1031843" y="1685068"/>
                    </a:cubicBezTo>
                    <a:cubicBezTo>
                      <a:pt x="1117092" y="1676210"/>
                      <a:pt x="1202055" y="1665160"/>
                      <a:pt x="1287304" y="1655826"/>
                    </a:cubicBezTo>
                    <a:cubicBezTo>
                      <a:pt x="1348931" y="1649063"/>
                      <a:pt x="1410653" y="1643539"/>
                      <a:pt x="1471994" y="1634300"/>
                    </a:cubicBezTo>
                    <a:cubicBezTo>
                      <a:pt x="1618679" y="1612011"/>
                      <a:pt x="1761935" y="1571149"/>
                      <a:pt x="1898237" y="1512665"/>
                    </a:cubicBezTo>
                    <a:cubicBezTo>
                      <a:pt x="2010442" y="1464564"/>
                      <a:pt x="2117503" y="1405128"/>
                      <a:pt x="2229136" y="1355598"/>
                    </a:cubicBezTo>
                    <a:cubicBezTo>
                      <a:pt x="2322481" y="1314164"/>
                      <a:pt x="2418969" y="1280160"/>
                      <a:pt x="2512314" y="1238631"/>
                    </a:cubicBezTo>
                    <a:cubicBezTo>
                      <a:pt x="2599087" y="1199960"/>
                      <a:pt x="2683193" y="1154811"/>
                      <a:pt x="2758535" y="1096994"/>
                    </a:cubicBezTo>
                    <a:cubicBezTo>
                      <a:pt x="2825020" y="1046035"/>
                      <a:pt x="2883789" y="985837"/>
                      <a:pt x="2935510" y="919925"/>
                    </a:cubicBezTo>
                    <a:cubicBezTo>
                      <a:pt x="2992184" y="847725"/>
                      <a:pt x="3039904" y="769144"/>
                      <a:pt x="3081719" y="687419"/>
                    </a:cubicBezTo>
                    <a:cubicBezTo>
                      <a:pt x="3138297" y="576739"/>
                      <a:pt x="3314129" y="116776"/>
                      <a:pt x="3356800" y="0"/>
                    </a:cubicBezTo>
                  </a:path>
                </a:pathLst>
              </a:custGeom>
              <a:noFill/>
              <a:ln w="9525" cap="rnd">
                <a:solidFill>
                  <a:schemeClr val="accent2">
                    <a:alpha val="35000"/>
                  </a:schemeClr>
                </a:solidFill>
                <a:prstDash val="lgDash"/>
                <a:round/>
              </a:ln>
            </p:spPr>
            <p:txBody>
              <a:bodyPr rtlCol="0" anchor="ctr"/>
              <a:lstStyle/>
              <a:p>
                <a:endParaRPr lang="en-US"/>
              </a:p>
            </p:txBody>
          </p:sp>
        </p:grpSp>
        <p:sp>
          <p:nvSpPr>
            <p:cNvPr id="54" name="Freeform: Shape 53">
              <a:extLst>
                <a:ext uri="{FF2B5EF4-FFF2-40B4-BE49-F238E27FC236}">
                  <a16:creationId xmlns:a16="http://schemas.microsoft.com/office/drawing/2014/main" id="{A53B2ADC-F80C-403E-B1CA-BCFED2CE58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980400" y="5197178"/>
              <a:ext cx="4211600" cy="1660822"/>
            </a:xfrm>
            <a:custGeom>
              <a:avLst/>
              <a:gdLst>
                <a:gd name="connsiteX0" fmla="*/ 4211600 w 4211600"/>
                <a:gd name="connsiteY0" fmla="*/ 0 h 1660822"/>
                <a:gd name="connsiteX1" fmla="*/ 4211600 w 4211600"/>
                <a:gd name="connsiteY1" fmla="*/ 58430 h 1660822"/>
                <a:gd name="connsiteX2" fmla="*/ 4136524 w 4211600"/>
                <a:gd name="connsiteY2" fmla="*/ 208808 h 1660822"/>
                <a:gd name="connsiteX3" fmla="*/ 3973354 w 4211600"/>
                <a:gd name="connsiteY3" fmla="*/ 437313 h 1660822"/>
                <a:gd name="connsiteX4" fmla="*/ 3884746 w 4211600"/>
                <a:gd name="connsiteY4" fmla="*/ 553613 h 1660822"/>
                <a:gd name="connsiteX5" fmla="*/ 3849435 w 4211600"/>
                <a:gd name="connsiteY5" fmla="*/ 603143 h 1660822"/>
                <a:gd name="connsiteX6" fmla="*/ 3661849 w 4211600"/>
                <a:gd name="connsiteY6" fmla="*/ 819075 h 1660822"/>
                <a:gd name="connsiteX7" fmla="*/ 3402589 w 4211600"/>
                <a:gd name="connsiteY7" fmla="*/ 952996 h 1660822"/>
                <a:gd name="connsiteX8" fmla="*/ 3130202 w 4211600"/>
                <a:gd name="connsiteY8" fmla="*/ 1023386 h 1660822"/>
                <a:gd name="connsiteX9" fmla="*/ 2914657 w 4211600"/>
                <a:gd name="connsiteY9" fmla="*/ 1068058 h 1660822"/>
                <a:gd name="connsiteX10" fmla="*/ 2582149 w 4211600"/>
                <a:gd name="connsiteY10" fmla="*/ 1138924 h 1660822"/>
                <a:gd name="connsiteX11" fmla="*/ 2483958 w 4211600"/>
                <a:gd name="connsiteY11" fmla="*/ 1162356 h 1660822"/>
                <a:gd name="connsiteX12" fmla="*/ 2123750 w 4211600"/>
                <a:gd name="connsiteY12" fmla="*/ 1238651 h 1660822"/>
                <a:gd name="connsiteX13" fmla="*/ 1761444 w 4211600"/>
                <a:gd name="connsiteY13" fmla="*/ 1273417 h 1660822"/>
                <a:gd name="connsiteX14" fmla="*/ 1608382 w 4211600"/>
                <a:gd name="connsiteY14" fmla="*/ 1284466 h 1660822"/>
                <a:gd name="connsiteX15" fmla="*/ 999942 w 4211600"/>
                <a:gd name="connsiteY15" fmla="*/ 1354284 h 1660822"/>
                <a:gd name="connsiteX16" fmla="*/ 484705 w 4211600"/>
                <a:gd name="connsiteY16" fmla="*/ 1450487 h 1660822"/>
                <a:gd name="connsiteX17" fmla="*/ 113310 w 4211600"/>
                <a:gd name="connsiteY17" fmla="*/ 1613700 h 1660822"/>
                <a:gd name="connsiteX18" fmla="*/ 39668 w 4211600"/>
                <a:gd name="connsiteY18" fmla="*/ 1660822 h 1660822"/>
                <a:gd name="connsiteX19" fmla="*/ 0 w 4211600"/>
                <a:gd name="connsiteY19" fmla="*/ 1660822 h 1660822"/>
                <a:gd name="connsiteX20" fmla="*/ 96701 w 4211600"/>
                <a:gd name="connsiteY20" fmla="*/ 1598934 h 1660822"/>
                <a:gd name="connsiteX21" fmla="*/ 474335 w 4211600"/>
                <a:gd name="connsiteY21" fmla="*/ 1433056 h 1660822"/>
                <a:gd name="connsiteX22" fmla="*/ 994299 w 4211600"/>
                <a:gd name="connsiteY22" fmla="*/ 1335806 h 1660822"/>
                <a:gd name="connsiteX23" fmla="*/ 1605231 w 4211600"/>
                <a:gd name="connsiteY23" fmla="*/ 1265702 h 1660822"/>
                <a:gd name="connsiteX24" fmla="*/ 1758819 w 4211600"/>
                <a:gd name="connsiteY24" fmla="*/ 1254558 h 1660822"/>
                <a:gd name="connsiteX25" fmla="*/ 2118106 w 4211600"/>
                <a:gd name="connsiteY25" fmla="*/ 1220077 h 1660822"/>
                <a:gd name="connsiteX26" fmla="*/ 2475557 w 4211600"/>
                <a:gd name="connsiteY26" fmla="*/ 1144353 h 1660822"/>
                <a:gd name="connsiteX27" fmla="*/ 2573878 w 4211600"/>
                <a:gd name="connsiteY27" fmla="*/ 1120827 h 1660822"/>
                <a:gd name="connsiteX28" fmla="*/ 2907437 w 4211600"/>
                <a:gd name="connsiteY28" fmla="*/ 1049675 h 1660822"/>
                <a:gd name="connsiteX29" fmla="*/ 3122589 w 4211600"/>
                <a:gd name="connsiteY29" fmla="*/ 1005098 h 1660822"/>
                <a:gd name="connsiteX30" fmla="*/ 3391169 w 4211600"/>
                <a:gd name="connsiteY30" fmla="*/ 935756 h 1660822"/>
                <a:gd name="connsiteX31" fmla="*/ 3642290 w 4211600"/>
                <a:gd name="connsiteY31" fmla="*/ 806216 h 1660822"/>
                <a:gd name="connsiteX32" fmla="*/ 3825937 w 4211600"/>
                <a:gd name="connsiteY32" fmla="*/ 594475 h 1660822"/>
                <a:gd name="connsiteX33" fmla="*/ 3861381 w 4211600"/>
                <a:gd name="connsiteY33" fmla="*/ 544755 h 1660822"/>
                <a:gd name="connsiteX34" fmla="*/ 3950381 w 4211600"/>
                <a:gd name="connsiteY34" fmla="*/ 427978 h 1660822"/>
                <a:gd name="connsiteX35" fmla="*/ 4112370 w 4211600"/>
                <a:gd name="connsiteY35" fmla="*/ 201378 h 1660822"/>
                <a:gd name="connsiteX36" fmla="*/ 4195989 w 4211600"/>
                <a:gd name="connsiteY36" fmla="*/ 33834 h 1660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4211600" h="1660822">
                  <a:moveTo>
                    <a:pt x="4211600" y="0"/>
                  </a:moveTo>
                  <a:lnTo>
                    <a:pt x="4211600" y="58430"/>
                  </a:lnTo>
                  <a:lnTo>
                    <a:pt x="4136524" y="208808"/>
                  </a:lnTo>
                  <a:cubicBezTo>
                    <a:pt x="4089791" y="287770"/>
                    <a:pt x="4030588" y="363780"/>
                    <a:pt x="3973354" y="437313"/>
                  </a:cubicBezTo>
                  <a:cubicBezTo>
                    <a:pt x="3943819" y="475222"/>
                    <a:pt x="3913231" y="514465"/>
                    <a:pt x="3884746" y="553613"/>
                  </a:cubicBezTo>
                  <a:cubicBezTo>
                    <a:pt x="3872801" y="569996"/>
                    <a:pt x="3861119" y="586569"/>
                    <a:pt x="3849435" y="603143"/>
                  </a:cubicBezTo>
                  <a:cubicBezTo>
                    <a:pt x="3796665" y="678009"/>
                    <a:pt x="3742187" y="755352"/>
                    <a:pt x="3661849" y="819075"/>
                  </a:cubicBezTo>
                  <a:cubicBezTo>
                    <a:pt x="3596214" y="871176"/>
                    <a:pt x="3509050" y="916230"/>
                    <a:pt x="3402589" y="952996"/>
                  </a:cubicBezTo>
                  <a:cubicBezTo>
                    <a:pt x="3312406" y="984048"/>
                    <a:pt x="3215660" y="1005003"/>
                    <a:pt x="3130202" y="1023386"/>
                  </a:cubicBezTo>
                  <a:cubicBezTo>
                    <a:pt x="3058529" y="1038816"/>
                    <a:pt x="2985412" y="1053675"/>
                    <a:pt x="2914657" y="1068058"/>
                  </a:cubicBezTo>
                  <a:cubicBezTo>
                    <a:pt x="2805176" y="1090251"/>
                    <a:pt x="2692021" y="1113207"/>
                    <a:pt x="2582149" y="1138924"/>
                  </a:cubicBezTo>
                  <a:cubicBezTo>
                    <a:pt x="2549330" y="1146639"/>
                    <a:pt x="2516644" y="1154450"/>
                    <a:pt x="2483958" y="1162356"/>
                  </a:cubicBezTo>
                  <a:cubicBezTo>
                    <a:pt x="2367257" y="1190550"/>
                    <a:pt x="2246621" y="1219601"/>
                    <a:pt x="2123750" y="1238651"/>
                  </a:cubicBezTo>
                  <a:cubicBezTo>
                    <a:pt x="2004294" y="1257129"/>
                    <a:pt x="1880769" y="1265416"/>
                    <a:pt x="1761444" y="1273417"/>
                  </a:cubicBezTo>
                  <a:cubicBezTo>
                    <a:pt x="1711167" y="1276751"/>
                    <a:pt x="1659184" y="1280275"/>
                    <a:pt x="1608382" y="1284466"/>
                  </a:cubicBezTo>
                  <a:cubicBezTo>
                    <a:pt x="1408589" y="1300944"/>
                    <a:pt x="1214570" y="1325805"/>
                    <a:pt x="999942" y="1354284"/>
                  </a:cubicBezTo>
                  <a:cubicBezTo>
                    <a:pt x="826403" y="1377240"/>
                    <a:pt x="647744" y="1400957"/>
                    <a:pt x="484705" y="1450487"/>
                  </a:cubicBezTo>
                  <a:cubicBezTo>
                    <a:pt x="355831" y="1489635"/>
                    <a:pt x="231387" y="1544374"/>
                    <a:pt x="113310" y="1613700"/>
                  </a:cubicBezTo>
                  <a:lnTo>
                    <a:pt x="39668" y="1660822"/>
                  </a:lnTo>
                  <a:lnTo>
                    <a:pt x="0" y="1660822"/>
                  </a:lnTo>
                  <a:lnTo>
                    <a:pt x="96701" y="1598934"/>
                  </a:lnTo>
                  <a:cubicBezTo>
                    <a:pt x="216635" y="1528533"/>
                    <a:pt x="343196" y="1472919"/>
                    <a:pt x="474335" y="1433056"/>
                  </a:cubicBezTo>
                  <a:cubicBezTo>
                    <a:pt x="639999" y="1382669"/>
                    <a:pt x="820102" y="1358856"/>
                    <a:pt x="994299" y="1335806"/>
                  </a:cubicBezTo>
                  <a:cubicBezTo>
                    <a:pt x="1210239" y="1307231"/>
                    <a:pt x="1404650" y="1282275"/>
                    <a:pt x="1605231" y="1265702"/>
                  </a:cubicBezTo>
                  <a:cubicBezTo>
                    <a:pt x="1656428" y="1261511"/>
                    <a:pt x="1708411" y="1257987"/>
                    <a:pt x="1758819" y="1254558"/>
                  </a:cubicBezTo>
                  <a:cubicBezTo>
                    <a:pt x="1877487" y="1246557"/>
                    <a:pt x="2000094" y="1238365"/>
                    <a:pt x="2118106" y="1220077"/>
                  </a:cubicBezTo>
                  <a:cubicBezTo>
                    <a:pt x="2239531" y="1201313"/>
                    <a:pt x="2359513" y="1172357"/>
                    <a:pt x="2475557" y="1144353"/>
                  </a:cubicBezTo>
                  <a:cubicBezTo>
                    <a:pt x="2508243" y="1136448"/>
                    <a:pt x="2541060" y="1128542"/>
                    <a:pt x="2573878" y="1120827"/>
                  </a:cubicBezTo>
                  <a:cubicBezTo>
                    <a:pt x="2684276" y="1094919"/>
                    <a:pt x="2797694" y="1071963"/>
                    <a:pt x="2907437" y="1049675"/>
                  </a:cubicBezTo>
                  <a:cubicBezTo>
                    <a:pt x="2978061" y="1035387"/>
                    <a:pt x="3051178" y="1020528"/>
                    <a:pt x="3122589" y="1005098"/>
                  </a:cubicBezTo>
                  <a:cubicBezTo>
                    <a:pt x="3206997" y="986810"/>
                    <a:pt x="3302823" y="966141"/>
                    <a:pt x="3391169" y="935756"/>
                  </a:cubicBezTo>
                  <a:cubicBezTo>
                    <a:pt x="3494479" y="900132"/>
                    <a:pt x="3578886" y="856508"/>
                    <a:pt x="3642290" y="806216"/>
                  </a:cubicBezTo>
                  <a:cubicBezTo>
                    <a:pt x="3720133" y="744303"/>
                    <a:pt x="3773953" y="668103"/>
                    <a:pt x="3825937" y="594475"/>
                  </a:cubicBezTo>
                  <a:cubicBezTo>
                    <a:pt x="3837621" y="577902"/>
                    <a:pt x="3849435" y="561233"/>
                    <a:pt x="3861381" y="544755"/>
                  </a:cubicBezTo>
                  <a:cubicBezTo>
                    <a:pt x="3889997" y="505416"/>
                    <a:pt x="3920715" y="465983"/>
                    <a:pt x="3950381" y="427978"/>
                  </a:cubicBezTo>
                  <a:cubicBezTo>
                    <a:pt x="4007353" y="354921"/>
                    <a:pt x="4066163" y="279388"/>
                    <a:pt x="4112370" y="201378"/>
                  </a:cubicBezTo>
                  <a:cubicBezTo>
                    <a:pt x="4144662" y="146800"/>
                    <a:pt x="4170785" y="89364"/>
                    <a:pt x="4195989" y="33834"/>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Tree>
    <p:extLst>
      <p:ext uri="{BB962C8B-B14F-4D97-AF65-F5344CB8AC3E}">
        <p14:creationId xmlns:p14="http://schemas.microsoft.com/office/powerpoint/2010/main" val="115055947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3" name="Rectangle 252">
            <a:extLst>
              <a:ext uri="{FF2B5EF4-FFF2-40B4-BE49-F238E27FC236}">
                <a16:creationId xmlns:a16="http://schemas.microsoft.com/office/drawing/2014/main" id="{8651CFA9-6065-4243-AC48-858E35978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65000"/>
                  <a:lumOff val="35000"/>
                </a:schemeClr>
              </a:solidFill>
              <a:latin typeface="AvenirNext LT Pro Medium" panose="020B0504020202020204" pitchFamily="34" charset="0"/>
            </a:endParaRPr>
          </a:p>
        </p:txBody>
      </p:sp>
      <p:sp>
        <p:nvSpPr>
          <p:cNvPr id="255" name="Rectangle 254">
            <a:extLst>
              <a:ext uri="{FF2B5EF4-FFF2-40B4-BE49-F238E27FC236}">
                <a16:creationId xmlns:a16="http://schemas.microsoft.com/office/drawing/2014/main" id="{37962AE0-6A1C-4B76-9D52-10E5E6D7D3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65000"/>
                  <a:lumOff val="35000"/>
                </a:schemeClr>
              </a:solidFill>
              <a:latin typeface="AvenirNext LT Pro Medium" panose="020B0504020202020204" pitchFamily="34" charset="0"/>
            </a:endParaRPr>
          </a:p>
        </p:txBody>
      </p:sp>
      <p:grpSp>
        <p:nvGrpSpPr>
          <p:cNvPr id="257" name="Top left">
            <a:extLst>
              <a:ext uri="{FF2B5EF4-FFF2-40B4-BE49-F238E27FC236}">
                <a16:creationId xmlns:a16="http://schemas.microsoft.com/office/drawing/2014/main" id="{32D15CB3-AC64-41F7-86F8-22A111F3DC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425" y="-1543"/>
            <a:ext cx="2198951" cy="3349518"/>
            <a:chOff x="10849" y="-3086"/>
            <a:chExt cx="2198951" cy="3349518"/>
          </a:xfrm>
        </p:grpSpPr>
        <p:sp>
          <p:nvSpPr>
            <p:cNvPr id="258" name="Freeform: Shape 257">
              <a:extLst>
                <a:ext uri="{FF2B5EF4-FFF2-40B4-BE49-F238E27FC236}">
                  <a16:creationId xmlns:a16="http://schemas.microsoft.com/office/drawing/2014/main" id="{9B8FAC53-55F6-4B51-8FAD-977E5E7D7E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692844" y="-3086"/>
              <a:ext cx="1326111" cy="59760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solidFill>
                  <a:schemeClr val="tx1">
                    <a:lumMod val="65000"/>
                    <a:lumOff val="35000"/>
                  </a:schemeClr>
                </a:solidFill>
                <a:latin typeface="AvenirNext LT Pro Medium" panose="020B0504020202020204" pitchFamily="34" charset="0"/>
              </a:endParaRPr>
            </a:p>
          </p:txBody>
        </p:sp>
        <p:sp>
          <p:nvSpPr>
            <p:cNvPr id="259" name="Freeform: Shape 258">
              <a:extLst>
                <a:ext uri="{FF2B5EF4-FFF2-40B4-BE49-F238E27FC236}">
                  <a16:creationId xmlns:a16="http://schemas.microsoft.com/office/drawing/2014/main" id="{BC29D267-CD4D-4FD7-8F45-1C8FB4235A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394" y="15241"/>
              <a:ext cx="2190406" cy="3331191"/>
            </a:xfrm>
            <a:custGeom>
              <a:avLst/>
              <a:gdLst>
                <a:gd name="connsiteX0" fmla="*/ 0 w 3296088"/>
                <a:gd name="connsiteY0" fmla="*/ 5012722 h 5012722"/>
                <a:gd name="connsiteX1" fmla="*/ 244031 w 3296088"/>
                <a:gd name="connsiteY1" fmla="*/ 4820222 h 5012722"/>
                <a:gd name="connsiteX2" fmla="*/ 729234 w 3296088"/>
                <a:gd name="connsiteY2" fmla="*/ 4360641 h 5012722"/>
                <a:gd name="connsiteX3" fmla="*/ 881444 w 3296088"/>
                <a:gd name="connsiteY3" fmla="*/ 4173950 h 5012722"/>
                <a:gd name="connsiteX4" fmla="*/ 1151287 w 3296088"/>
                <a:gd name="connsiteY4" fmla="*/ 3972877 h 5012722"/>
                <a:gd name="connsiteX5" fmla="*/ 1498664 w 3296088"/>
                <a:gd name="connsiteY5" fmla="*/ 3786188 h 5012722"/>
                <a:gd name="connsiteX6" fmla="*/ 1716881 w 3296088"/>
                <a:gd name="connsiteY6" fmla="*/ 3674174 h 5012722"/>
                <a:gd name="connsiteX7" fmla="*/ 1913573 w 3296088"/>
                <a:gd name="connsiteY7" fmla="*/ 3477387 h 5012722"/>
                <a:gd name="connsiteX8" fmla="*/ 2167700 w 3296088"/>
                <a:gd name="connsiteY8" fmla="*/ 3042190 h 5012722"/>
                <a:gd name="connsiteX9" fmla="*/ 2273903 w 3296088"/>
                <a:gd name="connsiteY9" fmla="*/ 2775014 h 5012722"/>
                <a:gd name="connsiteX10" fmla="*/ 2463356 w 3296088"/>
                <a:gd name="connsiteY10" fmla="*/ 2335530 h 5012722"/>
                <a:gd name="connsiteX11" fmla="*/ 2741866 w 3296088"/>
                <a:gd name="connsiteY11" fmla="*/ 1982248 h 5012722"/>
                <a:gd name="connsiteX12" fmla="*/ 2985897 w 3296088"/>
                <a:gd name="connsiteY12" fmla="*/ 1634681 h 5012722"/>
                <a:gd name="connsiteX13" fmla="*/ 3212687 w 3296088"/>
                <a:gd name="connsiteY13" fmla="*/ 1226820 h 5012722"/>
                <a:gd name="connsiteX14" fmla="*/ 3281553 w 3296088"/>
                <a:gd name="connsiteY14" fmla="*/ 959644 h 5012722"/>
                <a:gd name="connsiteX15" fmla="*/ 3295936 w 3296088"/>
                <a:gd name="connsiteY15" fmla="*/ 701135 h 5012722"/>
                <a:gd name="connsiteX16" fmla="*/ 3267266 w 3296088"/>
                <a:gd name="connsiteY16" fmla="*/ 436817 h 5012722"/>
                <a:gd name="connsiteX17" fmla="*/ 3105341 w 3296088"/>
                <a:gd name="connsiteY17" fmla="*/ 0 h 501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296088" h="5012722">
                  <a:moveTo>
                    <a:pt x="0" y="5012722"/>
                  </a:moveTo>
                  <a:cubicBezTo>
                    <a:pt x="81820" y="4949095"/>
                    <a:pt x="163544" y="4885468"/>
                    <a:pt x="244031" y="4820222"/>
                  </a:cubicBezTo>
                  <a:cubicBezTo>
                    <a:pt x="417671" y="4679633"/>
                    <a:pt x="589883" y="4535139"/>
                    <a:pt x="729234" y="4360641"/>
                  </a:cubicBezTo>
                  <a:cubicBezTo>
                    <a:pt x="779431" y="4297776"/>
                    <a:pt x="825818" y="4231958"/>
                    <a:pt x="881444" y="4173950"/>
                  </a:cubicBezTo>
                  <a:cubicBezTo>
                    <a:pt x="959358" y="4092607"/>
                    <a:pt x="1054799" y="4031075"/>
                    <a:pt x="1151287" y="3972877"/>
                  </a:cubicBezTo>
                  <a:cubicBezTo>
                    <a:pt x="1263968" y="3904964"/>
                    <a:pt x="1379315" y="3841337"/>
                    <a:pt x="1498664" y="3786188"/>
                  </a:cubicBezTo>
                  <a:cubicBezTo>
                    <a:pt x="1573149" y="3751802"/>
                    <a:pt x="1649159" y="3720179"/>
                    <a:pt x="1716881" y="3674174"/>
                  </a:cubicBezTo>
                  <a:cubicBezTo>
                    <a:pt x="1794034" y="3621691"/>
                    <a:pt x="1856708" y="3551492"/>
                    <a:pt x="1913573" y="3477387"/>
                  </a:cubicBezTo>
                  <a:cubicBezTo>
                    <a:pt x="2016157" y="3343751"/>
                    <a:pt x="2099024" y="3196114"/>
                    <a:pt x="2167700" y="3042190"/>
                  </a:cubicBezTo>
                  <a:cubicBezTo>
                    <a:pt x="2206752" y="2954655"/>
                    <a:pt x="2241233" y="2865215"/>
                    <a:pt x="2273903" y="2775014"/>
                  </a:cubicBezTo>
                  <a:cubicBezTo>
                    <a:pt x="2328482" y="2624423"/>
                    <a:pt x="2379440" y="2471642"/>
                    <a:pt x="2463356" y="2335530"/>
                  </a:cubicBezTo>
                  <a:cubicBezTo>
                    <a:pt x="2542127" y="2207705"/>
                    <a:pt x="2647855" y="2099501"/>
                    <a:pt x="2741866" y="1982248"/>
                  </a:cubicBezTo>
                  <a:cubicBezTo>
                    <a:pt x="2830449" y="1871758"/>
                    <a:pt x="2908554" y="1753362"/>
                    <a:pt x="2985897" y="1634681"/>
                  </a:cubicBezTo>
                  <a:cubicBezTo>
                    <a:pt x="3071146" y="1503902"/>
                    <a:pt x="3156395" y="1372172"/>
                    <a:pt x="3212687" y="1226820"/>
                  </a:cubicBezTo>
                  <a:cubicBezTo>
                    <a:pt x="3246025" y="1140809"/>
                    <a:pt x="3268790" y="1051084"/>
                    <a:pt x="3281553" y="959644"/>
                  </a:cubicBezTo>
                  <a:cubicBezTo>
                    <a:pt x="3293555" y="874014"/>
                    <a:pt x="3296888" y="787527"/>
                    <a:pt x="3295936" y="701135"/>
                  </a:cubicBezTo>
                  <a:cubicBezTo>
                    <a:pt x="3294888" y="612172"/>
                    <a:pt x="3289268" y="523018"/>
                    <a:pt x="3267266" y="436817"/>
                  </a:cubicBezTo>
                  <a:cubicBezTo>
                    <a:pt x="3227832" y="282416"/>
                    <a:pt x="3105341" y="0"/>
                    <a:pt x="3105341" y="0"/>
                  </a:cubicBezTo>
                </a:path>
              </a:pathLst>
            </a:custGeom>
            <a:noFill/>
            <a:ln w="9525" cap="rnd">
              <a:solidFill>
                <a:schemeClr val="accent2">
                  <a:alpha val="50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260" name="Freeform: Shape 259">
              <a:extLst>
                <a:ext uri="{FF2B5EF4-FFF2-40B4-BE49-F238E27FC236}">
                  <a16:creationId xmlns:a16="http://schemas.microsoft.com/office/drawing/2014/main" id="{0EFC9A2B-D1CA-4247-836D-EAB80EB5ED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978674" cy="3074959"/>
            </a:xfrm>
            <a:custGeom>
              <a:avLst/>
              <a:gdLst>
                <a:gd name="connsiteX0" fmla="*/ 0 w 2977477"/>
                <a:gd name="connsiteY0" fmla="*/ 4627150 h 4627149"/>
                <a:gd name="connsiteX1" fmla="*/ 275082 w 2977477"/>
                <a:gd name="connsiteY1" fmla="*/ 4341590 h 4627149"/>
                <a:gd name="connsiteX2" fmla="*/ 502825 w 2977477"/>
                <a:gd name="connsiteY2" fmla="*/ 4054126 h 4627149"/>
                <a:gd name="connsiteX3" fmla="*/ 666179 w 2977477"/>
                <a:gd name="connsiteY3" fmla="*/ 3890677 h 4627149"/>
                <a:gd name="connsiteX4" fmla="*/ 864203 w 2977477"/>
                <a:gd name="connsiteY4" fmla="*/ 3675983 h 4627149"/>
                <a:gd name="connsiteX5" fmla="*/ 982599 w 2977477"/>
                <a:gd name="connsiteY5" fmla="*/ 3557492 h 4627149"/>
                <a:gd name="connsiteX6" fmla="*/ 1188244 w 2977477"/>
                <a:gd name="connsiteY6" fmla="*/ 3329654 h 4627149"/>
                <a:gd name="connsiteX7" fmla="*/ 1344740 w 2977477"/>
                <a:gd name="connsiteY7" fmla="*/ 3146774 h 4627149"/>
                <a:gd name="connsiteX8" fmla="*/ 1470755 w 2977477"/>
                <a:gd name="connsiteY8" fmla="*/ 2984659 h 4627149"/>
                <a:gd name="connsiteX9" fmla="*/ 1657636 w 2977477"/>
                <a:gd name="connsiteY9" fmla="*/ 2670239 h 4627149"/>
                <a:gd name="connsiteX10" fmla="*/ 1762887 w 2977477"/>
                <a:gd name="connsiteY10" fmla="*/ 2473547 h 4627149"/>
                <a:gd name="connsiteX11" fmla="*/ 1866710 w 2977477"/>
                <a:gd name="connsiteY11" fmla="*/ 2290667 h 4627149"/>
                <a:gd name="connsiteX12" fmla="*/ 2106263 w 2977477"/>
                <a:gd name="connsiteY12" fmla="*/ 2030254 h 4627149"/>
                <a:gd name="connsiteX13" fmla="*/ 2277237 w 2977477"/>
                <a:gd name="connsiteY13" fmla="*/ 1859185 h 4627149"/>
                <a:gd name="connsiteX14" fmla="*/ 2499455 w 2977477"/>
                <a:gd name="connsiteY14" fmla="*/ 1656207 h 4627149"/>
                <a:gd name="connsiteX15" fmla="*/ 2707100 w 2977477"/>
                <a:gd name="connsiteY15" fmla="*/ 1390269 h 4627149"/>
                <a:gd name="connsiteX16" fmla="*/ 2812352 w 2977477"/>
                <a:gd name="connsiteY16" fmla="*/ 1230916 h 4627149"/>
                <a:gd name="connsiteX17" fmla="*/ 2898172 w 2977477"/>
                <a:gd name="connsiteY17" fmla="*/ 1036987 h 4627149"/>
                <a:gd name="connsiteX18" fmla="*/ 2963228 w 2977477"/>
                <a:gd name="connsiteY18" fmla="*/ 850011 h 4627149"/>
                <a:gd name="connsiteX19" fmla="*/ 2977325 w 2977477"/>
                <a:gd name="connsiteY19" fmla="*/ 745427 h 4627149"/>
                <a:gd name="connsiteX20" fmla="*/ 2929509 w 2977477"/>
                <a:gd name="connsiteY20" fmla="*/ 480155 h 4627149"/>
                <a:gd name="connsiteX21" fmla="*/ 2563082 w 2977477"/>
                <a:gd name="connsiteY21" fmla="*/ 0 h 4627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77477" h="4627149">
                  <a:moveTo>
                    <a:pt x="0" y="4627150"/>
                  </a:moveTo>
                  <a:cubicBezTo>
                    <a:pt x="79820" y="4552283"/>
                    <a:pt x="203835" y="4424648"/>
                    <a:pt x="275082" y="4341590"/>
                  </a:cubicBezTo>
                  <a:cubicBezTo>
                    <a:pt x="354711" y="4248722"/>
                    <a:pt x="421005" y="4145090"/>
                    <a:pt x="502825" y="4054126"/>
                  </a:cubicBezTo>
                  <a:cubicBezTo>
                    <a:pt x="554355" y="3996881"/>
                    <a:pt x="612362" y="3945827"/>
                    <a:pt x="666179" y="3890677"/>
                  </a:cubicBezTo>
                  <a:cubicBezTo>
                    <a:pt x="734187" y="3821049"/>
                    <a:pt x="796671" y="3746183"/>
                    <a:pt x="864203" y="3675983"/>
                  </a:cubicBezTo>
                  <a:cubicBezTo>
                    <a:pt x="902875" y="3635788"/>
                    <a:pt x="943642" y="3597593"/>
                    <a:pt x="982599" y="3557492"/>
                  </a:cubicBezTo>
                  <a:cubicBezTo>
                    <a:pt x="1053941" y="3484150"/>
                    <a:pt x="1121378" y="3407093"/>
                    <a:pt x="1188244" y="3329654"/>
                  </a:cubicBezTo>
                  <a:cubicBezTo>
                    <a:pt x="1240631" y="3268885"/>
                    <a:pt x="1293495" y="3208496"/>
                    <a:pt x="1344740" y="3146774"/>
                  </a:cubicBezTo>
                  <a:cubicBezTo>
                    <a:pt x="1388459" y="3094101"/>
                    <a:pt x="1431512" y="3040761"/>
                    <a:pt x="1470755" y="2984659"/>
                  </a:cubicBezTo>
                  <a:cubicBezTo>
                    <a:pt x="1540764" y="2884646"/>
                    <a:pt x="1598771" y="2777109"/>
                    <a:pt x="1657636" y="2670239"/>
                  </a:cubicBezTo>
                  <a:cubicBezTo>
                    <a:pt x="1693545" y="2605088"/>
                    <a:pt x="1728502" y="2539460"/>
                    <a:pt x="1762887" y="2473547"/>
                  </a:cubicBezTo>
                  <a:cubicBezTo>
                    <a:pt x="1795367" y="2411349"/>
                    <a:pt x="1826419" y="2348103"/>
                    <a:pt x="1866710" y="2290667"/>
                  </a:cubicBezTo>
                  <a:cubicBezTo>
                    <a:pt x="1934623" y="2193893"/>
                    <a:pt x="2022729" y="2114169"/>
                    <a:pt x="2106263" y="2030254"/>
                  </a:cubicBezTo>
                  <a:cubicBezTo>
                    <a:pt x="2163128" y="1973104"/>
                    <a:pt x="2218182" y="1914049"/>
                    <a:pt x="2277237" y="1859185"/>
                  </a:cubicBezTo>
                  <a:cubicBezTo>
                    <a:pt x="2350770" y="1790891"/>
                    <a:pt x="2430304" y="1728978"/>
                    <a:pt x="2499455" y="1656207"/>
                  </a:cubicBezTo>
                  <a:cubicBezTo>
                    <a:pt x="2576989" y="1574578"/>
                    <a:pt x="2641568" y="1481900"/>
                    <a:pt x="2707100" y="1390269"/>
                  </a:cubicBezTo>
                  <a:cubicBezTo>
                    <a:pt x="2744153" y="1338453"/>
                    <a:pt x="2781586" y="1286732"/>
                    <a:pt x="2812352" y="1230916"/>
                  </a:cubicBezTo>
                  <a:cubicBezTo>
                    <a:pt x="2846546" y="1168908"/>
                    <a:pt x="2872550" y="1102900"/>
                    <a:pt x="2898172" y="1036987"/>
                  </a:cubicBezTo>
                  <a:cubicBezTo>
                    <a:pt x="2922175" y="975455"/>
                    <a:pt x="2948273" y="914305"/>
                    <a:pt x="2963228" y="850011"/>
                  </a:cubicBezTo>
                  <a:cubicBezTo>
                    <a:pt x="2971229" y="815626"/>
                    <a:pt x="2976563" y="780764"/>
                    <a:pt x="2977325" y="745427"/>
                  </a:cubicBezTo>
                  <a:cubicBezTo>
                    <a:pt x="2979230" y="654844"/>
                    <a:pt x="2963323" y="564261"/>
                    <a:pt x="2929509" y="480155"/>
                  </a:cubicBezTo>
                  <a:cubicBezTo>
                    <a:pt x="2851309" y="285655"/>
                    <a:pt x="2563082" y="0"/>
                    <a:pt x="2563082" y="0"/>
                  </a:cubicBezTo>
                </a:path>
              </a:pathLst>
            </a:custGeom>
            <a:noFill/>
            <a:ln w="9525" cap="rnd">
              <a:solidFill>
                <a:schemeClr val="accent2">
                  <a:alpha val="50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261" name="Freeform: Shape 260">
              <a:extLst>
                <a:ext uri="{FF2B5EF4-FFF2-40B4-BE49-F238E27FC236}">
                  <a16:creationId xmlns:a16="http://schemas.microsoft.com/office/drawing/2014/main" id="{F4F9AB28-B3F0-425B-8E51-E16DDB85368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92" y="15178"/>
              <a:ext cx="1566146" cy="2737264"/>
            </a:xfrm>
            <a:custGeom>
              <a:avLst/>
              <a:gdLst>
                <a:gd name="connsiteX0" fmla="*/ 1707071 w 2356712"/>
                <a:gd name="connsiteY0" fmla="*/ 0 h 4118991"/>
                <a:gd name="connsiteX1" fmla="*/ 1824514 w 2356712"/>
                <a:gd name="connsiteY1" fmla="*/ 244697 h 4118991"/>
                <a:gd name="connsiteX2" fmla="*/ 1908715 w 2356712"/>
                <a:gd name="connsiteY2" fmla="*/ 328994 h 4118991"/>
                <a:gd name="connsiteX3" fmla="*/ 2226469 w 2356712"/>
                <a:gd name="connsiteY3" fmla="*/ 603695 h 4118991"/>
                <a:gd name="connsiteX4" fmla="*/ 2355628 w 2356712"/>
                <a:gd name="connsiteY4" fmla="*/ 900494 h 4118991"/>
                <a:gd name="connsiteX5" fmla="*/ 2281428 w 2356712"/>
                <a:gd name="connsiteY5" fmla="*/ 1206913 h 4118991"/>
                <a:gd name="connsiteX6" fmla="*/ 2092452 w 2356712"/>
                <a:gd name="connsiteY6" fmla="*/ 1460659 h 4118991"/>
                <a:gd name="connsiteX7" fmla="*/ 1834039 w 2356712"/>
                <a:gd name="connsiteY7" fmla="*/ 1625822 h 4118991"/>
                <a:gd name="connsiteX8" fmla="*/ 1558862 w 2356712"/>
                <a:gd name="connsiteY8" fmla="*/ 1743075 h 4118991"/>
                <a:gd name="connsiteX9" fmla="*/ 1386554 w 2356712"/>
                <a:gd name="connsiteY9" fmla="*/ 1869948 h 4118991"/>
                <a:gd name="connsiteX10" fmla="*/ 1271683 w 2356712"/>
                <a:gd name="connsiteY10" fmla="*/ 2073402 h 4118991"/>
                <a:gd name="connsiteX11" fmla="*/ 1178338 w 2356712"/>
                <a:gd name="connsiteY11" fmla="*/ 2355914 h 4118991"/>
                <a:gd name="connsiteX12" fmla="*/ 1113758 w 2356712"/>
                <a:gd name="connsiteY12" fmla="*/ 2578513 h 4118991"/>
                <a:gd name="connsiteX13" fmla="*/ 1034796 w 2356712"/>
                <a:gd name="connsiteY13" fmla="*/ 2834640 h 4118991"/>
                <a:gd name="connsiteX14" fmla="*/ 905637 w 2356712"/>
                <a:gd name="connsiteY14" fmla="*/ 3081242 h 4118991"/>
                <a:gd name="connsiteX15" fmla="*/ 793147 w 2356712"/>
                <a:gd name="connsiteY15" fmla="*/ 3258407 h 4118991"/>
                <a:gd name="connsiteX16" fmla="*/ 546735 w 2356712"/>
                <a:gd name="connsiteY16" fmla="*/ 3571970 h 4118991"/>
                <a:gd name="connsiteX17" fmla="*/ 346996 w 2356712"/>
                <a:gd name="connsiteY17" fmla="*/ 3771900 h 4118991"/>
                <a:gd name="connsiteX18" fmla="*/ 174689 w 2356712"/>
                <a:gd name="connsiteY18" fmla="*/ 3944207 h 4118991"/>
                <a:gd name="connsiteX19" fmla="*/ 0 w 2356712"/>
                <a:gd name="connsiteY19" fmla="*/ 4118991 h 4118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356712" h="4118991">
                  <a:moveTo>
                    <a:pt x="1707071" y="0"/>
                  </a:moveTo>
                  <a:cubicBezTo>
                    <a:pt x="1715357" y="22098"/>
                    <a:pt x="1812608" y="224409"/>
                    <a:pt x="1824514" y="244697"/>
                  </a:cubicBezTo>
                  <a:cubicBezTo>
                    <a:pt x="1844802" y="279273"/>
                    <a:pt x="1876996" y="304324"/>
                    <a:pt x="1908715" y="328994"/>
                  </a:cubicBezTo>
                  <a:cubicBezTo>
                    <a:pt x="2019967" y="415195"/>
                    <a:pt x="2137886" y="494633"/>
                    <a:pt x="2226469" y="603695"/>
                  </a:cubicBezTo>
                  <a:cubicBezTo>
                    <a:pt x="2296287" y="689610"/>
                    <a:pt x="2347817" y="790480"/>
                    <a:pt x="2355628" y="900494"/>
                  </a:cubicBezTo>
                  <a:cubicBezTo>
                    <a:pt x="2363248" y="1007078"/>
                    <a:pt x="2329910" y="1111187"/>
                    <a:pt x="2281428" y="1206913"/>
                  </a:cubicBezTo>
                  <a:cubicBezTo>
                    <a:pt x="2233422" y="1301877"/>
                    <a:pt x="2170938" y="1388936"/>
                    <a:pt x="2092452" y="1460659"/>
                  </a:cubicBezTo>
                  <a:cubicBezTo>
                    <a:pt x="2016538" y="1530001"/>
                    <a:pt x="1927765" y="1583436"/>
                    <a:pt x="1834039" y="1625822"/>
                  </a:cubicBezTo>
                  <a:cubicBezTo>
                    <a:pt x="1743075" y="1666970"/>
                    <a:pt x="1647730" y="1697736"/>
                    <a:pt x="1558862" y="1743075"/>
                  </a:cubicBezTo>
                  <a:cubicBezTo>
                    <a:pt x="1494758" y="1775841"/>
                    <a:pt x="1434275" y="1816132"/>
                    <a:pt x="1386554" y="1869948"/>
                  </a:cubicBezTo>
                  <a:cubicBezTo>
                    <a:pt x="1334548" y="1928622"/>
                    <a:pt x="1300544" y="2000345"/>
                    <a:pt x="1271683" y="2073402"/>
                  </a:cubicBezTo>
                  <a:cubicBezTo>
                    <a:pt x="1235202" y="2165699"/>
                    <a:pt x="1206722" y="2260759"/>
                    <a:pt x="1178338" y="2355914"/>
                  </a:cubicBezTo>
                  <a:cubicBezTo>
                    <a:pt x="1156240" y="2429923"/>
                    <a:pt x="1134237" y="2504028"/>
                    <a:pt x="1113758" y="2578513"/>
                  </a:cubicBezTo>
                  <a:cubicBezTo>
                    <a:pt x="1090041" y="2664714"/>
                    <a:pt x="1068134" y="2751678"/>
                    <a:pt x="1034796" y="2834640"/>
                  </a:cubicBezTo>
                  <a:cubicBezTo>
                    <a:pt x="1000125" y="2920841"/>
                    <a:pt x="953643" y="3001613"/>
                    <a:pt x="905637" y="3081242"/>
                  </a:cubicBezTo>
                  <a:cubicBezTo>
                    <a:pt x="869442" y="3141155"/>
                    <a:pt x="832295" y="3200400"/>
                    <a:pt x="793147" y="3258407"/>
                  </a:cubicBezTo>
                  <a:cubicBezTo>
                    <a:pt x="718661" y="3368802"/>
                    <a:pt x="637223" y="3474434"/>
                    <a:pt x="546735" y="3571970"/>
                  </a:cubicBezTo>
                  <a:cubicBezTo>
                    <a:pt x="482632" y="3641027"/>
                    <a:pt x="414147" y="3705797"/>
                    <a:pt x="346996" y="3771900"/>
                  </a:cubicBezTo>
                  <a:cubicBezTo>
                    <a:pt x="288989" y="3828764"/>
                    <a:pt x="232029" y="3886676"/>
                    <a:pt x="174689" y="3944207"/>
                  </a:cubicBezTo>
                  <a:cubicBezTo>
                    <a:pt x="116586" y="4002596"/>
                    <a:pt x="58293" y="4060698"/>
                    <a:pt x="0" y="4118991"/>
                  </a:cubicBezTo>
                </a:path>
              </a:pathLst>
            </a:custGeom>
            <a:noFill/>
            <a:ln w="9525" cap="rnd">
              <a:solidFill>
                <a:schemeClr val="accent2">
                  <a:alpha val="50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262" name="Freeform: Shape 261">
              <a:extLst>
                <a:ext uri="{FF2B5EF4-FFF2-40B4-BE49-F238E27FC236}">
                  <a16:creationId xmlns:a16="http://schemas.microsoft.com/office/drawing/2014/main" id="{891B00CE-2CF5-4DF1-A345-4516E2E83D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368431" cy="2644975"/>
            </a:xfrm>
            <a:custGeom>
              <a:avLst/>
              <a:gdLst>
                <a:gd name="connsiteX0" fmla="*/ 0 w 2059193"/>
                <a:gd name="connsiteY0" fmla="*/ 3980116 h 3980116"/>
                <a:gd name="connsiteX1" fmla="*/ 471583 w 2059193"/>
                <a:gd name="connsiteY1" fmla="*/ 3515678 h 3980116"/>
                <a:gd name="connsiteX2" fmla="*/ 758666 w 2059193"/>
                <a:gd name="connsiteY2" fmla="*/ 3163824 h 3980116"/>
                <a:gd name="connsiteX3" fmla="*/ 940499 w 2059193"/>
                <a:gd name="connsiteY3" fmla="*/ 2780824 h 3980116"/>
                <a:gd name="connsiteX4" fmla="*/ 1055370 w 2059193"/>
                <a:gd name="connsiteY4" fmla="*/ 2242185 h 3980116"/>
                <a:gd name="connsiteX5" fmla="*/ 1136714 w 2059193"/>
                <a:gd name="connsiteY5" fmla="*/ 1878330 h 3980116"/>
                <a:gd name="connsiteX6" fmla="*/ 1246727 w 2059193"/>
                <a:gd name="connsiteY6" fmla="*/ 1562386 h 3980116"/>
                <a:gd name="connsiteX7" fmla="*/ 1378363 w 2059193"/>
                <a:gd name="connsiteY7" fmla="*/ 1430750 h 3980116"/>
                <a:gd name="connsiteX8" fmla="*/ 1691831 w 2059193"/>
                <a:gd name="connsiteY8" fmla="*/ 1394841 h 3980116"/>
                <a:gd name="connsiteX9" fmla="*/ 1914335 w 2059193"/>
                <a:gd name="connsiteY9" fmla="*/ 1323023 h 3980116"/>
                <a:gd name="connsiteX10" fmla="*/ 2055495 w 2059193"/>
                <a:gd name="connsiteY10" fmla="*/ 1098042 h 3980116"/>
                <a:gd name="connsiteX11" fmla="*/ 2033969 w 2059193"/>
                <a:gd name="connsiteY11" fmla="*/ 930497 h 3980116"/>
                <a:gd name="connsiteX12" fmla="*/ 1885664 w 2059193"/>
                <a:gd name="connsiteY12" fmla="*/ 760571 h 3980116"/>
                <a:gd name="connsiteX13" fmla="*/ 1636871 w 2059193"/>
                <a:gd name="connsiteY13" fmla="*/ 612172 h 3980116"/>
                <a:gd name="connsiteX14" fmla="*/ 1335405 w 2059193"/>
                <a:gd name="connsiteY14" fmla="*/ 459010 h 3980116"/>
                <a:gd name="connsiteX15" fmla="*/ 1234916 w 2059193"/>
                <a:gd name="connsiteY15" fmla="*/ 269939 h 3980116"/>
                <a:gd name="connsiteX16" fmla="*/ 1386935 w 2059193"/>
                <a:gd name="connsiteY16" fmla="*/ 0 h 39801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9193" h="3980116">
                  <a:moveTo>
                    <a:pt x="0" y="3980116"/>
                  </a:moveTo>
                  <a:cubicBezTo>
                    <a:pt x="91345" y="3889534"/>
                    <a:pt x="382715" y="3608737"/>
                    <a:pt x="471583" y="3515678"/>
                  </a:cubicBezTo>
                  <a:cubicBezTo>
                    <a:pt x="576358" y="3405949"/>
                    <a:pt x="675989" y="3290983"/>
                    <a:pt x="758666" y="3163824"/>
                  </a:cubicBezTo>
                  <a:cubicBezTo>
                    <a:pt x="836105" y="3044857"/>
                    <a:pt x="897445" y="2916079"/>
                    <a:pt x="940499" y="2780824"/>
                  </a:cubicBezTo>
                  <a:cubicBezTo>
                    <a:pt x="996315" y="2605754"/>
                    <a:pt x="1020985" y="2422874"/>
                    <a:pt x="1055370" y="2242185"/>
                  </a:cubicBezTo>
                  <a:cubicBezTo>
                    <a:pt x="1078611" y="2120075"/>
                    <a:pt x="1107472" y="1999107"/>
                    <a:pt x="1136714" y="1878330"/>
                  </a:cubicBezTo>
                  <a:cubicBezTo>
                    <a:pt x="1163098" y="1769174"/>
                    <a:pt x="1189482" y="1658588"/>
                    <a:pt x="1246727" y="1562386"/>
                  </a:cubicBezTo>
                  <a:cubicBezTo>
                    <a:pt x="1279208" y="1507808"/>
                    <a:pt x="1321689" y="1459039"/>
                    <a:pt x="1378363" y="1430750"/>
                  </a:cubicBezTo>
                  <a:cubicBezTo>
                    <a:pt x="1473327" y="1383221"/>
                    <a:pt x="1584865" y="1402652"/>
                    <a:pt x="1691831" y="1394841"/>
                  </a:cubicBezTo>
                  <a:cubicBezTo>
                    <a:pt x="1771079" y="1389031"/>
                    <a:pt x="1849279" y="1368266"/>
                    <a:pt x="1914335" y="1323023"/>
                  </a:cubicBezTo>
                  <a:cubicBezTo>
                    <a:pt x="1989963" y="1270445"/>
                    <a:pt x="2041493" y="1189101"/>
                    <a:pt x="2055495" y="1098042"/>
                  </a:cubicBezTo>
                  <a:cubicBezTo>
                    <a:pt x="2064258" y="1041178"/>
                    <a:pt x="2057591" y="982980"/>
                    <a:pt x="2033969" y="930497"/>
                  </a:cubicBezTo>
                  <a:cubicBezTo>
                    <a:pt x="2002727" y="861060"/>
                    <a:pt x="1945958" y="807625"/>
                    <a:pt x="1885664" y="760571"/>
                  </a:cubicBezTo>
                  <a:cubicBezTo>
                    <a:pt x="1809179" y="700945"/>
                    <a:pt x="1725549" y="651415"/>
                    <a:pt x="1636871" y="612172"/>
                  </a:cubicBezTo>
                  <a:cubicBezTo>
                    <a:pt x="1532763" y="566071"/>
                    <a:pt x="1421606" y="532543"/>
                    <a:pt x="1335405" y="459010"/>
                  </a:cubicBezTo>
                  <a:cubicBezTo>
                    <a:pt x="1277969" y="409956"/>
                    <a:pt x="1232059" y="344615"/>
                    <a:pt x="1234916" y="269939"/>
                  </a:cubicBezTo>
                  <a:cubicBezTo>
                    <a:pt x="1237012" y="211741"/>
                    <a:pt x="1386935" y="0"/>
                    <a:pt x="1386935" y="0"/>
                  </a:cubicBezTo>
                </a:path>
              </a:pathLst>
            </a:custGeom>
            <a:noFill/>
            <a:ln w="9525" cap="rnd">
              <a:solidFill>
                <a:schemeClr val="accent2">
                  <a:alpha val="50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263" name="Freeform: Shape 262">
              <a:extLst>
                <a:ext uri="{FF2B5EF4-FFF2-40B4-BE49-F238E27FC236}">
                  <a16:creationId xmlns:a16="http://schemas.microsoft.com/office/drawing/2014/main" id="{8B332657-F1E9-428F-BA70-8DD848E553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8825" y="543780"/>
              <a:ext cx="494287" cy="1905590"/>
            </a:xfrm>
            <a:custGeom>
              <a:avLst/>
              <a:gdLst>
                <a:gd name="connsiteX0" fmla="*/ 11144 w 743796"/>
                <a:gd name="connsiteY0" fmla="*/ 0 h 2867501"/>
                <a:gd name="connsiteX1" fmla="*/ 353663 w 743796"/>
                <a:gd name="connsiteY1" fmla="*/ 55245 h 2867501"/>
                <a:gd name="connsiteX2" fmla="*/ 571405 w 743796"/>
                <a:gd name="connsiteY2" fmla="*/ 179737 h 2867501"/>
                <a:gd name="connsiteX3" fmla="*/ 688658 w 743796"/>
                <a:gd name="connsiteY3" fmla="*/ 368808 h 2867501"/>
                <a:gd name="connsiteX4" fmla="*/ 731711 w 743796"/>
                <a:gd name="connsiteY4" fmla="*/ 612934 h 2867501"/>
                <a:gd name="connsiteX5" fmla="*/ 725233 w 743796"/>
                <a:gd name="connsiteY5" fmla="*/ 995648 h 2867501"/>
                <a:gd name="connsiteX6" fmla="*/ 742855 w 743796"/>
                <a:gd name="connsiteY6" fmla="*/ 1499330 h 2867501"/>
                <a:gd name="connsiteX7" fmla="*/ 707898 w 743796"/>
                <a:gd name="connsiteY7" fmla="*/ 1793081 h 2867501"/>
                <a:gd name="connsiteX8" fmla="*/ 633222 w 743796"/>
                <a:gd name="connsiteY8" fmla="*/ 2073592 h 2867501"/>
                <a:gd name="connsiteX9" fmla="*/ 404527 w 743796"/>
                <a:gd name="connsiteY9" fmla="*/ 2472404 h 2867501"/>
                <a:gd name="connsiteX10" fmla="*/ 0 w 743796"/>
                <a:gd name="connsiteY10" fmla="*/ 2867501 h 2867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3796" h="2867501">
                  <a:moveTo>
                    <a:pt x="11144" y="0"/>
                  </a:moveTo>
                  <a:cubicBezTo>
                    <a:pt x="101060" y="2953"/>
                    <a:pt x="268796" y="25146"/>
                    <a:pt x="353663" y="55245"/>
                  </a:cubicBezTo>
                  <a:cubicBezTo>
                    <a:pt x="433483" y="83534"/>
                    <a:pt x="510635" y="120967"/>
                    <a:pt x="571405" y="179737"/>
                  </a:cubicBezTo>
                  <a:cubicBezTo>
                    <a:pt x="625412" y="231934"/>
                    <a:pt x="663607" y="297942"/>
                    <a:pt x="688658" y="368808"/>
                  </a:cubicBezTo>
                  <a:cubicBezTo>
                    <a:pt x="716375" y="447103"/>
                    <a:pt x="727996" y="529876"/>
                    <a:pt x="731711" y="612934"/>
                  </a:cubicBezTo>
                  <a:cubicBezTo>
                    <a:pt x="737426" y="740474"/>
                    <a:pt x="724948" y="867918"/>
                    <a:pt x="725233" y="995648"/>
                  </a:cubicBezTo>
                  <a:cubicBezTo>
                    <a:pt x="725710" y="1163765"/>
                    <a:pt x="748665" y="1331309"/>
                    <a:pt x="742855" y="1499330"/>
                  </a:cubicBezTo>
                  <a:cubicBezTo>
                    <a:pt x="739426" y="1598009"/>
                    <a:pt x="725996" y="1696022"/>
                    <a:pt x="707898" y="1793081"/>
                  </a:cubicBezTo>
                  <a:cubicBezTo>
                    <a:pt x="690086" y="1888426"/>
                    <a:pt x="666845" y="1982724"/>
                    <a:pt x="633222" y="2073592"/>
                  </a:cubicBezTo>
                  <a:cubicBezTo>
                    <a:pt x="579692" y="2218182"/>
                    <a:pt x="499682" y="2351056"/>
                    <a:pt x="404527" y="2472404"/>
                  </a:cubicBezTo>
                  <a:cubicBezTo>
                    <a:pt x="266033" y="2648902"/>
                    <a:pt x="179642" y="2732818"/>
                    <a:pt x="0" y="2867501"/>
                  </a:cubicBezTo>
                </a:path>
              </a:pathLst>
            </a:custGeom>
            <a:noFill/>
            <a:ln w="9525" cap="rnd">
              <a:solidFill>
                <a:schemeClr val="accent2">
                  <a:alpha val="50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264" name="Freeform: Shape 263">
              <a:extLst>
                <a:ext uri="{FF2B5EF4-FFF2-40B4-BE49-F238E27FC236}">
                  <a16:creationId xmlns:a16="http://schemas.microsoft.com/office/drawing/2014/main" id="{766A6EF8-94C7-4127-9EF9-584AD6885B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672286"/>
              <a:ext cx="396930" cy="1690303"/>
            </a:xfrm>
            <a:custGeom>
              <a:avLst/>
              <a:gdLst>
                <a:gd name="connsiteX0" fmla="*/ 16478 w 597294"/>
                <a:gd name="connsiteY0" fmla="*/ 2079 h 2543540"/>
                <a:gd name="connsiteX1" fmla="*/ 299847 w 597294"/>
                <a:gd name="connsiteY1" fmla="*/ 53991 h 2543540"/>
                <a:gd name="connsiteX2" fmla="*/ 503206 w 597294"/>
                <a:gd name="connsiteY2" fmla="*/ 291354 h 2543540"/>
                <a:gd name="connsiteX3" fmla="*/ 525113 w 597294"/>
                <a:gd name="connsiteY3" fmla="*/ 724265 h 2543540"/>
                <a:gd name="connsiteX4" fmla="*/ 578930 w 597294"/>
                <a:gd name="connsiteY4" fmla="*/ 1117267 h 2543540"/>
                <a:gd name="connsiteX5" fmla="*/ 592931 w 597294"/>
                <a:gd name="connsiteY5" fmla="*/ 1476359 h 2543540"/>
                <a:gd name="connsiteX6" fmla="*/ 503206 w 597294"/>
                <a:gd name="connsiteY6" fmla="*/ 1859359 h 2543540"/>
                <a:gd name="connsiteX7" fmla="*/ 291846 w 597294"/>
                <a:gd name="connsiteY7" fmla="*/ 2250361 h 2543540"/>
                <a:gd name="connsiteX8" fmla="*/ 0 w 597294"/>
                <a:gd name="connsiteY8" fmla="*/ 2543540 h 25435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7294" h="2543540">
                  <a:moveTo>
                    <a:pt x="16478" y="2079"/>
                  </a:moveTo>
                  <a:cubicBezTo>
                    <a:pt x="101441" y="-6684"/>
                    <a:pt x="224885" y="12557"/>
                    <a:pt x="299847" y="53991"/>
                  </a:cubicBezTo>
                  <a:cubicBezTo>
                    <a:pt x="394240" y="106092"/>
                    <a:pt x="468440" y="189341"/>
                    <a:pt x="503206" y="291354"/>
                  </a:cubicBezTo>
                  <a:cubicBezTo>
                    <a:pt x="550069" y="429085"/>
                    <a:pt x="520827" y="577770"/>
                    <a:pt x="525113" y="724265"/>
                  </a:cubicBezTo>
                  <a:cubicBezTo>
                    <a:pt x="529019" y="856472"/>
                    <a:pt x="561118" y="986012"/>
                    <a:pt x="578930" y="1117267"/>
                  </a:cubicBezTo>
                  <a:cubicBezTo>
                    <a:pt x="595122" y="1236234"/>
                    <a:pt x="602742" y="1356630"/>
                    <a:pt x="592931" y="1476359"/>
                  </a:cubicBezTo>
                  <a:cubicBezTo>
                    <a:pt x="582073" y="1607709"/>
                    <a:pt x="549783" y="1736011"/>
                    <a:pt x="503206" y="1859359"/>
                  </a:cubicBezTo>
                  <a:cubicBezTo>
                    <a:pt x="450628" y="1998710"/>
                    <a:pt x="383857" y="2133298"/>
                    <a:pt x="291846" y="2250361"/>
                  </a:cubicBezTo>
                  <a:cubicBezTo>
                    <a:pt x="231553" y="2327132"/>
                    <a:pt x="73819" y="2479532"/>
                    <a:pt x="0" y="2543540"/>
                  </a:cubicBezTo>
                </a:path>
              </a:pathLst>
            </a:custGeom>
            <a:noFill/>
            <a:ln w="9525" cap="rnd">
              <a:solidFill>
                <a:schemeClr val="accent2">
                  <a:alpha val="50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265" name="Freeform: Shape 264">
              <a:extLst>
                <a:ext uri="{FF2B5EF4-FFF2-40B4-BE49-F238E27FC236}">
                  <a16:creationId xmlns:a16="http://schemas.microsoft.com/office/drawing/2014/main" id="{3B1C2001-8549-4C7B-86AB-049B0C99EF4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3002" y="881264"/>
              <a:ext cx="258791" cy="1336561"/>
            </a:xfrm>
            <a:custGeom>
              <a:avLst/>
              <a:gdLst>
                <a:gd name="connsiteX0" fmla="*/ 0 w 389425"/>
                <a:gd name="connsiteY0" fmla="*/ 33 h 2011236"/>
                <a:gd name="connsiteX1" fmla="*/ 171260 w 389425"/>
                <a:gd name="connsiteY1" fmla="*/ 60326 h 2011236"/>
                <a:gd name="connsiteX2" fmla="*/ 211455 w 389425"/>
                <a:gd name="connsiteY2" fmla="*/ 221204 h 2011236"/>
                <a:gd name="connsiteX3" fmla="*/ 243078 w 389425"/>
                <a:gd name="connsiteY3" fmla="*/ 448089 h 2011236"/>
                <a:gd name="connsiteX4" fmla="*/ 346424 w 389425"/>
                <a:gd name="connsiteY4" fmla="*/ 789941 h 2011236"/>
                <a:gd name="connsiteX5" fmla="*/ 372237 w 389425"/>
                <a:gd name="connsiteY5" fmla="*/ 942151 h 2011236"/>
                <a:gd name="connsiteX6" fmla="*/ 386620 w 389425"/>
                <a:gd name="connsiteY6" fmla="*/ 1272478 h 2011236"/>
                <a:gd name="connsiteX7" fmla="*/ 280416 w 389425"/>
                <a:gd name="connsiteY7" fmla="*/ 1660241 h 2011236"/>
                <a:gd name="connsiteX8" fmla="*/ 151257 w 389425"/>
                <a:gd name="connsiteY8" fmla="*/ 1844073 h 2011236"/>
                <a:gd name="connsiteX9" fmla="*/ 1905 w 389425"/>
                <a:gd name="connsiteY9" fmla="*/ 2011237 h 2011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9425" h="2011236">
                  <a:moveTo>
                    <a:pt x="0" y="33"/>
                  </a:moveTo>
                  <a:cubicBezTo>
                    <a:pt x="57912" y="-824"/>
                    <a:pt x="136112" y="14892"/>
                    <a:pt x="171260" y="60326"/>
                  </a:cubicBezTo>
                  <a:cubicBezTo>
                    <a:pt x="205645" y="104903"/>
                    <a:pt x="207740" y="164244"/>
                    <a:pt x="211455" y="221204"/>
                  </a:cubicBezTo>
                  <a:cubicBezTo>
                    <a:pt x="216408" y="297594"/>
                    <a:pt x="225838" y="373604"/>
                    <a:pt x="243078" y="448089"/>
                  </a:cubicBezTo>
                  <a:cubicBezTo>
                    <a:pt x="269939" y="564199"/>
                    <a:pt x="319183" y="673927"/>
                    <a:pt x="346424" y="789941"/>
                  </a:cubicBezTo>
                  <a:cubicBezTo>
                    <a:pt x="358235" y="840043"/>
                    <a:pt x="365951" y="891097"/>
                    <a:pt x="372237" y="942151"/>
                  </a:cubicBezTo>
                  <a:cubicBezTo>
                    <a:pt x="385858" y="1051784"/>
                    <a:pt x="394049" y="1162274"/>
                    <a:pt x="386620" y="1272478"/>
                  </a:cubicBezTo>
                  <a:cubicBezTo>
                    <a:pt x="377476" y="1407828"/>
                    <a:pt x="344996" y="1541178"/>
                    <a:pt x="280416" y="1660241"/>
                  </a:cubicBezTo>
                  <a:cubicBezTo>
                    <a:pt x="244602" y="1726249"/>
                    <a:pt x="199358" y="1786352"/>
                    <a:pt x="151257" y="1844073"/>
                  </a:cubicBezTo>
                  <a:cubicBezTo>
                    <a:pt x="79534" y="1930084"/>
                    <a:pt x="89345" y="1941419"/>
                    <a:pt x="1905" y="2011237"/>
                  </a:cubicBezTo>
                </a:path>
              </a:pathLst>
            </a:custGeom>
            <a:noFill/>
            <a:ln w="9525" cap="rnd">
              <a:solidFill>
                <a:schemeClr val="accent2">
                  <a:alpha val="50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grpSp>
      <p:sp>
        <p:nvSpPr>
          <p:cNvPr id="8" name="Title 7">
            <a:extLst>
              <a:ext uri="{FF2B5EF4-FFF2-40B4-BE49-F238E27FC236}">
                <a16:creationId xmlns:a16="http://schemas.microsoft.com/office/drawing/2014/main" id="{D37CB9D9-423C-BF79-228C-51A00F2BFD4D}"/>
              </a:ext>
            </a:extLst>
          </p:cNvPr>
          <p:cNvSpPr>
            <a:spLocks noGrp="1"/>
          </p:cNvSpPr>
          <p:nvPr>
            <p:ph type="title"/>
          </p:nvPr>
        </p:nvSpPr>
        <p:spPr>
          <a:xfrm>
            <a:off x="1198181" y="168425"/>
            <a:ext cx="9988166" cy="1499401"/>
          </a:xfrm>
        </p:spPr>
        <p:txBody>
          <a:bodyPr>
            <a:normAutofit/>
          </a:bodyPr>
          <a:lstStyle/>
          <a:p>
            <a:pPr algn="ctr"/>
            <a:r>
              <a:rPr lang="en-US"/>
              <a:t>Recommendations</a:t>
            </a:r>
          </a:p>
        </p:txBody>
      </p:sp>
      <p:grpSp>
        <p:nvGrpSpPr>
          <p:cNvPr id="267" name="Bottom Right">
            <a:extLst>
              <a:ext uri="{FF2B5EF4-FFF2-40B4-BE49-F238E27FC236}">
                <a16:creationId xmlns:a16="http://schemas.microsoft.com/office/drawing/2014/main" id="{921D9B61-CDA2-49D1-82AA-534691496FE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974976" y="3278144"/>
            <a:ext cx="4211600" cy="3581399"/>
            <a:chOff x="7980400" y="3276601"/>
            <a:chExt cx="4211600" cy="3581399"/>
          </a:xfrm>
        </p:grpSpPr>
        <p:grpSp>
          <p:nvGrpSpPr>
            <p:cNvPr id="268" name="Graphic 157">
              <a:extLst>
                <a:ext uri="{FF2B5EF4-FFF2-40B4-BE49-F238E27FC236}">
                  <a16:creationId xmlns:a16="http://schemas.microsoft.com/office/drawing/2014/main" id="{A202591B-301C-460E-801A-4C116AC08CD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8662740" y="3276601"/>
              <a:ext cx="3529260" cy="3581396"/>
              <a:chOff x="4114800" y="1423987"/>
              <a:chExt cx="3961542" cy="4007547"/>
            </a:xfrm>
            <a:noFill/>
          </p:grpSpPr>
          <p:sp>
            <p:nvSpPr>
              <p:cNvPr id="270" name="Freeform: Shape 269">
                <a:extLst>
                  <a:ext uri="{FF2B5EF4-FFF2-40B4-BE49-F238E27FC236}">
                    <a16:creationId xmlns:a16="http://schemas.microsoft.com/office/drawing/2014/main" id="{257EC7EC-4934-4A65-B3AA-6AE3BD0739C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14800" y="1423987"/>
                <a:ext cx="3946874" cy="3989641"/>
              </a:xfrm>
              <a:custGeom>
                <a:avLst/>
                <a:gdLst>
                  <a:gd name="connsiteX0" fmla="*/ 0 w 3946874"/>
                  <a:gd name="connsiteY0" fmla="*/ 3989641 h 3989641"/>
                  <a:gd name="connsiteX1" fmla="*/ 79439 w 3946874"/>
                  <a:gd name="connsiteY1" fmla="*/ 3891153 h 3989641"/>
                  <a:gd name="connsiteX2" fmla="*/ 297371 w 3946874"/>
                  <a:gd name="connsiteY2" fmla="*/ 3626930 h 3989641"/>
                  <a:gd name="connsiteX3" fmla="*/ 454343 w 3946874"/>
                  <a:gd name="connsiteY3" fmla="*/ 3440335 h 3989641"/>
                  <a:gd name="connsiteX4" fmla="*/ 622363 w 3946874"/>
                  <a:gd name="connsiteY4" fmla="*/ 3290697 h 3989641"/>
                  <a:gd name="connsiteX5" fmla="*/ 927068 w 3946874"/>
                  <a:gd name="connsiteY5" fmla="*/ 3087434 h 3989641"/>
                  <a:gd name="connsiteX6" fmla="*/ 1176338 w 3946874"/>
                  <a:gd name="connsiteY6" fmla="*/ 2915603 h 3989641"/>
                  <a:gd name="connsiteX7" fmla="*/ 1394270 w 3946874"/>
                  <a:gd name="connsiteY7" fmla="*/ 2780729 h 3989641"/>
                  <a:gd name="connsiteX8" fmla="*/ 1601057 w 3946874"/>
                  <a:gd name="connsiteY8" fmla="*/ 2723483 h 3989641"/>
                  <a:gd name="connsiteX9" fmla="*/ 1756220 w 3946874"/>
                  <a:gd name="connsiteY9" fmla="*/ 2743772 h 3989641"/>
                  <a:gd name="connsiteX10" fmla="*/ 1889189 w 3946874"/>
                  <a:gd name="connsiteY10" fmla="*/ 2765965 h 3989641"/>
                  <a:gd name="connsiteX11" fmla="*/ 2007394 w 3946874"/>
                  <a:gd name="connsiteY11" fmla="*/ 2765965 h 3989641"/>
                  <a:gd name="connsiteX12" fmla="*/ 2184654 w 3946874"/>
                  <a:gd name="connsiteY12" fmla="*/ 2671763 h 3989641"/>
                  <a:gd name="connsiteX13" fmla="*/ 2372773 w 3946874"/>
                  <a:gd name="connsiteY13" fmla="*/ 2538984 h 3989641"/>
                  <a:gd name="connsiteX14" fmla="*/ 2439543 w 3946874"/>
                  <a:gd name="connsiteY14" fmla="*/ 2510504 h 3989641"/>
                  <a:gd name="connsiteX15" fmla="*/ 2650617 w 3946874"/>
                  <a:gd name="connsiteY15" fmla="*/ 2434781 h 3989641"/>
                  <a:gd name="connsiteX16" fmla="*/ 2785110 w 3946874"/>
                  <a:gd name="connsiteY16" fmla="*/ 2383060 h 3989641"/>
                  <a:gd name="connsiteX17" fmla="*/ 2897315 w 3946874"/>
                  <a:gd name="connsiteY17" fmla="*/ 2318861 h 3989641"/>
                  <a:gd name="connsiteX18" fmla="*/ 2997994 w 3946874"/>
                  <a:gd name="connsiteY18" fmla="*/ 2226183 h 3989641"/>
                  <a:gd name="connsiteX19" fmla="*/ 3061240 w 3946874"/>
                  <a:gd name="connsiteY19" fmla="*/ 2141506 h 3989641"/>
                  <a:gd name="connsiteX20" fmla="*/ 3152108 w 3946874"/>
                  <a:gd name="connsiteY20" fmla="*/ 2005203 h 3989641"/>
                  <a:gd name="connsiteX21" fmla="*/ 3274124 w 3946874"/>
                  <a:gd name="connsiteY21" fmla="*/ 1871567 h 3989641"/>
                  <a:gd name="connsiteX22" fmla="*/ 3388138 w 3946874"/>
                  <a:gd name="connsiteY22" fmla="*/ 1770888 h 3989641"/>
                  <a:gd name="connsiteX23" fmla="*/ 3466529 w 3946874"/>
                  <a:gd name="connsiteY23" fmla="*/ 1679162 h 3989641"/>
                  <a:gd name="connsiteX24" fmla="*/ 3538633 w 3946874"/>
                  <a:gd name="connsiteY24" fmla="*/ 1551718 h 3989641"/>
                  <a:gd name="connsiteX25" fmla="*/ 3588544 w 3946874"/>
                  <a:gd name="connsiteY25" fmla="*/ 1376172 h 3989641"/>
                  <a:gd name="connsiteX26" fmla="*/ 3597402 w 3946874"/>
                  <a:gd name="connsiteY26" fmla="*/ 1293305 h 3989641"/>
                  <a:gd name="connsiteX27" fmla="*/ 3721227 w 3946874"/>
                  <a:gd name="connsiteY27" fmla="*/ 880491 h 3989641"/>
                  <a:gd name="connsiteX28" fmla="*/ 3761137 w 3946874"/>
                  <a:gd name="connsiteY28" fmla="*/ 463677 h 3989641"/>
                  <a:gd name="connsiteX29" fmla="*/ 3946874 w 3946874"/>
                  <a:gd name="connsiteY29" fmla="*/ 0 h 3989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3946874" h="3989641">
                    <a:moveTo>
                      <a:pt x="0" y="3989641"/>
                    </a:moveTo>
                    <a:cubicBezTo>
                      <a:pt x="19050" y="3957257"/>
                      <a:pt x="50959" y="3916013"/>
                      <a:pt x="79439" y="3891153"/>
                    </a:cubicBezTo>
                    <a:cubicBezTo>
                      <a:pt x="165544" y="3815906"/>
                      <a:pt x="227933" y="3717989"/>
                      <a:pt x="297371" y="3626930"/>
                    </a:cubicBezTo>
                    <a:cubicBezTo>
                      <a:pt x="346615" y="3562255"/>
                      <a:pt x="398050" y="3499009"/>
                      <a:pt x="454343" y="3440335"/>
                    </a:cubicBezTo>
                    <a:cubicBezTo>
                      <a:pt x="506349" y="3386042"/>
                      <a:pt x="562642" y="3336227"/>
                      <a:pt x="622363" y="3290697"/>
                    </a:cubicBezTo>
                    <a:cubicBezTo>
                      <a:pt x="719519" y="3216688"/>
                      <a:pt x="824960" y="3154585"/>
                      <a:pt x="927068" y="3087434"/>
                    </a:cubicBezTo>
                    <a:cubicBezTo>
                      <a:pt x="1011365" y="3031998"/>
                      <a:pt x="1093565" y="2973324"/>
                      <a:pt x="1176338" y="2915603"/>
                    </a:cubicBezTo>
                    <a:cubicBezTo>
                      <a:pt x="1246537" y="2866644"/>
                      <a:pt x="1317308" y="2818066"/>
                      <a:pt x="1394270" y="2780729"/>
                    </a:cubicBezTo>
                    <a:cubicBezTo>
                      <a:pt x="1459421" y="2749106"/>
                      <a:pt x="1528763" y="2724436"/>
                      <a:pt x="1601057" y="2723483"/>
                    </a:cubicBezTo>
                    <a:cubicBezTo>
                      <a:pt x="1653350" y="2722721"/>
                      <a:pt x="1704785" y="2733485"/>
                      <a:pt x="1756220" y="2743772"/>
                    </a:cubicBezTo>
                    <a:cubicBezTo>
                      <a:pt x="1800320" y="2752630"/>
                      <a:pt x="1844612" y="2760250"/>
                      <a:pt x="1889189" y="2765965"/>
                    </a:cubicBezTo>
                    <a:cubicBezTo>
                      <a:pt x="1928622" y="2771013"/>
                      <a:pt x="1968437" y="2773299"/>
                      <a:pt x="2007394" y="2765965"/>
                    </a:cubicBezTo>
                    <a:cubicBezTo>
                      <a:pt x="2073878" y="2753487"/>
                      <a:pt x="2130647" y="2712911"/>
                      <a:pt x="2184654" y="2671763"/>
                    </a:cubicBezTo>
                    <a:cubicBezTo>
                      <a:pt x="2245900" y="2625090"/>
                      <a:pt x="2304002" y="2573465"/>
                      <a:pt x="2372773" y="2538984"/>
                    </a:cubicBezTo>
                    <a:cubicBezTo>
                      <a:pt x="2394395" y="2528126"/>
                      <a:pt x="2416874" y="2518982"/>
                      <a:pt x="2439543" y="2510504"/>
                    </a:cubicBezTo>
                    <a:cubicBezTo>
                      <a:pt x="2509552" y="2484215"/>
                      <a:pt x="2580037" y="2459450"/>
                      <a:pt x="2650617" y="2434781"/>
                    </a:cubicBezTo>
                    <a:cubicBezTo>
                      <a:pt x="2695956" y="2418874"/>
                      <a:pt x="2741295" y="2402872"/>
                      <a:pt x="2785110" y="2383060"/>
                    </a:cubicBezTo>
                    <a:cubicBezTo>
                      <a:pt x="2824448" y="2365248"/>
                      <a:pt x="2862358" y="2344198"/>
                      <a:pt x="2897315" y="2318861"/>
                    </a:cubicBezTo>
                    <a:cubicBezTo>
                      <a:pt x="2934367" y="2292096"/>
                      <a:pt x="2968085" y="2260854"/>
                      <a:pt x="2997994" y="2226183"/>
                    </a:cubicBezTo>
                    <a:cubicBezTo>
                      <a:pt x="3020949" y="2199513"/>
                      <a:pt x="3041714" y="2170938"/>
                      <a:pt x="3061240" y="2141506"/>
                    </a:cubicBezTo>
                    <a:cubicBezTo>
                      <a:pt x="3091529" y="2095976"/>
                      <a:pt x="3119533" y="2049018"/>
                      <a:pt x="3152108" y="2005203"/>
                    </a:cubicBezTo>
                    <a:cubicBezTo>
                      <a:pt x="3188113" y="1956626"/>
                      <a:pt x="3229261" y="1912144"/>
                      <a:pt x="3274124" y="1871567"/>
                    </a:cubicBezTo>
                    <a:cubicBezTo>
                      <a:pt x="3311747" y="1837563"/>
                      <a:pt x="3351848" y="1806321"/>
                      <a:pt x="3388138" y="1770888"/>
                    </a:cubicBezTo>
                    <a:cubicBezTo>
                      <a:pt x="3416999" y="1742694"/>
                      <a:pt x="3443002" y="1711833"/>
                      <a:pt x="3466529" y="1679162"/>
                    </a:cubicBezTo>
                    <a:cubicBezTo>
                      <a:pt x="3495008" y="1639348"/>
                      <a:pt x="3519392" y="1596771"/>
                      <a:pt x="3538633" y="1551718"/>
                    </a:cubicBezTo>
                    <a:cubicBezTo>
                      <a:pt x="3562731" y="1495616"/>
                      <a:pt x="3578924" y="1436465"/>
                      <a:pt x="3588544" y="1376172"/>
                    </a:cubicBezTo>
                    <a:cubicBezTo>
                      <a:pt x="3592925" y="1348740"/>
                      <a:pt x="3595688" y="1321022"/>
                      <a:pt x="3597402" y="1293305"/>
                    </a:cubicBezTo>
                    <a:cubicBezTo>
                      <a:pt x="3605974" y="1155859"/>
                      <a:pt x="3717703" y="1018127"/>
                      <a:pt x="3721227" y="880491"/>
                    </a:cubicBezTo>
                    <a:cubicBezTo>
                      <a:pt x="3724751" y="740855"/>
                      <a:pt x="3743135" y="602171"/>
                      <a:pt x="3761137" y="463677"/>
                    </a:cubicBezTo>
                    <a:cubicBezTo>
                      <a:pt x="3776186" y="347758"/>
                      <a:pt x="3934968" y="116205"/>
                      <a:pt x="3946874" y="0"/>
                    </a:cubicBezTo>
                  </a:path>
                </a:pathLst>
              </a:custGeom>
              <a:noFill/>
              <a:ln w="9525" cap="rnd">
                <a:solidFill>
                  <a:schemeClr val="accent2">
                    <a:alpha val="35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271" name="Freeform: Shape 270">
                <a:extLst>
                  <a:ext uri="{FF2B5EF4-FFF2-40B4-BE49-F238E27FC236}">
                    <a16:creationId xmlns:a16="http://schemas.microsoft.com/office/drawing/2014/main" id="{201FEC27-F3E2-41E5-8C3B-FF66A13D84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95978" y="2441733"/>
                <a:ext cx="3665410" cy="2985611"/>
              </a:xfrm>
              <a:custGeom>
                <a:avLst/>
                <a:gdLst>
                  <a:gd name="connsiteX0" fmla="*/ 0 w 3665410"/>
                  <a:gd name="connsiteY0" fmla="*/ 2985611 h 2985611"/>
                  <a:gd name="connsiteX1" fmla="*/ 166211 w 3665410"/>
                  <a:gd name="connsiteY1" fmla="*/ 2699766 h 2985611"/>
                  <a:gd name="connsiteX2" fmla="*/ 397002 w 3665410"/>
                  <a:gd name="connsiteY2" fmla="*/ 2414969 h 2985611"/>
                  <a:gd name="connsiteX3" fmla="*/ 620173 w 3665410"/>
                  <a:gd name="connsiteY3" fmla="*/ 2237899 h 2985611"/>
                  <a:gd name="connsiteX4" fmla="*/ 823341 w 3665410"/>
                  <a:gd name="connsiteY4" fmla="*/ 2085499 h 2985611"/>
                  <a:gd name="connsiteX5" fmla="*/ 1089565 w 3665410"/>
                  <a:gd name="connsiteY5" fmla="*/ 1911477 h 2985611"/>
                  <a:gd name="connsiteX6" fmla="*/ 1145000 w 3665410"/>
                  <a:gd name="connsiteY6" fmla="*/ 1886807 h 2985611"/>
                  <a:gd name="connsiteX7" fmla="*/ 1375791 w 3665410"/>
                  <a:gd name="connsiteY7" fmla="*/ 1842135 h 2985611"/>
                  <a:gd name="connsiteX8" fmla="*/ 1486567 w 3665410"/>
                  <a:gd name="connsiteY8" fmla="*/ 1857566 h 2985611"/>
                  <a:gd name="connsiteX9" fmla="*/ 1568101 w 3665410"/>
                  <a:gd name="connsiteY9" fmla="*/ 1871377 h 2985611"/>
                  <a:gd name="connsiteX10" fmla="*/ 1810607 w 3665410"/>
                  <a:gd name="connsiteY10" fmla="*/ 1871377 h 2985611"/>
                  <a:gd name="connsiteX11" fmla="*/ 1997964 w 3665410"/>
                  <a:gd name="connsiteY11" fmla="*/ 1790605 h 2985611"/>
                  <a:gd name="connsiteX12" fmla="*/ 2109883 w 3665410"/>
                  <a:gd name="connsiteY12" fmla="*/ 1702784 h 2985611"/>
                  <a:gd name="connsiteX13" fmla="*/ 2321433 w 3665410"/>
                  <a:gd name="connsiteY13" fmla="*/ 1552384 h 2985611"/>
                  <a:gd name="connsiteX14" fmla="*/ 2558891 w 3665410"/>
                  <a:gd name="connsiteY14" fmla="*/ 1453420 h 2985611"/>
                  <a:gd name="connsiteX15" fmla="*/ 2709767 w 3665410"/>
                  <a:gd name="connsiteY15" fmla="*/ 1377887 h 2985611"/>
                  <a:gd name="connsiteX16" fmla="*/ 2885408 w 3665410"/>
                  <a:gd name="connsiteY16" fmla="*/ 1237393 h 2985611"/>
                  <a:gd name="connsiteX17" fmla="*/ 3017711 w 3665410"/>
                  <a:gd name="connsiteY17" fmla="*/ 1072229 h 2985611"/>
                  <a:gd name="connsiteX18" fmla="*/ 3150680 w 3665410"/>
                  <a:gd name="connsiteY18" fmla="*/ 921830 h 2985611"/>
                  <a:gd name="connsiteX19" fmla="*/ 3255169 w 3665410"/>
                  <a:gd name="connsiteY19" fmla="*/ 801815 h 2985611"/>
                  <a:gd name="connsiteX20" fmla="*/ 3339275 w 3665410"/>
                  <a:gd name="connsiteY20" fmla="*/ 694182 h 2985611"/>
                  <a:gd name="connsiteX21" fmla="*/ 3409188 w 3665410"/>
                  <a:gd name="connsiteY21" fmla="*/ 546926 h 2985611"/>
                  <a:gd name="connsiteX22" fmla="*/ 3464243 w 3665410"/>
                  <a:gd name="connsiteY22" fmla="*/ 347663 h 2985611"/>
                  <a:gd name="connsiteX23" fmla="*/ 3665411 w 3665410"/>
                  <a:gd name="connsiteY23" fmla="*/ 0 h 2985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665410" h="2985611">
                    <a:moveTo>
                      <a:pt x="0" y="2985611"/>
                    </a:moveTo>
                    <a:cubicBezTo>
                      <a:pt x="0" y="2985611"/>
                      <a:pt x="86773" y="2802827"/>
                      <a:pt x="166211" y="2699766"/>
                    </a:cubicBezTo>
                    <a:cubicBezTo>
                      <a:pt x="240983" y="2602706"/>
                      <a:pt x="309182" y="2500122"/>
                      <a:pt x="397002" y="2414969"/>
                    </a:cubicBezTo>
                    <a:cubicBezTo>
                      <a:pt x="465296" y="2348865"/>
                      <a:pt x="543592" y="2294477"/>
                      <a:pt x="620173" y="2237899"/>
                    </a:cubicBezTo>
                    <a:cubicBezTo>
                      <a:pt x="688277" y="2187607"/>
                      <a:pt x="755333" y="2135886"/>
                      <a:pt x="823341" y="2085499"/>
                    </a:cubicBezTo>
                    <a:cubicBezTo>
                      <a:pt x="908685" y="2022253"/>
                      <a:pt x="994791" y="1959197"/>
                      <a:pt x="1089565" y="1911477"/>
                    </a:cubicBezTo>
                    <a:cubicBezTo>
                      <a:pt x="1107662" y="1902428"/>
                      <a:pt x="1126141" y="1894141"/>
                      <a:pt x="1145000" y="1886807"/>
                    </a:cubicBezTo>
                    <a:cubicBezTo>
                      <a:pt x="1218819" y="1858232"/>
                      <a:pt x="1296924" y="1838611"/>
                      <a:pt x="1375791" y="1842135"/>
                    </a:cubicBezTo>
                    <a:cubicBezTo>
                      <a:pt x="1413129" y="1843754"/>
                      <a:pt x="1449896" y="1850422"/>
                      <a:pt x="1486567" y="1857566"/>
                    </a:cubicBezTo>
                    <a:cubicBezTo>
                      <a:pt x="1513618" y="1862804"/>
                      <a:pt x="1540859" y="1867376"/>
                      <a:pt x="1568101" y="1871377"/>
                    </a:cubicBezTo>
                    <a:cubicBezTo>
                      <a:pt x="1648778" y="1883188"/>
                      <a:pt x="1730978" y="1887665"/>
                      <a:pt x="1810607" y="1871377"/>
                    </a:cubicBezTo>
                    <a:cubicBezTo>
                      <a:pt x="1877854" y="1857661"/>
                      <a:pt x="1941100" y="1829086"/>
                      <a:pt x="1997964" y="1790605"/>
                    </a:cubicBezTo>
                    <a:cubicBezTo>
                      <a:pt x="2037302" y="1764030"/>
                      <a:pt x="2073497" y="1733264"/>
                      <a:pt x="2109883" y="1702784"/>
                    </a:cubicBezTo>
                    <a:cubicBezTo>
                      <a:pt x="2176367" y="1647063"/>
                      <a:pt x="2244852" y="1593151"/>
                      <a:pt x="2321433" y="1552384"/>
                    </a:cubicBezTo>
                    <a:cubicBezTo>
                      <a:pt x="2397157" y="1512094"/>
                      <a:pt x="2479548" y="1486281"/>
                      <a:pt x="2558891" y="1453420"/>
                    </a:cubicBezTo>
                    <a:cubicBezTo>
                      <a:pt x="2610898" y="1431798"/>
                      <a:pt x="2661571" y="1407033"/>
                      <a:pt x="2709767" y="1377887"/>
                    </a:cubicBezTo>
                    <a:cubicBezTo>
                      <a:pt x="2774252" y="1338929"/>
                      <a:pt x="2834069" y="1292447"/>
                      <a:pt x="2885408" y="1237393"/>
                    </a:cubicBezTo>
                    <a:cubicBezTo>
                      <a:pt x="2933605" y="1185767"/>
                      <a:pt x="2973324" y="1127093"/>
                      <a:pt x="3017711" y="1072229"/>
                    </a:cubicBezTo>
                    <a:cubicBezTo>
                      <a:pt x="3059811" y="1020223"/>
                      <a:pt x="3105912" y="971645"/>
                      <a:pt x="3150680" y="921830"/>
                    </a:cubicBezTo>
                    <a:cubicBezTo>
                      <a:pt x="3186113" y="882396"/>
                      <a:pt x="3220593" y="842010"/>
                      <a:pt x="3255169" y="801815"/>
                    </a:cubicBezTo>
                    <a:cubicBezTo>
                      <a:pt x="3284887" y="767239"/>
                      <a:pt x="3314605" y="732473"/>
                      <a:pt x="3339275" y="694182"/>
                    </a:cubicBezTo>
                    <a:cubicBezTo>
                      <a:pt x="3368707" y="648367"/>
                      <a:pt x="3390138" y="597980"/>
                      <a:pt x="3409188" y="546926"/>
                    </a:cubicBezTo>
                    <a:cubicBezTo>
                      <a:pt x="3433382" y="482156"/>
                      <a:pt x="3453384" y="415861"/>
                      <a:pt x="3464243" y="347663"/>
                    </a:cubicBezTo>
                    <a:cubicBezTo>
                      <a:pt x="3476244" y="272224"/>
                      <a:pt x="3661696" y="76295"/>
                      <a:pt x="3665411" y="0"/>
                    </a:cubicBezTo>
                  </a:path>
                </a:pathLst>
              </a:custGeom>
              <a:noFill/>
              <a:ln w="9525" cap="rnd">
                <a:solidFill>
                  <a:schemeClr val="accent2">
                    <a:alpha val="35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272" name="Freeform: Shape 271">
                <a:extLst>
                  <a:ext uri="{FF2B5EF4-FFF2-40B4-BE49-F238E27FC236}">
                    <a16:creationId xmlns:a16="http://schemas.microsoft.com/office/drawing/2014/main" id="{CBFE67A7-A995-43D6-8414-EBB2A758A0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90402" y="5229700"/>
                <a:ext cx="285940" cy="199072"/>
              </a:xfrm>
              <a:custGeom>
                <a:avLst/>
                <a:gdLst>
                  <a:gd name="connsiteX0" fmla="*/ 0 w 285940"/>
                  <a:gd name="connsiteY0" fmla="*/ 199073 h 199072"/>
                  <a:gd name="connsiteX1" fmla="*/ 285940 w 285940"/>
                  <a:gd name="connsiteY1" fmla="*/ 0 h 199072"/>
                </a:gdLst>
                <a:ahLst/>
                <a:cxnLst>
                  <a:cxn ang="0">
                    <a:pos x="connsiteX0" y="connsiteY0"/>
                  </a:cxn>
                  <a:cxn ang="0">
                    <a:pos x="connsiteX1" y="connsiteY1"/>
                  </a:cxn>
                </a:cxnLst>
                <a:rect l="l" t="t" r="r" b="b"/>
                <a:pathLst>
                  <a:path w="285940" h="199072">
                    <a:moveTo>
                      <a:pt x="0" y="199073"/>
                    </a:moveTo>
                    <a:cubicBezTo>
                      <a:pt x="0" y="199073"/>
                      <a:pt x="242125" y="39243"/>
                      <a:pt x="285940" y="0"/>
                    </a:cubicBezTo>
                  </a:path>
                </a:pathLst>
              </a:custGeom>
              <a:noFill/>
              <a:ln w="9525" cap="rnd">
                <a:solidFill>
                  <a:schemeClr val="accent2">
                    <a:alpha val="35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273" name="Freeform: Shape 272">
                <a:extLst>
                  <a:ext uri="{FF2B5EF4-FFF2-40B4-BE49-F238E27FC236}">
                    <a16:creationId xmlns:a16="http://schemas.microsoft.com/office/drawing/2014/main" id="{6DB28E40-FF5E-459D-B516-A16554BBBF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393114" y="5049773"/>
                <a:ext cx="655796" cy="381190"/>
              </a:xfrm>
              <a:custGeom>
                <a:avLst/>
                <a:gdLst>
                  <a:gd name="connsiteX0" fmla="*/ 0 w 655796"/>
                  <a:gd name="connsiteY0" fmla="*/ 381190 h 381190"/>
                  <a:gd name="connsiteX1" fmla="*/ 655796 w 655796"/>
                  <a:gd name="connsiteY1" fmla="*/ 0 h 381190"/>
                </a:gdLst>
                <a:ahLst/>
                <a:cxnLst>
                  <a:cxn ang="0">
                    <a:pos x="connsiteX0" y="connsiteY0"/>
                  </a:cxn>
                  <a:cxn ang="0">
                    <a:pos x="connsiteX1" y="connsiteY1"/>
                  </a:cxn>
                </a:cxnLst>
                <a:rect l="l" t="t" r="r" b="b"/>
                <a:pathLst>
                  <a:path w="655796" h="381190">
                    <a:moveTo>
                      <a:pt x="0" y="381190"/>
                    </a:moveTo>
                    <a:cubicBezTo>
                      <a:pt x="0" y="381190"/>
                      <a:pt x="461105" y="172117"/>
                      <a:pt x="655796" y="0"/>
                    </a:cubicBezTo>
                  </a:path>
                </a:pathLst>
              </a:custGeom>
              <a:noFill/>
              <a:ln w="9525" cap="rnd">
                <a:solidFill>
                  <a:schemeClr val="accent2">
                    <a:alpha val="35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274" name="Freeform: Shape 273">
                <a:extLst>
                  <a:ext uri="{FF2B5EF4-FFF2-40B4-BE49-F238E27FC236}">
                    <a16:creationId xmlns:a16="http://schemas.microsoft.com/office/drawing/2014/main" id="{9724247A-6615-4D27-80F0-33927628267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154072" y="3867816"/>
                <a:ext cx="2907315" cy="1544764"/>
              </a:xfrm>
              <a:custGeom>
                <a:avLst/>
                <a:gdLst>
                  <a:gd name="connsiteX0" fmla="*/ 0 w 2907315"/>
                  <a:gd name="connsiteY0" fmla="*/ 1544764 h 1544764"/>
                  <a:gd name="connsiteX1" fmla="*/ 201644 w 2907315"/>
                  <a:gd name="connsiteY1" fmla="*/ 1352550 h 1544764"/>
                  <a:gd name="connsiteX2" fmla="*/ 423196 w 2907315"/>
                  <a:gd name="connsiteY2" fmla="*/ 1196054 h 1544764"/>
                  <a:gd name="connsiteX3" fmla="*/ 782193 w 2907315"/>
                  <a:gd name="connsiteY3" fmla="*/ 1099947 h 1544764"/>
                  <a:gd name="connsiteX4" fmla="*/ 1052513 w 2907315"/>
                  <a:gd name="connsiteY4" fmla="*/ 1042321 h 1544764"/>
                  <a:gd name="connsiteX5" fmla="*/ 1311783 w 2907315"/>
                  <a:gd name="connsiteY5" fmla="*/ 1056037 h 1544764"/>
                  <a:gd name="connsiteX6" fmla="*/ 1484662 w 2907315"/>
                  <a:gd name="connsiteY6" fmla="*/ 1083469 h 1544764"/>
                  <a:gd name="connsiteX7" fmla="*/ 1788224 w 2907315"/>
                  <a:gd name="connsiteY7" fmla="*/ 1023080 h 1544764"/>
                  <a:gd name="connsiteX8" fmla="*/ 2269045 w 2907315"/>
                  <a:gd name="connsiteY8" fmla="*/ 734758 h 1544764"/>
                  <a:gd name="connsiteX9" fmla="*/ 2534984 w 2907315"/>
                  <a:gd name="connsiteY9" fmla="*/ 572738 h 1544764"/>
                  <a:gd name="connsiteX10" fmla="*/ 2907316 w 2907315"/>
                  <a:gd name="connsiteY10" fmla="*/ 0 h 1544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907315" h="1544764">
                    <a:moveTo>
                      <a:pt x="0" y="1544764"/>
                    </a:moveTo>
                    <a:cubicBezTo>
                      <a:pt x="0" y="1544764"/>
                      <a:pt x="98012" y="1443990"/>
                      <a:pt x="201644" y="1352550"/>
                    </a:cubicBezTo>
                    <a:cubicBezTo>
                      <a:pt x="271272" y="1291209"/>
                      <a:pt x="343662" y="1234249"/>
                      <a:pt x="423196" y="1196054"/>
                    </a:cubicBezTo>
                    <a:cubicBezTo>
                      <a:pt x="537591" y="1141095"/>
                      <a:pt x="661226" y="1127189"/>
                      <a:pt x="782193" y="1099947"/>
                    </a:cubicBezTo>
                    <a:cubicBezTo>
                      <a:pt x="872300" y="1079659"/>
                      <a:pt x="961358" y="1051370"/>
                      <a:pt x="1052513" y="1042321"/>
                    </a:cubicBezTo>
                    <a:cubicBezTo>
                      <a:pt x="1139000" y="1033653"/>
                      <a:pt x="1225868" y="1040321"/>
                      <a:pt x="1311783" y="1056037"/>
                    </a:cubicBezTo>
                    <a:cubicBezTo>
                      <a:pt x="1369314" y="1066609"/>
                      <a:pt x="1426559" y="1079373"/>
                      <a:pt x="1484662" y="1083469"/>
                    </a:cubicBezTo>
                    <a:cubicBezTo>
                      <a:pt x="1587913" y="1090803"/>
                      <a:pt x="1690402" y="1064800"/>
                      <a:pt x="1788224" y="1023080"/>
                    </a:cubicBezTo>
                    <a:cubicBezTo>
                      <a:pt x="1956721" y="951262"/>
                      <a:pt x="2106549" y="825722"/>
                      <a:pt x="2269045" y="734758"/>
                    </a:cubicBezTo>
                    <a:cubicBezTo>
                      <a:pt x="2359438" y="684181"/>
                      <a:pt x="2452497" y="640556"/>
                      <a:pt x="2534984" y="572738"/>
                    </a:cubicBezTo>
                    <a:cubicBezTo>
                      <a:pt x="2673001" y="459391"/>
                      <a:pt x="2847023" y="191453"/>
                      <a:pt x="2907316" y="0"/>
                    </a:cubicBezTo>
                  </a:path>
                </a:pathLst>
              </a:custGeom>
              <a:noFill/>
              <a:ln w="9525" cap="rnd">
                <a:solidFill>
                  <a:schemeClr val="accent2">
                    <a:alpha val="35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275" name="Freeform: Shape 274">
                <a:extLst>
                  <a:ext uri="{FF2B5EF4-FFF2-40B4-BE49-F238E27FC236}">
                    <a16:creationId xmlns:a16="http://schemas.microsoft.com/office/drawing/2014/main" id="{495168B2-CEF6-486B-AD0C-D063CDD988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07946" y="3479100"/>
                <a:ext cx="3168300" cy="1952434"/>
              </a:xfrm>
              <a:custGeom>
                <a:avLst/>
                <a:gdLst>
                  <a:gd name="connsiteX0" fmla="*/ 0 w 3168300"/>
                  <a:gd name="connsiteY0" fmla="*/ 1952435 h 1952434"/>
                  <a:gd name="connsiteX1" fmla="*/ 202121 w 3168300"/>
                  <a:gd name="connsiteY1" fmla="*/ 1687068 h 1952434"/>
                  <a:gd name="connsiteX2" fmla="*/ 545116 w 3168300"/>
                  <a:gd name="connsiteY2" fmla="*/ 1450277 h 1952434"/>
                  <a:gd name="connsiteX3" fmla="*/ 906780 w 3168300"/>
                  <a:gd name="connsiteY3" fmla="*/ 1354455 h 1952434"/>
                  <a:gd name="connsiteX4" fmla="*/ 1332262 w 3168300"/>
                  <a:gd name="connsiteY4" fmla="*/ 1285304 h 1952434"/>
                  <a:gd name="connsiteX5" fmla="*/ 1691259 w 3168300"/>
                  <a:gd name="connsiteY5" fmla="*/ 1240060 h 1952434"/>
                  <a:gd name="connsiteX6" fmla="*/ 2010346 w 3168300"/>
                  <a:gd name="connsiteY6" fmla="*/ 1141667 h 1952434"/>
                  <a:gd name="connsiteX7" fmla="*/ 2393252 w 3168300"/>
                  <a:gd name="connsiteY7" fmla="*/ 1027271 h 1952434"/>
                  <a:gd name="connsiteX8" fmla="*/ 2582037 w 3168300"/>
                  <a:gd name="connsiteY8" fmla="*/ 958120 h 1952434"/>
                  <a:gd name="connsiteX9" fmla="*/ 2760155 w 3168300"/>
                  <a:gd name="connsiteY9" fmla="*/ 827723 h 1952434"/>
                  <a:gd name="connsiteX10" fmla="*/ 2914364 w 3168300"/>
                  <a:gd name="connsiteY10" fmla="*/ 567023 h 1952434"/>
                  <a:gd name="connsiteX11" fmla="*/ 3168301 w 3168300"/>
                  <a:gd name="connsiteY11" fmla="*/ 0 h 1952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68300" h="1952434">
                    <a:moveTo>
                      <a:pt x="0" y="1952435"/>
                    </a:moveTo>
                    <a:cubicBezTo>
                      <a:pt x="0" y="1952435"/>
                      <a:pt x="91059" y="1796415"/>
                      <a:pt x="202121" y="1687068"/>
                    </a:cubicBezTo>
                    <a:cubicBezTo>
                      <a:pt x="301943" y="1588675"/>
                      <a:pt x="416528" y="1505617"/>
                      <a:pt x="545116" y="1450277"/>
                    </a:cubicBezTo>
                    <a:cubicBezTo>
                      <a:pt x="659987" y="1400747"/>
                      <a:pt x="783622" y="1377601"/>
                      <a:pt x="906780" y="1354455"/>
                    </a:cubicBezTo>
                    <a:cubicBezTo>
                      <a:pt x="1048036" y="1327976"/>
                      <a:pt x="1189482" y="1301972"/>
                      <a:pt x="1332262" y="1285304"/>
                    </a:cubicBezTo>
                    <a:cubicBezTo>
                      <a:pt x="1452182" y="1271302"/>
                      <a:pt x="1573340" y="1265873"/>
                      <a:pt x="1691259" y="1240060"/>
                    </a:cubicBezTo>
                    <a:cubicBezTo>
                      <a:pt x="1800035" y="1216247"/>
                      <a:pt x="1904619" y="1176718"/>
                      <a:pt x="2010346" y="1141667"/>
                    </a:cubicBezTo>
                    <a:cubicBezTo>
                      <a:pt x="2136743" y="1099661"/>
                      <a:pt x="2265902" y="1066229"/>
                      <a:pt x="2393252" y="1027271"/>
                    </a:cubicBezTo>
                    <a:cubicBezTo>
                      <a:pt x="2457450" y="1007650"/>
                      <a:pt x="2521744" y="987552"/>
                      <a:pt x="2582037" y="958120"/>
                    </a:cubicBezTo>
                    <a:cubicBezTo>
                      <a:pt x="2648807" y="925449"/>
                      <a:pt x="2710815" y="883349"/>
                      <a:pt x="2760155" y="827723"/>
                    </a:cubicBezTo>
                    <a:cubicBezTo>
                      <a:pt x="2827496" y="751904"/>
                      <a:pt x="2867978" y="657511"/>
                      <a:pt x="2914364" y="567023"/>
                    </a:cubicBezTo>
                    <a:cubicBezTo>
                      <a:pt x="2972753" y="453200"/>
                      <a:pt x="3119152" y="118015"/>
                      <a:pt x="3168301" y="0"/>
                    </a:cubicBezTo>
                  </a:path>
                </a:pathLst>
              </a:custGeom>
              <a:noFill/>
              <a:ln w="9525" cap="rnd">
                <a:solidFill>
                  <a:schemeClr val="accent2">
                    <a:alpha val="35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276" name="Freeform: Shape 275">
                <a:extLst>
                  <a:ext uri="{FF2B5EF4-FFF2-40B4-BE49-F238E27FC236}">
                    <a16:creationId xmlns:a16="http://schemas.microsoft.com/office/drawing/2014/main" id="{E27C133D-9749-4B34-9018-29F3FF86C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04778" y="2976752"/>
                <a:ext cx="3356800" cy="2452020"/>
              </a:xfrm>
              <a:custGeom>
                <a:avLst/>
                <a:gdLst>
                  <a:gd name="connsiteX0" fmla="*/ 0 w 3356800"/>
                  <a:gd name="connsiteY0" fmla="*/ 2452021 h 2452020"/>
                  <a:gd name="connsiteX1" fmla="*/ 130874 w 3356800"/>
                  <a:gd name="connsiteY1" fmla="*/ 2247710 h 2452020"/>
                  <a:gd name="connsiteX2" fmla="*/ 437197 w 3356800"/>
                  <a:gd name="connsiteY2" fmla="*/ 1941195 h 2452020"/>
                  <a:gd name="connsiteX3" fmla="*/ 737140 w 3356800"/>
                  <a:gd name="connsiteY3" fmla="*/ 1736884 h 2452020"/>
                  <a:gd name="connsiteX4" fmla="*/ 1031843 w 3356800"/>
                  <a:gd name="connsiteY4" fmla="*/ 1685068 h 2452020"/>
                  <a:gd name="connsiteX5" fmla="*/ 1287304 w 3356800"/>
                  <a:gd name="connsiteY5" fmla="*/ 1655826 h 2452020"/>
                  <a:gd name="connsiteX6" fmla="*/ 1471994 w 3356800"/>
                  <a:gd name="connsiteY6" fmla="*/ 1634300 h 2452020"/>
                  <a:gd name="connsiteX7" fmla="*/ 1898237 w 3356800"/>
                  <a:gd name="connsiteY7" fmla="*/ 1512665 h 2452020"/>
                  <a:gd name="connsiteX8" fmla="*/ 2229136 w 3356800"/>
                  <a:gd name="connsiteY8" fmla="*/ 1355598 h 2452020"/>
                  <a:gd name="connsiteX9" fmla="*/ 2512314 w 3356800"/>
                  <a:gd name="connsiteY9" fmla="*/ 1238631 h 2452020"/>
                  <a:gd name="connsiteX10" fmla="*/ 2758535 w 3356800"/>
                  <a:gd name="connsiteY10" fmla="*/ 1096994 h 2452020"/>
                  <a:gd name="connsiteX11" fmla="*/ 2935510 w 3356800"/>
                  <a:gd name="connsiteY11" fmla="*/ 919925 h 2452020"/>
                  <a:gd name="connsiteX12" fmla="*/ 3081719 w 3356800"/>
                  <a:gd name="connsiteY12" fmla="*/ 687419 h 2452020"/>
                  <a:gd name="connsiteX13" fmla="*/ 3356800 w 3356800"/>
                  <a:gd name="connsiteY13" fmla="*/ 0 h 245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56800" h="2452020">
                    <a:moveTo>
                      <a:pt x="0" y="2452021"/>
                    </a:moveTo>
                    <a:cubicBezTo>
                      <a:pt x="0" y="2452021"/>
                      <a:pt x="57150" y="2344198"/>
                      <a:pt x="130874" y="2247710"/>
                    </a:cubicBezTo>
                    <a:cubicBezTo>
                      <a:pt x="218694" y="2132648"/>
                      <a:pt x="328136" y="2036635"/>
                      <a:pt x="437197" y="1941195"/>
                    </a:cubicBezTo>
                    <a:cubicBezTo>
                      <a:pt x="529304" y="1860709"/>
                      <a:pt x="623030" y="1779556"/>
                      <a:pt x="737140" y="1736884"/>
                    </a:cubicBezTo>
                    <a:cubicBezTo>
                      <a:pt x="830866" y="1701736"/>
                      <a:pt x="932021" y="1695450"/>
                      <a:pt x="1031843" y="1685068"/>
                    </a:cubicBezTo>
                    <a:cubicBezTo>
                      <a:pt x="1117092" y="1676210"/>
                      <a:pt x="1202055" y="1665160"/>
                      <a:pt x="1287304" y="1655826"/>
                    </a:cubicBezTo>
                    <a:cubicBezTo>
                      <a:pt x="1348931" y="1649063"/>
                      <a:pt x="1410653" y="1643539"/>
                      <a:pt x="1471994" y="1634300"/>
                    </a:cubicBezTo>
                    <a:cubicBezTo>
                      <a:pt x="1618679" y="1612011"/>
                      <a:pt x="1761935" y="1571149"/>
                      <a:pt x="1898237" y="1512665"/>
                    </a:cubicBezTo>
                    <a:cubicBezTo>
                      <a:pt x="2010442" y="1464564"/>
                      <a:pt x="2117503" y="1405128"/>
                      <a:pt x="2229136" y="1355598"/>
                    </a:cubicBezTo>
                    <a:cubicBezTo>
                      <a:pt x="2322481" y="1314164"/>
                      <a:pt x="2418969" y="1280160"/>
                      <a:pt x="2512314" y="1238631"/>
                    </a:cubicBezTo>
                    <a:cubicBezTo>
                      <a:pt x="2599087" y="1199960"/>
                      <a:pt x="2683193" y="1154811"/>
                      <a:pt x="2758535" y="1096994"/>
                    </a:cubicBezTo>
                    <a:cubicBezTo>
                      <a:pt x="2825020" y="1046035"/>
                      <a:pt x="2883789" y="985837"/>
                      <a:pt x="2935510" y="919925"/>
                    </a:cubicBezTo>
                    <a:cubicBezTo>
                      <a:pt x="2992184" y="847725"/>
                      <a:pt x="3039904" y="769144"/>
                      <a:pt x="3081719" y="687419"/>
                    </a:cubicBezTo>
                    <a:cubicBezTo>
                      <a:pt x="3138297" y="576739"/>
                      <a:pt x="3314129" y="116776"/>
                      <a:pt x="3356800" y="0"/>
                    </a:cubicBezTo>
                  </a:path>
                </a:pathLst>
              </a:custGeom>
              <a:noFill/>
              <a:ln w="9525" cap="rnd">
                <a:solidFill>
                  <a:schemeClr val="accent2">
                    <a:alpha val="35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grpSp>
        <p:sp>
          <p:nvSpPr>
            <p:cNvPr id="269" name="Freeform: Shape 268">
              <a:extLst>
                <a:ext uri="{FF2B5EF4-FFF2-40B4-BE49-F238E27FC236}">
                  <a16:creationId xmlns:a16="http://schemas.microsoft.com/office/drawing/2014/main" id="{10388060-18B7-4BD6-A3C5-F6B8E1467E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980400" y="5197178"/>
              <a:ext cx="4211600" cy="1660822"/>
            </a:xfrm>
            <a:custGeom>
              <a:avLst/>
              <a:gdLst>
                <a:gd name="connsiteX0" fmla="*/ 4211600 w 4211600"/>
                <a:gd name="connsiteY0" fmla="*/ 0 h 1660822"/>
                <a:gd name="connsiteX1" fmla="*/ 4211600 w 4211600"/>
                <a:gd name="connsiteY1" fmla="*/ 58430 h 1660822"/>
                <a:gd name="connsiteX2" fmla="*/ 4136524 w 4211600"/>
                <a:gd name="connsiteY2" fmla="*/ 208808 h 1660822"/>
                <a:gd name="connsiteX3" fmla="*/ 3973354 w 4211600"/>
                <a:gd name="connsiteY3" fmla="*/ 437313 h 1660822"/>
                <a:gd name="connsiteX4" fmla="*/ 3884746 w 4211600"/>
                <a:gd name="connsiteY4" fmla="*/ 553613 h 1660822"/>
                <a:gd name="connsiteX5" fmla="*/ 3849435 w 4211600"/>
                <a:gd name="connsiteY5" fmla="*/ 603143 h 1660822"/>
                <a:gd name="connsiteX6" fmla="*/ 3661849 w 4211600"/>
                <a:gd name="connsiteY6" fmla="*/ 819075 h 1660822"/>
                <a:gd name="connsiteX7" fmla="*/ 3402589 w 4211600"/>
                <a:gd name="connsiteY7" fmla="*/ 952996 h 1660822"/>
                <a:gd name="connsiteX8" fmla="*/ 3130202 w 4211600"/>
                <a:gd name="connsiteY8" fmla="*/ 1023386 h 1660822"/>
                <a:gd name="connsiteX9" fmla="*/ 2914657 w 4211600"/>
                <a:gd name="connsiteY9" fmla="*/ 1068058 h 1660822"/>
                <a:gd name="connsiteX10" fmla="*/ 2582149 w 4211600"/>
                <a:gd name="connsiteY10" fmla="*/ 1138924 h 1660822"/>
                <a:gd name="connsiteX11" fmla="*/ 2483958 w 4211600"/>
                <a:gd name="connsiteY11" fmla="*/ 1162356 h 1660822"/>
                <a:gd name="connsiteX12" fmla="*/ 2123750 w 4211600"/>
                <a:gd name="connsiteY12" fmla="*/ 1238651 h 1660822"/>
                <a:gd name="connsiteX13" fmla="*/ 1761444 w 4211600"/>
                <a:gd name="connsiteY13" fmla="*/ 1273417 h 1660822"/>
                <a:gd name="connsiteX14" fmla="*/ 1608382 w 4211600"/>
                <a:gd name="connsiteY14" fmla="*/ 1284466 h 1660822"/>
                <a:gd name="connsiteX15" fmla="*/ 999942 w 4211600"/>
                <a:gd name="connsiteY15" fmla="*/ 1354284 h 1660822"/>
                <a:gd name="connsiteX16" fmla="*/ 484705 w 4211600"/>
                <a:gd name="connsiteY16" fmla="*/ 1450487 h 1660822"/>
                <a:gd name="connsiteX17" fmla="*/ 113310 w 4211600"/>
                <a:gd name="connsiteY17" fmla="*/ 1613700 h 1660822"/>
                <a:gd name="connsiteX18" fmla="*/ 39668 w 4211600"/>
                <a:gd name="connsiteY18" fmla="*/ 1660822 h 1660822"/>
                <a:gd name="connsiteX19" fmla="*/ 0 w 4211600"/>
                <a:gd name="connsiteY19" fmla="*/ 1660822 h 1660822"/>
                <a:gd name="connsiteX20" fmla="*/ 96701 w 4211600"/>
                <a:gd name="connsiteY20" fmla="*/ 1598934 h 1660822"/>
                <a:gd name="connsiteX21" fmla="*/ 474335 w 4211600"/>
                <a:gd name="connsiteY21" fmla="*/ 1433056 h 1660822"/>
                <a:gd name="connsiteX22" fmla="*/ 994299 w 4211600"/>
                <a:gd name="connsiteY22" fmla="*/ 1335806 h 1660822"/>
                <a:gd name="connsiteX23" fmla="*/ 1605231 w 4211600"/>
                <a:gd name="connsiteY23" fmla="*/ 1265702 h 1660822"/>
                <a:gd name="connsiteX24" fmla="*/ 1758819 w 4211600"/>
                <a:gd name="connsiteY24" fmla="*/ 1254558 h 1660822"/>
                <a:gd name="connsiteX25" fmla="*/ 2118106 w 4211600"/>
                <a:gd name="connsiteY25" fmla="*/ 1220077 h 1660822"/>
                <a:gd name="connsiteX26" fmla="*/ 2475557 w 4211600"/>
                <a:gd name="connsiteY26" fmla="*/ 1144353 h 1660822"/>
                <a:gd name="connsiteX27" fmla="*/ 2573878 w 4211600"/>
                <a:gd name="connsiteY27" fmla="*/ 1120827 h 1660822"/>
                <a:gd name="connsiteX28" fmla="*/ 2907437 w 4211600"/>
                <a:gd name="connsiteY28" fmla="*/ 1049675 h 1660822"/>
                <a:gd name="connsiteX29" fmla="*/ 3122589 w 4211600"/>
                <a:gd name="connsiteY29" fmla="*/ 1005098 h 1660822"/>
                <a:gd name="connsiteX30" fmla="*/ 3391169 w 4211600"/>
                <a:gd name="connsiteY30" fmla="*/ 935756 h 1660822"/>
                <a:gd name="connsiteX31" fmla="*/ 3642290 w 4211600"/>
                <a:gd name="connsiteY31" fmla="*/ 806216 h 1660822"/>
                <a:gd name="connsiteX32" fmla="*/ 3825937 w 4211600"/>
                <a:gd name="connsiteY32" fmla="*/ 594475 h 1660822"/>
                <a:gd name="connsiteX33" fmla="*/ 3861381 w 4211600"/>
                <a:gd name="connsiteY33" fmla="*/ 544755 h 1660822"/>
                <a:gd name="connsiteX34" fmla="*/ 3950381 w 4211600"/>
                <a:gd name="connsiteY34" fmla="*/ 427978 h 1660822"/>
                <a:gd name="connsiteX35" fmla="*/ 4112370 w 4211600"/>
                <a:gd name="connsiteY35" fmla="*/ 201378 h 1660822"/>
                <a:gd name="connsiteX36" fmla="*/ 4195989 w 4211600"/>
                <a:gd name="connsiteY36" fmla="*/ 33834 h 1660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4211600" h="1660822">
                  <a:moveTo>
                    <a:pt x="4211600" y="0"/>
                  </a:moveTo>
                  <a:lnTo>
                    <a:pt x="4211600" y="58430"/>
                  </a:lnTo>
                  <a:lnTo>
                    <a:pt x="4136524" y="208808"/>
                  </a:lnTo>
                  <a:cubicBezTo>
                    <a:pt x="4089791" y="287770"/>
                    <a:pt x="4030588" y="363780"/>
                    <a:pt x="3973354" y="437313"/>
                  </a:cubicBezTo>
                  <a:cubicBezTo>
                    <a:pt x="3943819" y="475222"/>
                    <a:pt x="3913231" y="514465"/>
                    <a:pt x="3884746" y="553613"/>
                  </a:cubicBezTo>
                  <a:cubicBezTo>
                    <a:pt x="3872801" y="569996"/>
                    <a:pt x="3861119" y="586569"/>
                    <a:pt x="3849435" y="603143"/>
                  </a:cubicBezTo>
                  <a:cubicBezTo>
                    <a:pt x="3796665" y="678009"/>
                    <a:pt x="3742187" y="755352"/>
                    <a:pt x="3661849" y="819075"/>
                  </a:cubicBezTo>
                  <a:cubicBezTo>
                    <a:pt x="3596214" y="871176"/>
                    <a:pt x="3509050" y="916230"/>
                    <a:pt x="3402589" y="952996"/>
                  </a:cubicBezTo>
                  <a:cubicBezTo>
                    <a:pt x="3312406" y="984048"/>
                    <a:pt x="3215660" y="1005003"/>
                    <a:pt x="3130202" y="1023386"/>
                  </a:cubicBezTo>
                  <a:cubicBezTo>
                    <a:pt x="3058529" y="1038816"/>
                    <a:pt x="2985412" y="1053675"/>
                    <a:pt x="2914657" y="1068058"/>
                  </a:cubicBezTo>
                  <a:cubicBezTo>
                    <a:pt x="2805176" y="1090251"/>
                    <a:pt x="2692021" y="1113207"/>
                    <a:pt x="2582149" y="1138924"/>
                  </a:cubicBezTo>
                  <a:cubicBezTo>
                    <a:pt x="2549330" y="1146639"/>
                    <a:pt x="2516644" y="1154450"/>
                    <a:pt x="2483958" y="1162356"/>
                  </a:cubicBezTo>
                  <a:cubicBezTo>
                    <a:pt x="2367257" y="1190550"/>
                    <a:pt x="2246621" y="1219601"/>
                    <a:pt x="2123750" y="1238651"/>
                  </a:cubicBezTo>
                  <a:cubicBezTo>
                    <a:pt x="2004294" y="1257129"/>
                    <a:pt x="1880769" y="1265416"/>
                    <a:pt x="1761444" y="1273417"/>
                  </a:cubicBezTo>
                  <a:cubicBezTo>
                    <a:pt x="1711167" y="1276751"/>
                    <a:pt x="1659184" y="1280275"/>
                    <a:pt x="1608382" y="1284466"/>
                  </a:cubicBezTo>
                  <a:cubicBezTo>
                    <a:pt x="1408589" y="1300944"/>
                    <a:pt x="1214570" y="1325805"/>
                    <a:pt x="999942" y="1354284"/>
                  </a:cubicBezTo>
                  <a:cubicBezTo>
                    <a:pt x="826403" y="1377240"/>
                    <a:pt x="647744" y="1400957"/>
                    <a:pt x="484705" y="1450487"/>
                  </a:cubicBezTo>
                  <a:cubicBezTo>
                    <a:pt x="355831" y="1489635"/>
                    <a:pt x="231387" y="1544374"/>
                    <a:pt x="113310" y="1613700"/>
                  </a:cubicBezTo>
                  <a:lnTo>
                    <a:pt x="39668" y="1660822"/>
                  </a:lnTo>
                  <a:lnTo>
                    <a:pt x="0" y="1660822"/>
                  </a:lnTo>
                  <a:lnTo>
                    <a:pt x="96701" y="1598934"/>
                  </a:lnTo>
                  <a:cubicBezTo>
                    <a:pt x="216635" y="1528533"/>
                    <a:pt x="343196" y="1472919"/>
                    <a:pt x="474335" y="1433056"/>
                  </a:cubicBezTo>
                  <a:cubicBezTo>
                    <a:pt x="639999" y="1382669"/>
                    <a:pt x="820102" y="1358856"/>
                    <a:pt x="994299" y="1335806"/>
                  </a:cubicBezTo>
                  <a:cubicBezTo>
                    <a:pt x="1210239" y="1307231"/>
                    <a:pt x="1404650" y="1282275"/>
                    <a:pt x="1605231" y="1265702"/>
                  </a:cubicBezTo>
                  <a:cubicBezTo>
                    <a:pt x="1656428" y="1261511"/>
                    <a:pt x="1708411" y="1257987"/>
                    <a:pt x="1758819" y="1254558"/>
                  </a:cubicBezTo>
                  <a:cubicBezTo>
                    <a:pt x="1877487" y="1246557"/>
                    <a:pt x="2000094" y="1238365"/>
                    <a:pt x="2118106" y="1220077"/>
                  </a:cubicBezTo>
                  <a:cubicBezTo>
                    <a:pt x="2239531" y="1201313"/>
                    <a:pt x="2359513" y="1172357"/>
                    <a:pt x="2475557" y="1144353"/>
                  </a:cubicBezTo>
                  <a:cubicBezTo>
                    <a:pt x="2508243" y="1136448"/>
                    <a:pt x="2541060" y="1128542"/>
                    <a:pt x="2573878" y="1120827"/>
                  </a:cubicBezTo>
                  <a:cubicBezTo>
                    <a:pt x="2684276" y="1094919"/>
                    <a:pt x="2797694" y="1071963"/>
                    <a:pt x="2907437" y="1049675"/>
                  </a:cubicBezTo>
                  <a:cubicBezTo>
                    <a:pt x="2978061" y="1035387"/>
                    <a:pt x="3051178" y="1020528"/>
                    <a:pt x="3122589" y="1005098"/>
                  </a:cubicBezTo>
                  <a:cubicBezTo>
                    <a:pt x="3206997" y="986810"/>
                    <a:pt x="3302823" y="966141"/>
                    <a:pt x="3391169" y="935756"/>
                  </a:cubicBezTo>
                  <a:cubicBezTo>
                    <a:pt x="3494479" y="900132"/>
                    <a:pt x="3578886" y="856508"/>
                    <a:pt x="3642290" y="806216"/>
                  </a:cubicBezTo>
                  <a:cubicBezTo>
                    <a:pt x="3720133" y="744303"/>
                    <a:pt x="3773953" y="668103"/>
                    <a:pt x="3825937" y="594475"/>
                  </a:cubicBezTo>
                  <a:cubicBezTo>
                    <a:pt x="3837621" y="577902"/>
                    <a:pt x="3849435" y="561233"/>
                    <a:pt x="3861381" y="544755"/>
                  </a:cubicBezTo>
                  <a:cubicBezTo>
                    <a:pt x="3889997" y="505416"/>
                    <a:pt x="3920715" y="465983"/>
                    <a:pt x="3950381" y="427978"/>
                  </a:cubicBezTo>
                  <a:cubicBezTo>
                    <a:pt x="4007353" y="354921"/>
                    <a:pt x="4066163" y="279388"/>
                    <a:pt x="4112370" y="201378"/>
                  </a:cubicBezTo>
                  <a:cubicBezTo>
                    <a:pt x="4144662" y="146800"/>
                    <a:pt x="4170785" y="89364"/>
                    <a:pt x="4195989" y="33834"/>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grpSp>
      <p:graphicFrame>
        <p:nvGraphicFramePr>
          <p:cNvPr id="10" name="Content Placeholder 9">
            <a:extLst>
              <a:ext uri="{FF2B5EF4-FFF2-40B4-BE49-F238E27FC236}">
                <a16:creationId xmlns:a16="http://schemas.microsoft.com/office/drawing/2014/main" id="{6B45F7A6-B1CD-D7E0-2D1C-5F5A5778747C}"/>
              </a:ext>
            </a:extLst>
          </p:cNvPr>
          <p:cNvGraphicFramePr>
            <a:graphicFrameLocks noGrp="1"/>
          </p:cNvGraphicFramePr>
          <p:nvPr>
            <p:ph idx="1"/>
            <p:extLst>
              <p:ext uri="{D42A27DB-BD31-4B8C-83A1-F6EECF244321}">
                <p14:modId xmlns:p14="http://schemas.microsoft.com/office/powerpoint/2010/main" val="1543730123"/>
              </p:ext>
            </p:extLst>
          </p:nvPr>
        </p:nvGraphicFramePr>
        <p:xfrm>
          <a:off x="402355" y="1551086"/>
          <a:ext cx="11404196" cy="463308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17113565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DF433-D0E7-C922-9D4E-797DF1354DBE}"/>
              </a:ext>
            </a:extLst>
          </p:cNvPr>
          <p:cNvSpPr>
            <a:spLocks noGrp="1"/>
          </p:cNvSpPr>
          <p:nvPr>
            <p:ph type="title"/>
          </p:nvPr>
        </p:nvSpPr>
        <p:spPr/>
        <p:txBody>
          <a:bodyPr/>
          <a:lstStyle/>
          <a:p>
            <a:pPr algn="ctr"/>
            <a:r>
              <a:rPr lang="en-US"/>
              <a:t>Conclusion</a:t>
            </a:r>
          </a:p>
        </p:txBody>
      </p:sp>
      <p:sp>
        <p:nvSpPr>
          <p:cNvPr id="3" name="Content Placeholder 2">
            <a:extLst>
              <a:ext uri="{FF2B5EF4-FFF2-40B4-BE49-F238E27FC236}">
                <a16:creationId xmlns:a16="http://schemas.microsoft.com/office/drawing/2014/main" id="{0E154FEB-A4C8-81C8-6294-ED275943A7B3}"/>
              </a:ext>
            </a:extLst>
          </p:cNvPr>
          <p:cNvSpPr>
            <a:spLocks noGrp="1"/>
          </p:cNvSpPr>
          <p:nvPr>
            <p:ph idx="1"/>
          </p:nvPr>
        </p:nvSpPr>
        <p:spPr>
          <a:xfrm>
            <a:off x="838200" y="1690688"/>
            <a:ext cx="10515600" cy="4351338"/>
          </a:xfrm>
        </p:spPr>
        <p:txBody>
          <a:bodyPr>
            <a:normAutofit/>
          </a:bodyPr>
          <a:lstStyle/>
          <a:p>
            <a:r>
              <a:rPr lang="en-US" sz="1800"/>
              <a:t>XGBoost stands out as the most accurate model but requires more computational resources.</a:t>
            </a:r>
          </a:p>
          <a:p>
            <a:r>
              <a:rPr lang="en-US" sz="1800"/>
              <a:t>Random Forest is an excellent second choice, with strong performance and reasonable computation time.</a:t>
            </a:r>
          </a:p>
          <a:p>
            <a:r>
              <a:rPr lang="en-US" sz="1800"/>
              <a:t>Logistic Regression and SVM provide interpretable solutions with moderate accuracy and speed.</a:t>
            </a:r>
          </a:p>
          <a:p>
            <a:r>
              <a:rPr lang="en-US" sz="1800"/>
              <a:t>KNN, while fast, may only be considered for non-critical tasks where efficiency outweighs accuracy.</a:t>
            </a:r>
          </a:p>
          <a:p>
            <a:pPr marL="0" indent="0">
              <a:buNone/>
            </a:pPr>
            <a:endParaRPr lang="en-US" sz="1800"/>
          </a:p>
          <a:p>
            <a:pPr>
              <a:buFont typeface="Wingdings" panose="05000000000000000000" pitchFamily="2" charset="2"/>
              <a:buChar char="v"/>
            </a:pPr>
            <a:r>
              <a:rPr lang="en-US" sz="1800"/>
              <a:t>The choice of the model should align with the specific priorities of the application, such as the importance of accuracy, computational constraints, or the need for interpretability.</a:t>
            </a:r>
          </a:p>
          <a:p>
            <a:pPr>
              <a:buFont typeface="Wingdings" panose="05000000000000000000" pitchFamily="2" charset="2"/>
              <a:buChar char="v"/>
            </a:pPr>
            <a:r>
              <a:rPr lang="en-US" sz="1800"/>
              <a:t>Through this the stakeholders across industries can adopt a proactive and personalized approach to tackle obesity, improve health outcomes, and reduce associated costs.</a:t>
            </a:r>
          </a:p>
          <a:p>
            <a:endParaRPr lang="en-US" sz="1800"/>
          </a:p>
        </p:txBody>
      </p:sp>
    </p:spTree>
    <p:extLst>
      <p:ext uri="{BB962C8B-B14F-4D97-AF65-F5344CB8AC3E}">
        <p14:creationId xmlns:p14="http://schemas.microsoft.com/office/powerpoint/2010/main" val="16183689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247A131F-D5DE-41A5-B4CF-4F345319B4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2"/>
          </a:solid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65000"/>
                  <a:lumOff val="35000"/>
                </a:schemeClr>
              </a:solidFill>
              <a:latin typeface="AvenirNext LT Pro Medium" panose="020B0504020202020204" pitchFamily="34" charset="0"/>
            </a:endParaRPr>
          </a:p>
        </p:txBody>
      </p:sp>
      <p:sp>
        <p:nvSpPr>
          <p:cNvPr id="12" name="Freeform: Shape 11">
            <a:extLst>
              <a:ext uri="{FF2B5EF4-FFF2-40B4-BE49-F238E27FC236}">
                <a16:creationId xmlns:a16="http://schemas.microsoft.com/office/drawing/2014/main" id="{3AF4666D-BD98-40A5-A75F-478B982010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692844" y="-3086"/>
            <a:ext cx="1326111" cy="59760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spcAft>
                <a:spcPts val="600"/>
              </a:spcAft>
            </a:pPr>
            <a:r>
              <a:rPr lang="en-US">
                <a:solidFill>
                  <a:schemeClr val="tx1">
                    <a:lumMod val="65000"/>
                    <a:lumOff val="35000"/>
                  </a:schemeClr>
                </a:solidFill>
                <a:latin typeface="AvenirNext LT Pro Medium" panose="020B0504020202020204" pitchFamily="34" charset="0"/>
              </a:rPr>
              <a:t> </a:t>
            </a:r>
          </a:p>
        </p:txBody>
      </p:sp>
      <p:sp>
        <p:nvSpPr>
          <p:cNvPr id="14" name="Freeform: Shape 13">
            <a:extLst>
              <a:ext uri="{FF2B5EF4-FFF2-40B4-BE49-F238E27FC236}">
                <a16:creationId xmlns:a16="http://schemas.microsoft.com/office/drawing/2014/main" id="{68680585-71F9-4721-A998-4974171D2E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9256" y="6172200"/>
            <a:ext cx="1482102" cy="67936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spcAft>
                <a:spcPts val="600"/>
              </a:spcAft>
            </a:pPr>
            <a:r>
              <a:rPr lang="en-US">
                <a:solidFill>
                  <a:schemeClr val="tx1">
                    <a:lumMod val="65000"/>
                    <a:lumOff val="35000"/>
                  </a:schemeClr>
                </a:solidFill>
                <a:latin typeface="AvenirNext LT Pro Medium" panose="020B0504020202020204" pitchFamily="34" charset="0"/>
              </a:rPr>
              <a:t> </a:t>
            </a:r>
          </a:p>
        </p:txBody>
      </p:sp>
      <p:sp>
        <p:nvSpPr>
          <p:cNvPr id="16" name="Freeform: Shape 15">
            <a:extLst>
              <a:ext uri="{FF2B5EF4-FFF2-40B4-BE49-F238E27FC236}">
                <a16:creationId xmlns:a16="http://schemas.microsoft.com/office/drawing/2014/main" id="{12BC95C2-2EEC-4F59-ABA8-660B0D059C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977352" y="5197178"/>
            <a:ext cx="4211600" cy="1660822"/>
          </a:xfrm>
          <a:custGeom>
            <a:avLst/>
            <a:gdLst>
              <a:gd name="connsiteX0" fmla="*/ 4211600 w 4211600"/>
              <a:gd name="connsiteY0" fmla="*/ 0 h 1660822"/>
              <a:gd name="connsiteX1" fmla="*/ 4211600 w 4211600"/>
              <a:gd name="connsiteY1" fmla="*/ 58430 h 1660822"/>
              <a:gd name="connsiteX2" fmla="*/ 4136524 w 4211600"/>
              <a:gd name="connsiteY2" fmla="*/ 208808 h 1660822"/>
              <a:gd name="connsiteX3" fmla="*/ 3973354 w 4211600"/>
              <a:gd name="connsiteY3" fmla="*/ 437313 h 1660822"/>
              <a:gd name="connsiteX4" fmla="*/ 3884746 w 4211600"/>
              <a:gd name="connsiteY4" fmla="*/ 553613 h 1660822"/>
              <a:gd name="connsiteX5" fmla="*/ 3849435 w 4211600"/>
              <a:gd name="connsiteY5" fmla="*/ 603143 h 1660822"/>
              <a:gd name="connsiteX6" fmla="*/ 3661849 w 4211600"/>
              <a:gd name="connsiteY6" fmla="*/ 819075 h 1660822"/>
              <a:gd name="connsiteX7" fmla="*/ 3402589 w 4211600"/>
              <a:gd name="connsiteY7" fmla="*/ 952996 h 1660822"/>
              <a:gd name="connsiteX8" fmla="*/ 3130202 w 4211600"/>
              <a:gd name="connsiteY8" fmla="*/ 1023386 h 1660822"/>
              <a:gd name="connsiteX9" fmla="*/ 2914657 w 4211600"/>
              <a:gd name="connsiteY9" fmla="*/ 1068058 h 1660822"/>
              <a:gd name="connsiteX10" fmla="*/ 2582149 w 4211600"/>
              <a:gd name="connsiteY10" fmla="*/ 1138924 h 1660822"/>
              <a:gd name="connsiteX11" fmla="*/ 2483958 w 4211600"/>
              <a:gd name="connsiteY11" fmla="*/ 1162356 h 1660822"/>
              <a:gd name="connsiteX12" fmla="*/ 2123750 w 4211600"/>
              <a:gd name="connsiteY12" fmla="*/ 1238651 h 1660822"/>
              <a:gd name="connsiteX13" fmla="*/ 1761444 w 4211600"/>
              <a:gd name="connsiteY13" fmla="*/ 1273417 h 1660822"/>
              <a:gd name="connsiteX14" fmla="*/ 1608382 w 4211600"/>
              <a:gd name="connsiteY14" fmla="*/ 1284466 h 1660822"/>
              <a:gd name="connsiteX15" fmla="*/ 999942 w 4211600"/>
              <a:gd name="connsiteY15" fmla="*/ 1354284 h 1660822"/>
              <a:gd name="connsiteX16" fmla="*/ 484705 w 4211600"/>
              <a:gd name="connsiteY16" fmla="*/ 1450487 h 1660822"/>
              <a:gd name="connsiteX17" fmla="*/ 113310 w 4211600"/>
              <a:gd name="connsiteY17" fmla="*/ 1613700 h 1660822"/>
              <a:gd name="connsiteX18" fmla="*/ 39668 w 4211600"/>
              <a:gd name="connsiteY18" fmla="*/ 1660822 h 1660822"/>
              <a:gd name="connsiteX19" fmla="*/ 0 w 4211600"/>
              <a:gd name="connsiteY19" fmla="*/ 1660822 h 1660822"/>
              <a:gd name="connsiteX20" fmla="*/ 96701 w 4211600"/>
              <a:gd name="connsiteY20" fmla="*/ 1598934 h 1660822"/>
              <a:gd name="connsiteX21" fmla="*/ 474335 w 4211600"/>
              <a:gd name="connsiteY21" fmla="*/ 1433056 h 1660822"/>
              <a:gd name="connsiteX22" fmla="*/ 994299 w 4211600"/>
              <a:gd name="connsiteY22" fmla="*/ 1335806 h 1660822"/>
              <a:gd name="connsiteX23" fmla="*/ 1605231 w 4211600"/>
              <a:gd name="connsiteY23" fmla="*/ 1265702 h 1660822"/>
              <a:gd name="connsiteX24" fmla="*/ 1758819 w 4211600"/>
              <a:gd name="connsiteY24" fmla="*/ 1254558 h 1660822"/>
              <a:gd name="connsiteX25" fmla="*/ 2118106 w 4211600"/>
              <a:gd name="connsiteY25" fmla="*/ 1220077 h 1660822"/>
              <a:gd name="connsiteX26" fmla="*/ 2475557 w 4211600"/>
              <a:gd name="connsiteY26" fmla="*/ 1144353 h 1660822"/>
              <a:gd name="connsiteX27" fmla="*/ 2573878 w 4211600"/>
              <a:gd name="connsiteY27" fmla="*/ 1120827 h 1660822"/>
              <a:gd name="connsiteX28" fmla="*/ 2907437 w 4211600"/>
              <a:gd name="connsiteY28" fmla="*/ 1049675 h 1660822"/>
              <a:gd name="connsiteX29" fmla="*/ 3122589 w 4211600"/>
              <a:gd name="connsiteY29" fmla="*/ 1005098 h 1660822"/>
              <a:gd name="connsiteX30" fmla="*/ 3391169 w 4211600"/>
              <a:gd name="connsiteY30" fmla="*/ 935756 h 1660822"/>
              <a:gd name="connsiteX31" fmla="*/ 3642290 w 4211600"/>
              <a:gd name="connsiteY31" fmla="*/ 806216 h 1660822"/>
              <a:gd name="connsiteX32" fmla="*/ 3825937 w 4211600"/>
              <a:gd name="connsiteY32" fmla="*/ 594475 h 1660822"/>
              <a:gd name="connsiteX33" fmla="*/ 3861381 w 4211600"/>
              <a:gd name="connsiteY33" fmla="*/ 544755 h 1660822"/>
              <a:gd name="connsiteX34" fmla="*/ 3950381 w 4211600"/>
              <a:gd name="connsiteY34" fmla="*/ 427978 h 1660822"/>
              <a:gd name="connsiteX35" fmla="*/ 4112370 w 4211600"/>
              <a:gd name="connsiteY35" fmla="*/ 201378 h 1660822"/>
              <a:gd name="connsiteX36" fmla="*/ 4195989 w 4211600"/>
              <a:gd name="connsiteY36" fmla="*/ 33834 h 1660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4211600" h="1660822">
                <a:moveTo>
                  <a:pt x="4211600" y="0"/>
                </a:moveTo>
                <a:lnTo>
                  <a:pt x="4211600" y="58430"/>
                </a:lnTo>
                <a:lnTo>
                  <a:pt x="4136524" y="208808"/>
                </a:lnTo>
                <a:cubicBezTo>
                  <a:pt x="4089791" y="287770"/>
                  <a:pt x="4030588" y="363780"/>
                  <a:pt x="3973354" y="437313"/>
                </a:cubicBezTo>
                <a:cubicBezTo>
                  <a:pt x="3943819" y="475222"/>
                  <a:pt x="3913231" y="514465"/>
                  <a:pt x="3884746" y="553613"/>
                </a:cubicBezTo>
                <a:cubicBezTo>
                  <a:pt x="3872801" y="569996"/>
                  <a:pt x="3861119" y="586569"/>
                  <a:pt x="3849435" y="603143"/>
                </a:cubicBezTo>
                <a:cubicBezTo>
                  <a:pt x="3796665" y="678009"/>
                  <a:pt x="3742187" y="755352"/>
                  <a:pt x="3661849" y="819075"/>
                </a:cubicBezTo>
                <a:cubicBezTo>
                  <a:pt x="3596214" y="871176"/>
                  <a:pt x="3509050" y="916230"/>
                  <a:pt x="3402589" y="952996"/>
                </a:cubicBezTo>
                <a:cubicBezTo>
                  <a:pt x="3312406" y="984048"/>
                  <a:pt x="3215660" y="1005003"/>
                  <a:pt x="3130202" y="1023386"/>
                </a:cubicBezTo>
                <a:cubicBezTo>
                  <a:pt x="3058529" y="1038816"/>
                  <a:pt x="2985412" y="1053675"/>
                  <a:pt x="2914657" y="1068058"/>
                </a:cubicBezTo>
                <a:cubicBezTo>
                  <a:pt x="2805176" y="1090251"/>
                  <a:pt x="2692021" y="1113207"/>
                  <a:pt x="2582149" y="1138924"/>
                </a:cubicBezTo>
                <a:cubicBezTo>
                  <a:pt x="2549330" y="1146639"/>
                  <a:pt x="2516644" y="1154450"/>
                  <a:pt x="2483958" y="1162356"/>
                </a:cubicBezTo>
                <a:cubicBezTo>
                  <a:pt x="2367257" y="1190550"/>
                  <a:pt x="2246621" y="1219601"/>
                  <a:pt x="2123750" y="1238651"/>
                </a:cubicBezTo>
                <a:cubicBezTo>
                  <a:pt x="2004294" y="1257129"/>
                  <a:pt x="1880769" y="1265416"/>
                  <a:pt x="1761444" y="1273417"/>
                </a:cubicBezTo>
                <a:cubicBezTo>
                  <a:pt x="1711167" y="1276751"/>
                  <a:pt x="1659184" y="1280275"/>
                  <a:pt x="1608382" y="1284466"/>
                </a:cubicBezTo>
                <a:cubicBezTo>
                  <a:pt x="1408589" y="1300944"/>
                  <a:pt x="1214570" y="1325805"/>
                  <a:pt x="999942" y="1354284"/>
                </a:cubicBezTo>
                <a:cubicBezTo>
                  <a:pt x="826403" y="1377240"/>
                  <a:pt x="647744" y="1400957"/>
                  <a:pt x="484705" y="1450487"/>
                </a:cubicBezTo>
                <a:cubicBezTo>
                  <a:pt x="355831" y="1489635"/>
                  <a:pt x="231387" y="1544374"/>
                  <a:pt x="113310" y="1613700"/>
                </a:cubicBezTo>
                <a:lnTo>
                  <a:pt x="39668" y="1660822"/>
                </a:lnTo>
                <a:lnTo>
                  <a:pt x="0" y="1660822"/>
                </a:lnTo>
                <a:lnTo>
                  <a:pt x="96701" y="1598934"/>
                </a:lnTo>
                <a:cubicBezTo>
                  <a:pt x="216635" y="1528533"/>
                  <a:pt x="343196" y="1472919"/>
                  <a:pt x="474335" y="1433056"/>
                </a:cubicBezTo>
                <a:cubicBezTo>
                  <a:pt x="639999" y="1382669"/>
                  <a:pt x="820102" y="1358856"/>
                  <a:pt x="994299" y="1335806"/>
                </a:cubicBezTo>
                <a:cubicBezTo>
                  <a:pt x="1210239" y="1307231"/>
                  <a:pt x="1404650" y="1282275"/>
                  <a:pt x="1605231" y="1265702"/>
                </a:cubicBezTo>
                <a:cubicBezTo>
                  <a:pt x="1656428" y="1261511"/>
                  <a:pt x="1708411" y="1257987"/>
                  <a:pt x="1758819" y="1254558"/>
                </a:cubicBezTo>
                <a:cubicBezTo>
                  <a:pt x="1877487" y="1246557"/>
                  <a:pt x="2000094" y="1238365"/>
                  <a:pt x="2118106" y="1220077"/>
                </a:cubicBezTo>
                <a:cubicBezTo>
                  <a:pt x="2239531" y="1201313"/>
                  <a:pt x="2359513" y="1172357"/>
                  <a:pt x="2475557" y="1144353"/>
                </a:cubicBezTo>
                <a:cubicBezTo>
                  <a:pt x="2508243" y="1136448"/>
                  <a:pt x="2541060" y="1128542"/>
                  <a:pt x="2573878" y="1120827"/>
                </a:cubicBezTo>
                <a:cubicBezTo>
                  <a:pt x="2684276" y="1094919"/>
                  <a:pt x="2797694" y="1071963"/>
                  <a:pt x="2907437" y="1049675"/>
                </a:cubicBezTo>
                <a:cubicBezTo>
                  <a:pt x="2978061" y="1035387"/>
                  <a:pt x="3051178" y="1020528"/>
                  <a:pt x="3122589" y="1005098"/>
                </a:cubicBezTo>
                <a:cubicBezTo>
                  <a:pt x="3206997" y="986810"/>
                  <a:pt x="3302823" y="966141"/>
                  <a:pt x="3391169" y="935756"/>
                </a:cubicBezTo>
                <a:cubicBezTo>
                  <a:pt x="3494479" y="900132"/>
                  <a:pt x="3578886" y="856508"/>
                  <a:pt x="3642290" y="806216"/>
                </a:cubicBezTo>
                <a:cubicBezTo>
                  <a:pt x="3720133" y="744303"/>
                  <a:pt x="3773953" y="668103"/>
                  <a:pt x="3825937" y="594475"/>
                </a:cubicBezTo>
                <a:cubicBezTo>
                  <a:pt x="3837621" y="577902"/>
                  <a:pt x="3849435" y="561233"/>
                  <a:pt x="3861381" y="544755"/>
                </a:cubicBezTo>
                <a:cubicBezTo>
                  <a:pt x="3889997" y="505416"/>
                  <a:pt x="3920715" y="465983"/>
                  <a:pt x="3950381" y="427978"/>
                </a:cubicBezTo>
                <a:cubicBezTo>
                  <a:pt x="4007353" y="354921"/>
                  <a:pt x="4066163" y="279388"/>
                  <a:pt x="4112370" y="201378"/>
                </a:cubicBezTo>
                <a:cubicBezTo>
                  <a:pt x="4144662" y="146800"/>
                  <a:pt x="4170785" y="89364"/>
                  <a:pt x="4195989" y="33834"/>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61" name="Graphic 141">
            <a:extLst>
              <a:ext uri="{FF2B5EF4-FFF2-40B4-BE49-F238E27FC236}">
                <a16:creationId xmlns:a16="http://schemas.microsoft.com/office/drawing/2014/main" id="{03E9870D-4BBA-43AF-8D44-BBADF020CFF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849" y="15178"/>
            <a:ext cx="2198951" cy="3331254"/>
            <a:chOff x="4473129" y="923925"/>
            <a:chExt cx="3308947" cy="5012817"/>
          </a:xfrm>
          <a:noFill/>
        </p:grpSpPr>
        <p:sp>
          <p:nvSpPr>
            <p:cNvPr id="65" name="Freeform: Shape 64">
              <a:extLst>
                <a:ext uri="{FF2B5EF4-FFF2-40B4-BE49-F238E27FC236}">
                  <a16:creationId xmlns:a16="http://schemas.microsoft.com/office/drawing/2014/main" id="{34BC5055-C77D-43CD-BB1D-A77B6779CD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85988" y="924020"/>
              <a:ext cx="3296088" cy="5012722"/>
            </a:xfrm>
            <a:custGeom>
              <a:avLst/>
              <a:gdLst>
                <a:gd name="connsiteX0" fmla="*/ 0 w 3296088"/>
                <a:gd name="connsiteY0" fmla="*/ 5012722 h 5012722"/>
                <a:gd name="connsiteX1" fmla="*/ 244031 w 3296088"/>
                <a:gd name="connsiteY1" fmla="*/ 4820222 h 5012722"/>
                <a:gd name="connsiteX2" fmla="*/ 729234 w 3296088"/>
                <a:gd name="connsiteY2" fmla="*/ 4360641 h 5012722"/>
                <a:gd name="connsiteX3" fmla="*/ 881444 w 3296088"/>
                <a:gd name="connsiteY3" fmla="*/ 4173950 h 5012722"/>
                <a:gd name="connsiteX4" fmla="*/ 1151287 w 3296088"/>
                <a:gd name="connsiteY4" fmla="*/ 3972877 h 5012722"/>
                <a:gd name="connsiteX5" fmla="*/ 1498664 w 3296088"/>
                <a:gd name="connsiteY5" fmla="*/ 3786188 h 5012722"/>
                <a:gd name="connsiteX6" fmla="*/ 1716881 w 3296088"/>
                <a:gd name="connsiteY6" fmla="*/ 3674174 h 5012722"/>
                <a:gd name="connsiteX7" fmla="*/ 1913573 w 3296088"/>
                <a:gd name="connsiteY7" fmla="*/ 3477387 h 5012722"/>
                <a:gd name="connsiteX8" fmla="*/ 2167700 w 3296088"/>
                <a:gd name="connsiteY8" fmla="*/ 3042190 h 5012722"/>
                <a:gd name="connsiteX9" fmla="*/ 2273903 w 3296088"/>
                <a:gd name="connsiteY9" fmla="*/ 2775014 h 5012722"/>
                <a:gd name="connsiteX10" fmla="*/ 2463356 w 3296088"/>
                <a:gd name="connsiteY10" fmla="*/ 2335530 h 5012722"/>
                <a:gd name="connsiteX11" fmla="*/ 2741866 w 3296088"/>
                <a:gd name="connsiteY11" fmla="*/ 1982248 h 5012722"/>
                <a:gd name="connsiteX12" fmla="*/ 2985897 w 3296088"/>
                <a:gd name="connsiteY12" fmla="*/ 1634681 h 5012722"/>
                <a:gd name="connsiteX13" fmla="*/ 3212687 w 3296088"/>
                <a:gd name="connsiteY13" fmla="*/ 1226820 h 5012722"/>
                <a:gd name="connsiteX14" fmla="*/ 3281553 w 3296088"/>
                <a:gd name="connsiteY14" fmla="*/ 959644 h 5012722"/>
                <a:gd name="connsiteX15" fmla="*/ 3295936 w 3296088"/>
                <a:gd name="connsiteY15" fmla="*/ 701135 h 5012722"/>
                <a:gd name="connsiteX16" fmla="*/ 3267266 w 3296088"/>
                <a:gd name="connsiteY16" fmla="*/ 436817 h 5012722"/>
                <a:gd name="connsiteX17" fmla="*/ 3105341 w 3296088"/>
                <a:gd name="connsiteY17" fmla="*/ 0 h 501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296088" h="5012722">
                  <a:moveTo>
                    <a:pt x="0" y="5012722"/>
                  </a:moveTo>
                  <a:cubicBezTo>
                    <a:pt x="81820" y="4949095"/>
                    <a:pt x="163544" y="4885468"/>
                    <a:pt x="244031" y="4820222"/>
                  </a:cubicBezTo>
                  <a:cubicBezTo>
                    <a:pt x="417671" y="4679633"/>
                    <a:pt x="589883" y="4535139"/>
                    <a:pt x="729234" y="4360641"/>
                  </a:cubicBezTo>
                  <a:cubicBezTo>
                    <a:pt x="779431" y="4297776"/>
                    <a:pt x="825818" y="4231958"/>
                    <a:pt x="881444" y="4173950"/>
                  </a:cubicBezTo>
                  <a:cubicBezTo>
                    <a:pt x="959358" y="4092607"/>
                    <a:pt x="1054799" y="4031075"/>
                    <a:pt x="1151287" y="3972877"/>
                  </a:cubicBezTo>
                  <a:cubicBezTo>
                    <a:pt x="1263968" y="3904964"/>
                    <a:pt x="1379315" y="3841337"/>
                    <a:pt x="1498664" y="3786188"/>
                  </a:cubicBezTo>
                  <a:cubicBezTo>
                    <a:pt x="1573149" y="3751802"/>
                    <a:pt x="1649159" y="3720179"/>
                    <a:pt x="1716881" y="3674174"/>
                  </a:cubicBezTo>
                  <a:cubicBezTo>
                    <a:pt x="1794034" y="3621691"/>
                    <a:pt x="1856708" y="3551492"/>
                    <a:pt x="1913573" y="3477387"/>
                  </a:cubicBezTo>
                  <a:cubicBezTo>
                    <a:pt x="2016157" y="3343751"/>
                    <a:pt x="2099024" y="3196114"/>
                    <a:pt x="2167700" y="3042190"/>
                  </a:cubicBezTo>
                  <a:cubicBezTo>
                    <a:pt x="2206752" y="2954655"/>
                    <a:pt x="2241233" y="2865215"/>
                    <a:pt x="2273903" y="2775014"/>
                  </a:cubicBezTo>
                  <a:cubicBezTo>
                    <a:pt x="2328482" y="2624423"/>
                    <a:pt x="2379440" y="2471642"/>
                    <a:pt x="2463356" y="2335530"/>
                  </a:cubicBezTo>
                  <a:cubicBezTo>
                    <a:pt x="2542127" y="2207705"/>
                    <a:pt x="2647855" y="2099501"/>
                    <a:pt x="2741866" y="1982248"/>
                  </a:cubicBezTo>
                  <a:cubicBezTo>
                    <a:pt x="2830449" y="1871758"/>
                    <a:pt x="2908554" y="1753362"/>
                    <a:pt x="2985897" y="1634681"/>
                  </a:cubicBezTo>
                  <a:cubicBezTo>
                    <a:pt x="3071146" y="1503902"/>
                    <a:pt x="3156395" y="1372172"/>
                    <a:pt x="3212687" y="1226820"/>
                  </a:cubicBezTo>
                  <a:cubicBezTo>
                    <a:pt x="3246025" y="1140809"/>
                    <a:pt x="3268790" y="1051084"/>
                    <a:pt x="3281553" y="959644"/>
                  </a:cubicBezTo>
                  <a:cubicBezTo>
                    <a:pt x="3293555" y="874014"/>
                    <a:pt x="3296888" y="787527"/>
                    <a:pt x="3295936" y="701135"/>
                  </a:cubicBezTo>
                  <a:cubicBezTo>
                    <a:pt x="3294888" y="612172"/>
                    <a:pt x="3289268" y="523018"/>
                    <a:pt x="3267266" y="436817"/>
                  </a:cubicBezTo>
                  <a:cubicBezTo>
                    <a:pt x="3227832" y="282416"/>
                    <a:pt x="3105341" y="0"/>
                    <a:pt x="3105341" y="0"/>
                  </a:cubicBezTo>
                </a:path>
              </a:pathLst>
            </a:custGeom>
            <a:noFill/>
            <a:ln w="9525" cap="rnd">
              <a:solidFill>
                <a:schemeClr val="accent2">
                  <a:alpha val="75000"/>
                </a:schemeClr>
              </a:solidFill>
              <a:prstDash val="lgDash"/>
              <a:round/>
            </a:ln>
          </p:spPr>
          <p:txBody>
            <a:bodyPr rtlCol="0" anchor="ctr"/>
            <a:lstStyle/>
            <a:p>
              <a:endParaRPr lang="en-US"/>
            </a:p>
          </p:txBody>
        </p:sp>
        <p:sp>
          <p:nvSpPr>
            <p:cNvPr id="66" name="Freeform: Shape 65">
              <a:extLst>
                <a:ext uri="{FF2B5EF4-FFF2-40B4-BE49-F238E27FC236}">
                  <a16:creationId xmlns:a16="http://schemas.microsoft.com/office/drawing/2014/main" id="{DB12D0B8-9385-489A-85AE-3D14AD0BA2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73129" y="923925"/>
              <a:ext cx="2977477" cy="4627149"/>
            </a:xfrm>
            <a:custGeom>
              <a:avLst/>
              <a:gdLst>
                <a:gd name="connsiteX0" fmla="*/ 0 w 2977477"/>
                <a:gd name="connsiteY0" fmla="*/ 4627150 h 4627149"/>
                <a:gd name="connsiteX1" fmla="*/ 275082 w 2977477"/>
                <a:gd name="connsiteY1" fmla="*/ 4341590 h 4627149"/>
                <a:gd name="connsiteX2" fmla="*/ 502825 w 2977477"/>
                <a:gd name="connsiteY2" fmla="*/ 4054126 h 4627149"/>
                <a:gd name="connsiteX3" fmla="*/ 666179 w 2977477"/>
                <a:gd name="connsiteY3" fmla="*/ 3890677 h 4627149"/>
                <a:gd name="connsiteX4" fmla="*/ 864203 w 2977477"/>
                <a:gd name="connsiteY4" fmla="*/ 3675983 h 4627149"/>
                <a:gd name="connsiteX5" fmla="*/ 982599 w 2977477"/>
                <a:gd name="connsiteY5" fmla="*/ 3557492 h 4627149"/>
                <a:gd name="connsiteX6" fmla="*/ 1188244 w 2977477"/>
                <a:gd name="connsiteY6" fmla="*/ 3329654 h 4627149"/>
                <a:gd name="connsiteX7" fmla="*/ 1344740 w 2977477"/>
                <a:gd name="connsiteY7" fmla="*/ 3146774 h 4627149"/>
                <a:gd name="connsiteX8" fmla="*/ 1470755 w 2977477"/>
                <a:gd name="connsiteY8" fmla="*/ 2984659 h 4627149"/>
                <a:gd name="connsiteX9" fmla="*/ 1657636 w 2977477"/>
                <a:gd name="connsiteY9" fmla="*/ 2670239 h 4627149"/>
                <a:gd name="connsiteX10" fmla="*/ 1762887 w 2977477"/>
                <a:gd name="connsiteY10" fmla="*/ 2473547 h 4627149"/>
                <a:gd name="connsiteX11" fmla="*/ 1866710 w 2977477"/>
                <a:gd name="connsiteY11" fmla="*/ 2290667 h 4627149"/>
                <a:gd name="connsiteX12" fmla="*/ 2106263 w 2977477"/>
                <a:gd name="connsiteY12" fmla="*/ 2030254 h 4627149"/>
                <a:gd name="connsiteX13" fmla="*/ 2277237 w 2977477"/>
                <a:gd name="connsiteY13" fmla="*/ 1859185 h 4627149"/>
                <a:gd name="connsiteX14" fmla="*/ 2499455 w 2977477"/>
                <a:gd name="connsiteY14" fmla="*/ 1656207 h 4627149"/>
                <a:gd name="connsiteX15" fmla="*/ 2707100 w 2977477"/>
                <a:gd name="connsiteY15" fmla="*/ 1390269 h 4627149"/>
                <a:gd name="connsiteX16" fmla="*/ 2812352 w 2977477"/>
                <a:gd name="connsiteY16" fmla="*/ 1230916 h 4627149"/>
                <a:gd name="connsiteX17" fmla="*/ 2898172 w 2977477"/>
                <a:gd name="connsiteY17" fmla="*/ 1036987 h 4627149"/>
                <a:gd name="connsiteX18" fmla="*/ 2963228 w 2977477"/>
                <a:gd name="connsiteY18" fmla="*/ 850011 h 4627149"/>
                <a:gd name="connsiteX19" fmla="*/ 2977325 w 2977477"/>
                <a:gd name="connsiteY19" fmla="*/ 745427 h 4627149"/>
                <a:gd name="connsiteX20" fmla="*/ 2929509 w 2977477"/>
                <a:gd name="connsiteY20" fmla="*/ 480155 h 4627149"/>
                <a:gd name="connsiteX21" fmla="*/ 2563082 w 2977477"/>
                <a:gd name="connsiteY21" fmla="*/ 0 h 4627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77477" h="4627149">
                  <a:moveTo>
                    <a:pt x="0" y="4627150"/>
                  </a:moveTo>
                  <a:cubicBezTo>
                    <a:pt x="79820" y="4552283"/>
                    <a:pt x="203835" y="4424648"/>
                    <a:pt x="275082" y="4341590"/>
                  </a:cubicBezTo>
                  <a:cubicBezTo>
                    <a:pt x="354711" y="4248722"/>
                    <a:pt x="421005" y="4145090"/>
                    <a:pt x="502825" y="4054126"/>
                  </a:cubicBezTo>
                  <a:cubicBezTo>
                    <a:pt x="554355" y="3996881"/>
                    <a:pt x="612362" y="3945827"/>
                    <a:pt x="666179" y="3890677"/>
                  </a:cubicBezTo>
                  <a:cubicBezTo>
                    <a:pt x="734187" y="3821049"/>
                    <a:pt x="796671" y="3746183"/>
                    <a:pt x="864203" y="3675983"/>
                  </a:cubicBezTo>
                  <a:cubicBezTo>
                    <a:pt x="902875" y="3635788"/>
                    <a:pt x="943642" y="3597593"/>
                    <a:pt x="982599" y="3557492"/>
                  </a:cubicBezTo>
                  <a:cubicBezTo>
                    <a:pt x="1053941" y="3484150"/>
                    <a:pt x="1121378" y="3407093"/>
                    <a:pt x="1188244" y="3329654"/>
                  </a:cubicBezTo>
                  <a:cubicBezTo>
                    <a:pt x="1240631" y="3268885"/>
                    <a:pt x="1293495" y="3208496"/>
                    <a:pt x="1344740" y="3146774"/>
                  </a:cubicBezTo>
                  <a:cubicBezTo>
                    <a:pt x="1388459" y="3094101"/>
                    <a:pt x="1431512" y="3040761"/>
                    <a:pt x="1470755" y="2984659"/>
                  </a:cubicBezTo>
                  <a:cubicBezTo>
                    <a:pt x="1540764" y="2884646"/>
                    <a:pt x="1598771" y="2777109"/>
                    <a:pt x="1657636" y="2670239"/>
                  </a:cubicBezTo>
                  <a:cubicBezTo>
                    <a:pt x="1693545" y="2605088"/>
                    <a:pt x="1728502" y="2539460"/>
                    <a:pt x="1762887" y="2473547"/>
                  </a:cubicBezTo>
                  <a:cubicBezTo>
                    <a:pt x="1795367" y="2411349"/>
                    <a:pt x="1826419" y="2348103"/>
                    <a:pt x="1866710" y="2290667"/>
                  </a:cubicBezTo>
                  <a:cubicBezTo>
                    <a:pt x="1934623" y="2193893"/>
                    <a:pt x="2022729" y="2114169"/>
                    <a:pt x="2106263" y="2030254"/>
                  </a:cubicBezTo>
                  <a:cubicBezTo>
                    <a:pt x="2163128" y="1973104"/>
                    <a:pt x="2218182" y="1914049"/>
                    <a:pt x="2277237" y="1859185"/>
                  </a:cubicBezTo>
                  <a:cubicBezTo>
                    <a:pt x="2350770" y="1790891"/>
                    <a:pt x="2430304" y="1728978"/>
                    <a:pt x="2499455" y="1656207"/>
                  </a:cubicBezTo>
                  <a:cubicBezTo>
                    <a:pt x="2576989" y="1574578"/>
                    <a:pt x="2641568" y="1481900"/>
                    <a:pt x="2707100" y="1390269"/>
                  </a:cubicBezTo>
                  <a:cubicBezTo>
                    <a:pt x="2744153" y="1338453"/>
                    <a:pt x="2781586" y="1286732"/>
                    <a:pt x="2812352" y="1230916"/>
                  </a:cubicBezTo>
                  <a:cubicBezTo>
                    <a:pt x="2846546" y="1168908"/>
                    <a:pt x="2872550" y="1102900"/>
                    <a:pt x="2898172" y="1036987"/>
                  </a:cubicBezTo>
                  <a:cubicBezTo>
                    <a:pt x="2922175" y="975455"/>
                    <a:pt x="2948273" y="914305"/>
                    <a:pt x="2963228" y="850011"/>
                  </a:cubicBezTo>
                  <a:cubicBezTo>
                    <a:pt x="2971229" y="815626"/>
                    <a:pt x="2976563" y="780764"/>
                    <a:pt x="2977325" y="745427"/>
                  </a:cubicBezTo>
                  <a:cubicBezTo>
                    <a:pt x="2979230" y="654844"/>
                    <a:pt x="2963323" y="564261"/>
                    <a:pt x="2929509" y="480155"/>
                  </a:cubicBezTo>
                  <a:cubicBezTo>
                    <a:pt x="2851309" y="285655"/>
                    <a:pt x="2563082" y="0"/>
                    <a:pt x="2563082" y="0"/>
                  </a:cubicBezTo>
                </a:path>
              </a:pathLst>
            </a:custGeom>
            <a:noFill/>
            <a:ln w="9525" cap="rnd">
              <a:solidFill>
                <a:schemeClr val="accent2">
                  <a:alpha val="75000"/>
                </a:schemeClr>
              </a:solidFill>
              <a:prstDash val="lgDash"/>
              <a:round/>
            </a:ln>
          </p:spPr>
          <p:txBody>
            <a:bodyPr rtlCol="0" anchor="ctr"/>
            <a:lstStyle/>
            <a:p>
              <a:endParaRPr lang="en-US"/>
            </a:p>
          </p:txBody>
        </p:sp>
        <p:sp>
          <p:nvSpPr>
            <p:cNvPr id="67" name="Freeform: Shape 66">
              <a:extLst>
                <a:ext uri="{FF2B5EF4-FFF2-40B4-BE49-F238E27FC236}">
                  <a16:creationId xmlns:a16="http://schemas.microsoft.com/office/drawing/2014/main" id="{D158A14A-147E-4130-A5E2-38FD84B181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94561" y="923925"/>
              <a:ext cx="2356712" cy="4118991"/>
            </a:xfrm>
            <a:custGeom>
              <a:avLst/>
              <a:gdLst>
                <a:gd name="connsiteX0" fmla="*/ 1707071 w 2356712"/>
                <a:gd name="connsiteY0" fmla="*/ 0 h 4118991"/>
                <a:gd name="connsiteX1" fmla="*/ 1824514 w 2356712"/>
                <a:gd name="connsiteY1" fmla="*/ 244697 h 4118991"/>
                <a:gd name="connsiteX2" fmla="*/ 1908715 w 2356712"/>
                <a:gd name="connsiteY2" fmla="*/ 328994 h 4118991"/>
                <a:gd name="connsiteX3" fmla="*/ 2226469 w 2356712"/>
                <a:gd name="connsiteY3" fmla="*/ 603695 h 4118991"/>
                <a:gd name="connsiteX4" fmla="*/ 2355628 w 2356712"/>
                <a:gd name="connsiteY4" fmla="*/ 900494 h 4118991"/>
                <a:gd name="connsiteX5" fmla="*/ 2281428 w 2356712"/>
                <a:gd name="connsiteY5" fmla="*/ 1206913 h 4118991"/>
                <a:gd name="connsiteX6" fmla="*/ 2092452 w 2356712"/>
                <a:gd name="connsiteY6" fmla="*/ 1460659 h 4118991"/>
                <a:gd name="connsiteX7" fmla="*/ 1834039 w 2356712"/>
                <a:gd name="connsiteY7" fmla="*/ 1625822 h 4118991"/>
                <a:gd name="connsiteX8" fmla="*/ 1558862 w 2356712"/>
                <a:gd name="connsiteY8" fmla="*/ 1743075 h 4118991"/>
                <a:gd name="connsiteX9" fmla="*/ 1386554 w 2356712"/>
                <a:gd name="connsiteY9" fmla="*/ 1869948 h 4118991"/>
                <a:gd name="connsiteX10" fmla="*/ 1271683 w 2356712"/>
                <a:gd name="connsiteY10" fmla="*/ 2073402 h 4118991"/>
                <a:gd name="connsiteX11" fmla="*/ 1178338 w 2356712"/>
                <a:gd name="connsiteY11" fmla="*/ 2355914 h 4118991"/>
                <a:gd name="connsiteX12" fmla="*/ 1113758 w 2356712"/>
                <a:gd name="connsiteY12" fmla="*/ 2578513 h 4118991"/>
                <a:gd name="connsiteX13" fmla="*/ 1034796 w 2356712"/>
                <a:gd name="connsiteY13" fmla="*/ 2834640 h 4118991"/>
                <a:gd name="connsiteX14" fmla="*/ 905637 w 2356712"/>
                <a:gd name="connsiteY14" fmla="*/ 3081242 h 4118991"/>
                <a:gd name="connsiteX15" fmla="*/ 793147 w 2356712"/>
                <a:gd name="connsiteY15" fmla="*/ 3258407 h 4118991"/>
                <a:gd name="connsiteX16" fmla="*/ 546735 w 2356712"/>
                <a:gd name="connsiteY16" fmla="*/ 3571970 h 4118991"/>
                <a:gd name="connsiteX17" fmla="*/ 346996 w 2356712"/>
                <a:gd name="connsiteY17" fmla="*/ 3771900 h 4118991"/>
                <a:gd name="connsiteX18" fmla="*/ 174689 w 2356712"/>
                <a:gd name="connsiteY18" fmla="*/ 3944207 h 4118991"/>
                <a:gd name="connsiteX19" fmla="*/ 0 w 2356712"/>
                <a:gd name="connsiteY19" fmla="*/ 4118991 h 4118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356712" h="4118991">
                  <a:moveTo>
                    <a:pt x="1707071" y="0"/>
                  </a:moveTo>
                  <a:cubicBezTo>
                    <a:pt x="1715357" y="22098"/>
                    <a:pt x="1812608" y="224409"/>
                    <a:pt x="1824514" y="244697"/>
                  </a:cubicBezTo>
                  <a:cubicBezTo>
                    <a:pt x="1844802" y="279273"/>
                    <a:pt x="1876996" y="304324"/>
                    <a:pt x="1908715" y="328994"/>
                  </a:cubicBezTo>
                  <a:cubicBezTo>
                    <a:pt x="2019967" y="415195"/>
                    <a:pt x="2137886" y="494633"/>
                    <a:pt x="2226469" y="603695"/>
                  </a:cubicBezTo>
                  <a:cubicBezTo>
                    <a:pt x="2296287" y="689610"/>
                    <a:pt x="2347817" y="790480"/>
                    <a:pt x="2355628" y="900494"/>
                  </a:cubicBezTo>
                  <a:cubicBezTo>
                    <a:pt x="2363248" y="1007078"/>
                    <a:pt x="2329910" y="1111187"/>
                    <a:pt x="2281428" y="1206913"/>
                  </a:cubicBezTo>
                  <a:cubicBezTo>
                    <a:pt x="2233422" y="1301877"/>
                    <a:pt x="2170938" y="1388936"/>
                    <a:pt x="2092452" y="1460659"/>
                  </a:cubicBezTo>
                  <a:cubicBezTo>
                    <a:pt x="2016538" y="1530001"/>
                    <a:pt x="1927765" y="1583436"/>
                    <a:pt x="1834039" y="1625822"/>
                  </a:cubicBezTo>
                  <a:cubicBezTo>
                    <a:pt x="1743075" y="1666970"/>
                    <a:pt x="1647730" y="1697736"/>
                    <a:pt x="1558862" y="1743075"/>
                  </a:cubicBezTo>
                  <a:cubicBezTo>
                    <a:pt x="1494758" y="1775841"/>
                    <a:pt x="1434275" y="1816132"/>
                    <a:pt x="1386554" y="1869948"/>
                  </a:cubicBezTo>
                  <a:cubicBezTo>
                    <a:pt x="1334548" y="1928622"/>
                    <a:pt x="1300544" y="2000345"/>
                    <a:pt x="1271683" y="2073402"/>
                  </a:cubicBezTo>
                  <a:cubicBezTo>
                    <a:pt x="1235202" y="2165699"/>
                    <a:pt x="1206722" y="2260759"/>
                    <a:pt x="1178338" y="2355914"/>
                  </a:cubicBezTo>
                  <a:cubicBezTo>
                    <a:pt x="1156240" y="2429923"/>
                    <a:pt x="1134237" y="2504028"/>
                    <a:pt x="1113758" y="2578513"/>
                  </a:cubicBezTo>
                  <a:cubicBezTo>
                    <a:pt x="1090041" y="2664714"/>
                    <a:pt x="1068134" y="2751678"/>
                    <a:pt x="1034796" y="2834640"/>
                  </a:cubicBezTo>
                  <a:cubicBezTo>
                    <a:pt x="1000125" y="2920841"/>
                    <a:pt x="953643" y="3001613"/>
                    <a:pt x="905637" y="3081242"/>
                  </a:cubicBezTo>
                  <a:cubicBezTo>
                    <a:pt x="869442" y="3141155"/>
                    <a:pt x="832295" y="3200400"/>
                    <a:pt x="793147" y="3258407"/>
                  </a:cubicBezTo>
                  <a:cubicBezTo>
                    <a:pt x="718661" y="3368802"/>
                    <a:pt x="637223" y="3474434"/>
                    <a:pt x="546735" y="3571970"/>
                  </a:cubicBezTo>
                  <a:cubicBezTo>
                    <a:pt x="482632" y="3641027"/>
                    <a:pt x="414147" y="3705797"/>
                    <a:pt x="346996" y="3771900"/>
                  </a:cubicBezTo>
                  <a:cubicBezTo>
                    <a:pt x="288989" y="3828764"/>
                    <a:pt x="232029" y="3886676"/>
                    <a:pt x="174689" y="3944207"/>
                  </a:cubicBezTo>
                  <a:cubicBezTo>
                    <a:pt x="116586" y="4002596"/>
                    <a:pt x="58293" y="4060698"/>
                    <a:pt x="0" y="4118991"/>
                  </a:cubicBezTo>
                </a:path>
              </a:pathLst>
            </a:custGeom>
            <a:noFill/>
            <a:ln w="9525" cap="rnd">
              <a:solidFill>
                <a:schemeClr val="accent2">
                  <a:alpha val="75000"/>
                </a:schemeClr>
              </a:solidFill>
              <a:prstDash val="lgDash"/>
              <a:round/>
            </a:ln>
          </p:spPr>
          <p:txBody>
            <a:bodyPr rtlCol="0" anchor="ctr"/>
            <a:lstStyle/>
            <a:p>
              <a:endParaRPr lang="en-US"/>
            </a:p>
          </p:txBody>
        </p:sp>
        <p:sp>
          <p:nvSpPr>
            <p:cNvPr id="68" name="Freeform: Shape 67">
              <a:extLst>
                <a:ext uri="{FF2B5EF4-FFF2-40B4-BE49-F238E27FC236}">
                  <a16:creationId xmlns:a16="http://schemas.microsoft.com/office/drawing/2014/main" id="{75B8B1EB-5E2B-472C-AE60-2EC5961F16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73129" y="923925"/>
              <a:ext cx="2059193" cy="3980116"/>
            </a:xfrm>
            <a:custGeom>
              <a:avLst/>
              <a:gdLst>
                <a:gd name="connsiteX0" fmla="*/ 0 w 2059193"/>
                <a:gd name="connsiteY0" fmla="*/ 3980116 h 3980116"/>
                <a:gd name="connsiteX1" fmla="*/ 471583 w 2059193"/>
                <a:gd name="connsiteY1" fmla="*/ 3515678 h 3980116"/>
                <a:gd name="connsiteX2" fmla="*/ 758666 w 2059193"/>
                <a:gd name="connsiteY2" fmla="*/ 3163824 h 3980116"/>
                <a:gd name="connsiteX3" fmla="*/ 940499 w 2059193"/>
                <a:gd name="connsiteY3" fmla="*/ 2780824 h 3980116"/>
                <a:gd name="connsiteX4" fmla="*/ 1055370 w 2059193"/>
                <a:gd name="connsiteY4" fmla="*/ 2242185 h 3980116"/>
                <a:gd name="connsiteX5" fmla="*/ 1136714 w 2059193"/>
                <a:gd name="connsiteY5" fmla="*/ 1878330 h 3980116"/>
                <a:gd name="connsiteX6" fmla="*/ 1246727 w 2059193"/>
                <a:gd name="connsiteY6" fmla="*/ 1562386 h 3980116"/>
                <a:gd name="connsiteX7" fmla="*/ 1378363 w 2059193"/>
                <a:gd name="connsiteY7" fmla="*/ 1430750 h 3980116"/>
                <a:gd name="connsiteX8" fmla="*/ 1691831 w 2059193"/>
                <a:gd name="connsiteY8" fmla="*/ 1394841 h 3980116"/>
                <a:gd name="connsiteX9" fmla="*/ 1914335 w 2059193"/>
                <a:gd name="connsiteY9" fmla="*/ 1323023 h 3980116"/>
                <a:gd name="connsiteX10" fmla="*/ 2055495 w 2059193"/>
                <a:gd name="connsiteY10" fmla="*/ 1098042 h 3980116"/>
                <a:gd name="connsiteX11" fmla="*/ 2033969 w 2059193"/>
                <a:gd name="connsiteY11" fmla="*/ 930497 h 3980116"/>
                <a:gd name="connsiteX12" fmla="*/ 1885664 w 2059193"/>
                <a:gd name="connsiteY12" fmla="*/ 760571 h 3980116"/>
                <a:gd name="connsiteX13" fmla="*/ 1636871 w 2059193"/>
                <a:gd name="connsiteY13" fmla="*/ 612172 h 3980116"/>
                <a:gd name="connsiteX14" fmla="*/ 1335405 w 2059193"/>
                <a:gd name="connsiteY14" fmla="*/ 459010 h 3980116"/>
                <a:gd name="connsiteX15" fmla="*/ 1234916 w 2059193"/>
                <a:gd name="connsiteY15" fmla="*/ 269939 h 3980116"/>
                <a:gd name="connsiteX16" fmla="*/ 1386935 w 2059193"/>
                <a:gd name="connsiteY16" fmla="*/ 0 h 39801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9193" h="3980116">
                  <a:moveTo>
                    <a:pt x="0" y="3980116"/>
                  </a:moveTo>
                  <a:cubicBezTo>
                    <a:pt x="91345" y="3889534"/>
                    <a:pt x="382715" y="3608737"/>
                    <a:pt x="471583" y="3515678"/>
                  </a:cubicBezTo>
                  <a:cubicBezTo>
                    <a:pt x="576358" y="3405949"/>
                    <a:pt x="675989" y="3290983"/>
                    <a:pt x="758666" y="3163824"/>
                  </a:cubicBezTo>
                  <a:cubicBezTo>
                    <a:pt x="836105" y="3044857"/>
                    <a:pt x="897445" y="2916079"/>
                    <a:pt x="940499" y="2780824"/>
                  </a:cubicBezTo>
                  <a:cubicBezTo>
                    <a:pt x="996315" y="2605754"/>
                    <a:pt x="1020985" y="2422874"/>
                    <a:pt x="1055370" y="2242185"/>
                  </a:cubicBezTo>
                  <a:cubicBezTo>
                    <a:pt x="1078611" y="2120075"/>
                    <a:pt x="1107472" y="1999107"/>
                    <a:pt x="1136714" y="1878330"/>
                  </a:cubicBezTo>
                  <a:cubicBezTo>
                    <a:pt x="1163098" y="1769174"/>
                    <a:pt x="1189482" y="1658588"/>
                    <a:pt x="1246727" y="1562386"/>
                  </a:cubicBezTo>
                  <a:cubicBezTo>
                    <a:pt x="1279208" y="1507808"/>
                    <a:pt x="1321689" y="1459039"/>
                    <a:pt x="1378363" y="1430750"/>
                  </a:cubicBezTo>
                  <a:cubicBezTo>
                    <a:pt x="1473327" y="1383221"/>
                    <a:pt x="1584865" y="1402652"/>
                    <a:pt x="1691831" y="1394841"/>
                  </a:cubicBezTo>
                  <a:cubicBezTo>
                    <a:pt x="1771079" y="1389031"/>
                    <a:pt x="1849279" y="1368266"/>
                    <a:pt x="1914335" y="1323023"/>
                  </a:cubicBezTo>
                  <a:cubicBezTo>
                    <a:pt x="1989963" y="1270445"/>
                    <a:pt x="2041493" y="1189101"/>
                    <a:pt x="2055495" y="1098042"/>
                  </a:cubicBezTo>
                  <a:cubicBezTo>
                    <a:pt x="2064258" y="1041178"/>
                    <a:pt x="2057591" y="982980"/>
                    <a:pt x="2033969" y="930497"/>
                  </a:cubicBezTo>
                  <a:cubicBezTo>
                    <a:pt x="2002727" y="861060"/>
                    <a:pt x="1945958" y="807625"/>
                    <a:pt x="1885664" y="760571"/>
                  </a:cubicBezTo>
                  <a:cubicBezTo>
                    <a:pt x="1809179" y="700945"/>
                    <a:pt x="1725549" y="651415"/>
                    <a:pt x="1636871" y="612172"/>
                  </a:cubicBezTo>
                  <a:cubicBezTo>
                    <a:pt x="1532763" y="566071"/>
                    <a:pt x="1421606" y="532543"/>
                    <a:pt x="1335405" y="459010"/>
                  </a:cubicBezTo>
                  <a:cubicBezTo>
                    <a:pt x="1277969" y="409956"/>
                    <a:pt x="1232059" y="344615"/>
                    <a:pt x="1234916" y="269939"/>
                  </a:cubicBezTo>
                  <a:cubicBezTo>
                    <a:pt x="1237012" y="211741"/>
                    <a:pt x="1386935" y="0"/>
                    <a:pt x="1386935" y="0"/>
                  </a:cubicBezTo>
                </a:path>
              </a:pathLst>
            </a:custGeom>
            <a:noFill/>
            <a:ln w="9525" cap="rnd">
              <a:solidFill>
                <a:schemeClr val="accent2">
                  <a:alpha val="75000"/>
                </a:schemeClr>
              </a:solidFill>
              <a:prstDash val="lgDash"/>
              <a:round/>
            </a:ln>
          </p:spPr>
          <p:txBody>
            <a:bodyPr rtlCol="0" anchor="ctr"/>
            <a:lstStyle/>
            <a:p>
              <a:endParaRPr lang="en-US"/>
            </a:p>
          </p:txBody>
        </p:sp>
        <p:sp>
          <p:nvSpPr>
            <p:cNvPr id="69" name="Freeform: Shape 68">
              <a:extLst>
                <a:ext uri="{FF2B5EF4-FFF2-40B4-BE49-F238E27FC236}">
                  <a16:creationId xmlns:a16="http://schemas.microsoft.com/office/drawing/2014/main" id="{B4F5BD77-58D7-4B61-A666-1B4139A63A2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85131" y="1719357"/>
              <a:ext cx="743796" cy="2867501"/>
            </a:xfrm>
            <a:custGeom>
              <a:avLst/>
              <a:gdLst>
                <a:gd name="connsiteX0" fmla="*/ 11144 w 743796"/>
                <a:gd name="connsiteY0" fmla="*/ 0 h 2867501"/>
                <a:gd name="connsiteX1" fmla="*/ 353663 w 743796"/>
                <a:gd name="connsiteY1" fmla="*/ 55245 h 2867501"/>
                <a:gd name="connsiteX2" fmla="*/ 571405 w 743796"/>
                <a:gd name="connsiteY2" fmla="*/ 179737 h 2867501"/>
                <a:gd name="connsiteX3" fmla="*/ 688658 w 743796"/>
                <a:gd name="connsiteY3" fmla="*/ 368808 h 2867501"/>
                <a:gd name="connsiteX4" fmla="*/ 731711 w 743796"/>
                <a:gd name="connsiteY4" fmla="*/ 612934 h 2867501"/>
                <a:gd name="connsiteX5" fmla="*/ 725233 w 743796"/>
                <a:gd name="connsiteY5" fmla="*/ 995648 h 2867501"/>
                <a:gd name="connsiteX6" fmla="*/ 742855 w 743796"/>
                <a:gd name="connsiteY6" fmla="*/ 1499330 h 2867501"/>
                <a:gd name="connsiteX7" fmla="*/ 707898 w 743796"/>
                <a:gd name="connsiteY7" fmla="*/ 1793081 h 2867501"/>
                <a:gd name="connsiteX8" fmla="*/ 633222 w 743796"/>
                <a:gd name="connsiteY8" fmla="*/ 2073592 h 2867501"/>
                <a:gd name="connsiteX9" fmla="*/ 404527 w 743796"/>
                <a:gd name="connsiteY9" fmla="*/ 2472404 h 2867501"/>
                <a:gd name="connsiteX10" fmla="*/ 0 w 743796"/>
                <a:gd name="connsiteY10" fmla="*/ 2867501 h 2867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3796" h="2867501">
                  <a:moveTo>
                    <a:pt x="11144" y="0"/>
                  </a:moveTo>
                  <a:cubicBezTo>
                    <a:pt x="101060" y="2953"/>
                    <a:pt x="268796" y="25146"/>
                    <a:pt x="353663" y="55245"/>
                  </a:cubicBezTo>
                  <a:cubicBezTo>
                    <a:pt x="433483" y="83534"/>
                    <a:pt x="510635" y="120967"/>
                    <a:pt x="571405" y="179737"/>
                  </a:cubicBezTo>
                  <a:cubicBezTo>
                    <a:pt x="625412" y="231934"/>
                    <a:pt x="663607" y="297942"/>
                    <a:pt x="688658" y="368808"/>
                  </a:cubicBezTo>
                  <a:cubicBezTo>
                    <a:pt x="716375" y="447103"/>
                    <a:pt x="727996" y="529876"/>
                    <a:pt x="731711" y="612934"/>
                  </a:cubicBezTo>
                  <a:cubicBezTo>
                    <a:pt x="737426" y="740474"/>
                    <a:pt x="724948" y="867918"/>
                    <a:pt x="725233" y="995648"/>
                  </a:cubicBezTo>
                  <a:cubicBezTo>
                    <a:pt x="725710" y="1163765"/>
                    <a:pt x="748665" y="1331309"/>
                    <a:pt x="742855" y="1499330"/>
                  </a:cubicBezTo>
                  <a:cubicBezTo>
                    <a:pt x="739426" y="1598009"/>
                    <a:pt x="725996" y="1696022"/>
                    <a:pt x="707898" y="1793081"/>
                  </a:cubicBezTo>
                  <a:cubicBezTo>
                    <a:pt x="690086" y="1888426"/>
                    <a:pt x="666845" y="1982724"/>
                    <a:pt x="633222" y="2073592"/>
                  </a:cubicBezTo>
                  <a:cubicBezTo>
                    <a:pt x="579692" y="2218182"/>
                    <a:pt x="499682" y="2351056"/>
                    <a:pt x="404527" y="2472404"/>
                  </a:cubicBezTo>
                  <a:cubicBezTo>
                    <a:pt x="266033" y="2648902"/>
                    <a:pt x="179642" y="2732818"/>
                    <a:pt x="0" y="2867501"/>
                  </a:cubicBezTo>
                </a:path>
              </a:pathLst>
            </a:custGeom>
            <a:noFill/>
            <a:ln w="9525" cap="rnd">
              <a:solidFill>
                <a:schemeClr val="accent2">
                  <a:alpha val="75000"/>
                </a:schemeClr>
              </a:solidFill>
              <a:prstDash val="lgDash"/>
              <a:round/>
            </a:ln>
          </p:spPr>
          <p:txBody>
            <a:bodyPr rtlCol="0" anchor="ctr"/>
            <a:lstStyle/>
            <a:p>
              <a:endParaRPr lang="en-US"/>
            </a:p>
          </p:txBody>
        </p:sp>
        <p:sp>
          <p:nvSpPr>
            <p:cNvPr id="70" name="Freeform: Shape 69">
              <a:extLst>
                <a:ext uri="{FF2B5EF4-FFF2-40B4-BE49-F238E27FC236}">
                  <a16:creationId xmlns:a16="http://schemas.microsoft.com/office/drawing/2014/main" id="{F5CBEC6B-EDB6-40B8-8771-E5AF41B8D69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73129" y="1912731"/>
              <a:ext cx="597294" cy="2543540"/>
            </a:xfrm>
            <a:custGeom>
              <a:avLst/>
              <a:gdLst>
                <a:gd name="connsiteX0" fmla="*/ 16478 w 597294"/>
                <a:gd name="connsiteY0" fmla="*/ 2079 h 2543540"/>
                <a:gd name="connsiteX1" fmla="*/ 299847 w 597294"/>
                <a:gd name="connsiteY1" fmla="*/ 53991 h 2543540"/>
                <a:gd name="connsiteX2" fmla="*/ 503206 w 597294"/>
                <a:gd name="connsiteY2" fmla="*/ 291354 h 2543540"/>
                <a:gd name="connsiteX3" fmla="*/ 525113 w 597294"/>
                <a:gd name="connsiteY3" fmla="*/ 724265 h 2543540"/>
                <a:gd name="connsiteX4" fmla="*/ 578930 w 597294"/>
                <a:gd name="connsiteY4" fmla="*/ 1117267 h 2543540"/>
                <a:gd name="connsiteX5" fmla="*/ 592931 w 597294"/>
                <a:gd name="connsiteY5" fmla="*/ 1476359 h 2543540"/>
                <a:gd name="connsiteX6" fmla="*/ 503206 w 597294"/>
                <a:gd name="connsiteY6" fmla="*/ 1859359 h 2543540"/>
                <a:gd name="connsiteX7" fmla="*/ 291846 w 597294"/>
                <a:gd name="connsiteY7" fmla="*/ 2250361 h 2543540"/>
                <a:gd name="connsiteX8" fmla="*/ 0 w 597294"/>
                <a:gd name="connsiteY8" fmla="*/ 2543540 h 25435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7294" h="2543540">
                  <a:moveTo>
                    <a:pt x="16478" y="2079"/>
                  </a:moveTo>
                  <a:cubicBezTo>
                    <a:pt x="101441" y="-6684"/>
                    <a:pt x="224885" y="12557"/>
                    <a:pt x="299847" y="53991"/>
                  </a:cubicBezTo>
                  <a:cubicBezTo>
                    <a:pt x="394240" y="106092"/>
                    <a:pt x="468440" y="189341"/>
                    <a:pt x="503206" y="291354"/>
                  </a:cubicBezTo>
                  <a:cubicBezTo>
                    <a:pt x="550069" y="429085"/>
                    <a:pt x="520827" y="577770"/>
                    <a:pt x="525113" y="724265"/>
                  </a:cubicBezTo>
                  <a:cubicBezTo>
                    <a:pt x="529019" y="856472"/>
                    <a:pt x="561118" y="986012"/>
                    <a:pt x="578930" y="1117267"/>
                  </a:cubicBezTo>
                  <a:cubicBezTo>
                    <a:pt x="595122" y="1236234"/>
                    <a:pt x="602742" y="1356630"/>
                    <a:pt x="592931" y="1476359"/>
                  </a:cubicBezTo>
                  <a:cubicBezTo>
                    <a:pt x="582073" y="1607709"/>
                    <a:pt x="549783" y="1736011"/>
                    <a:pt x="503206" y="1859359"/>
                  </a:cubicBezTo>
                  <a:cubicBezTo>
                    <a:pt x="450628" y="1998710"/>
                    <a:pt x="383857" y="2133298"/>
                    <a:pt x="291846" y="2250361"/>
                  </a:cubicBezTo>
                  <a:cubicBezTo>
                    <a:pt x="231553" y="2327132"/>
                    <a:pt x="73819" y="2479532"/>
                    <a:pt x="0" y="2543540"/>
                  </a:cubicBezTo>
                </a:path>
              </a:pathLst>
            </a:custGeom>
            <a:noFill/>
            <a:ln w="9525" cap="rnd">
              <a:solidFill>
                <a:schemeClr val="accent2">
                  <a:alpha val="75000"/>
                </a:schemeClr>
              </a:solidFill>
              <a:prstDash val="lgDash"/>
              <a:round/>
            </a:ln>
          </p:spPr>
          <p:txBody>
            <a:bodyPr rtlCol="0" anchor="ctr"/>
            <a:lstStyle/>
            <a:p>
              <a:endParaRPr lang="en-US"/>
            </a:p>
          </p:txBody>
        </p:sp>
        <p:sp>
          <p:nvSpPr>
            <p:cNvPr id="25" name="Freeform: Shape 24">
              <a:extLst>
                <a:ext uri="{FF2B5EF4-FFF2-40B4-BE49-F238E27FC236}">
                  <a16:creationId xmlns:a16="http://schemas.microsoft.com/office/drawing/2014/main" id="{91BD0EE8-AA47-4044-9251-9F5A4B8201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91417" y="2227197"/>
              <a:ext cx="389425" cy="2011236"/>
            </a:xfrm>
            <a:custGeom>
              <a:avLst/>
              <a:gdLst>
                <a:gd name="connsiteX0" fmla="*/ 0 w 389425"/>
                <a:gd name="connsiteY0" fmla="*/ 33 h 2011236"/>
                <a:gd name="connsiteX1" fmla="*/ 171260 w 389425"/>
                <a:gd name="connsiteY1" fmla="*/ 60326 h 2011236"/>
                <a:gd name="connsiteX2" fmla="*/ 211455 w 389425"/>
                <a:gd name="connsiteY2" fmla="*/ 221204 h 2011236"/>
                <a:gd name="connsiteX3" fmla="*/ 243078 w 389425"/>
                <a:gd name="connsiteY3" fmla="*/ 448089 h 2011236"/>
                <a:gd name="connsiteX4" fmla="*/ 346424 w 389425"/>
                <a:gd name="connsiteY4" fmla="*/ 789941 h 2011236"/>
                <a:gd name="connsiteX5" fmla="*/ 372237 w 389425"/>
                <a:gd name="connsiteY5" fmla="*/ 942151 h 2011236"/>
                <a:gd name="connsiteX6" fmla="*/ 386620 w 389425"/>
                <a:gd name="connsiteY6" fmla="*/ 1272478 h 2011236"/>
                <a:gd name="connsiteX7" fmla="*/ 280416 w 389425"/>
                <a:gd name="connsiteY7" fmla="*/ 1660241 h 2011236"/>
                <a:gd name="connsiteX8" fmla="*/ 151257 w 389425"/>
                <a:gd name="connsiteY8" fmla="*/ 1844073 h 2011236"/>
                <a:gd name="connsiteX9" fmla="*/ 1905 w 389425"/>
                <a:gd name="connsiteY9" fmla="*/ 2011237 h 2011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9425" h="2011236">
                  <a:moveTo>
                    <a:pt x="0" y="33"/>
                  </a:moveTo>
                  <a:cubicBezTo>
                    <a:pt x="57912" y="-824"/>
                    <a:pt x="136112" y="14892"/>
                    <a:pt x="171260" y="60326"/>
                  </a:cubicBezTo>
                  <a:cubicBezTo>
                    <a:pt x="205645" y="104903"/>
                    <a:pt x="207740" y="164244"/>
                    <a:pt x="211455" y="221204"/>
                  </a:cubicBezTo>
                  <a:cubicBezTo>
                    <a:pt x="216408" y="297594"/>
                    <a:pt x="225838" y="373604"/>
                    <a:pt x="243078" y="448089"/>
                  </a:cubicBezTo>
                  <a:cubicBezTo>
                    <a:pt x="269939" y="564199"/>
                    <a:pt x="319183" y="673927"/>
                    <a:pt x="346424" y="789941"/>
                  </a:cubicBezTo>
                  <a:cubicBezTo>
                    <a:pt x="358235" y="840043"/>
                    <a:pt x="365951" y="891097"/>
                    <a:pt x="372237" y="942151"/>
                  </a:cubicBezTo>
                  <a:cubicBezTo>
                    <a:pt x="385858" y="1051784"/>
                    <a:pt x="394049" y="1162274"/>
                    <a:pt x="386620" y="1272478"/>
                  </a:cubicBezTo>
                  <a:cubicBezTo>
                    <a:pt x="377476" y="1407828"/>
                    <a:pt x="344996" y="1541178"/>
                    <a:pt x="280416" y="1660241"/>
                  </a:cubicBezTo>
                  <a:cubicBezTo>
                    <a:pt x="244602" y="1726249"/>
                    <a:pt x="199358" y="1786352"/>
                    <a:pt x="151257" y="1844073"/>
                  </a:cubicBezTo>
                  <a:cubicBezTo>
                    <a:pt x="79534" y="1930084"/>
                    <a:pt x="89345" y="1941419"/>
                    <a:pt x="1905" y="2011237"/>
                  </a:cubicBezTo>
                </a:path>
              </a:pathLst>
            </a:custGeom>
            <a:noFill/>
            <a:ln w="9525" cap="rnd">
              <a:solidFill>
                <a:schemeClr val="accent2">
                  <a:alpha val="75000"/>
                </a:schemeClr>
              </a:solidFill>
              <a:prstDash val="lgDash"/>
              <a:round/>
            </a:ln>
          </p:spPr>
          <p:txBody>
            <a:bodyPr rtlCol="0" anchor="ctr"/>
            <a:lstStyle/>
            <a:p>
              <a:endParaRPr lang="en-US"/>
            </a:p>
          </p:txBody>
        </p:sp>
      </p:grpSp>
      <p:grpSp>
        <p:nvGrpSpPr>
          <p:cNvPr id="71" name="Graphic 157">
            <a:extLst>
              <a:ext uri="{FF2B5EF4-FFF2-40B4-BE49-F238E27FC236}">
                <a16:creationId xmlns:a16="http://schemas.microsoft.com/office/drawing/2014/main" id="{C3279E8D-2BAA-4CB1-834B-09FADD54DE5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610600" y="3276600"/>
            <a:ext cx="3529260" cy="3581398"/>
            <a:chOff x="4114800" y="1423987"/>
            <a:chExt cx="3961542" cy="4007547"/>
          </a:xfrm>
          <a:noFill/>
        </p:grpSpPr>
        <p:sp>
          <p:nvSpPr>
            <p:cNvPr id="72" name="Freeform: Shape 71">
              <a:extLst>
                <a:ext uri="{FF2B5EF4-FFF2-40B4-BE49-F238E27FC236}">
                  <a16:creationId xmlns:a16="http://schemas.microsoft.com/office/drawing/2014/main" id="{3456F18E-4F61-486D-9CD6-65B30372C5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14800" y="1423987"/>
              <a:ext cx="3946874" cy="3989641"/>
            </a:xfrm>
            <a:custGeom>
              <a:avLst/>
              <a:gdLst>
                <a:gd name="connsiteX0" fmla="*/ 0 w 3946874"/>
                <a:gd name="connsiteY0" fmla="*/ 3989641 h 3989641"/>
                <a:gd name="connsiteX1" fmla="*/ 79439 w 3946874"/>
                <a:gd name="connsiteY1" fmla="*/ 3891153 h 3989641"/>
                <a:gd name="connsiteX2" fmla="*/ 297371 w 3946874"/>
                <a:gd name="connsiteY2" fmla="*/ 3626930 h 3989641"/>
                <a:gd name="connsiteX3" fmla="*/ 454343 w 3946874"/>
                <a:gd name="connsiteY3" fmla="*/ 3440335 h 3989641"/>
                <a:gd name="connsiteX4" fmla="*/ 622363 w 3946874"/>
                <a:gd name="connsiteY4" fmla="*/ 3290697 h 3989641"/>
                <a:gd name="connsiteX5" fmla="*/ 927068 w 3946874"/>
                <a:gd name="connsiteY5" fmla="*/ 3087434 h 3989641"/>
                <a:gd name="connsiteX6" fmla="*/ 1176338 w 3946874"/>
                <a:gd name="connsiteY6" fmla="*/ 2915603 h 3989641"/>
                <a:gd name="connsiteX7" fmla="*/ 1394270 w 3946874"/>
                <a:gd name="connsiteY7" fmla="*/ 2780729 h 3989641"/>
                <a:gd name="connsiteX8" fmla="*/ 1601057 w 3946874"/>
                <a:gd name="connsiteY8" fmla="*/ 2723483 h 3989641"/>
                <a:gd name="connsiteX9" fmla="*/ 1756220 w 3946874"/>
                <a:gd name="connsiteY9" fmla="*/ 2743772 h 3989641"/>
                <a:gd name="connsiteX10" fmla="*/ 1889189 w 3946874"/>
                <a:gd name="connsiteY10" fmla="*/ 2765965 h 3989641"/>
                <a:gd name="connsiteX11" fmla="*/ 2007394 w 3946874"/>
                <a:gd name="connsiteY11" fmla="*/ 2765965 h 3989641"/>
                <a:gd name="connsiteX12" fmla="*/ 2184654 w 3946874"/>
                <a:gd name="connsiteY12" fmla="*/ 2671763 h 3989641"/>
                <a:gd name="connsiteX13" fmla="*/ 2372773 w 3946874"/>
                <a:gd name="connsiteY13" fmla="*/ 2538984 h 3989641"/>
                <a:gd name="connsiteX14" fmla="*/ 2439543 w 3946874"/>
                <a:gd name="connsiteY14" fmla="*/ 2510504 h 3989641"/>
                <a:gd name="connsiteX15" fmla="*/ 2650617 w 3946874"/>
                <a:gd name="connsiteY15" fmla="*/ 2434781 h 3989641"/>
                <a:gd name="connsiteX16" fmla="*/ 2785110 w 3946874"/>
                <a:gd name="connsiteY16" fmla="*/ 2383060 h 3989641"/>
                <a:gd name="connsiteX17" fmla="*/ 2897315 w 3946874"/>
                <a:gd name="connsiteY17" fmla="*/ 2318861 h 3989641"/>
                <a:gd name="connsiteX18" fmla="*/ 2997994 w 3946874"/>
                <a:gd name="connsiteY18" fmla="*/ 2226183 h 3989641"/>
                <a:gd name="connsiteX19" fmla="*/ 3061240 w 3946874"/>
                <a:gd name="connsiteY19" fmla="*/ 2141506 h 3989641"/>
                <a:gd name="connsiteX20" fmla="*/ 3152108 w 3946874"/>
                <a:gd name="connsiteY20" fmla="*/ 2005203 h 3989641"/>
                <a:gd name="connsiteX21" fmla="*/ 3274124 w 3946874"/>
                <a:gd name="connsiteY21" fmla="*/ 1871567 h 3989641"/>
                <a:gd name="connsiteX22" fmla="*/ 3388138 w 3946874"/>
                <a:gd name="connsiteY22" fmla="*/ 1770888 h 3989641"/>
                <a:gd name="connsiteX23" fmla="*/ 3466529 w 3946874"/>
                <a:gd name="connsiteY23" fmla="*/ 1679162 h 3989641"/>
                <a:gd name="connsiteX24" fmla="*/ 3538633 w 3946874"/>
                <a:gd name="connsiteY24" fmla="*/ 1551718 h 3989641"/>
                <a:gd name="connsiteX25" fmla="*/ 3588544 w 3946874"/>
                <a:gd name="connsiteY25" fmla="*/ 1376172 h 3989641"/>
                <a:gd name="connsiteX26" fmla="*/ 3597402 w 3946874"/>
                <a:gd name="connsiteY26" fmla="*/ 1293305 h 3989641"/>
                <a:gd name="connsiteX27" fmla="*/ 3721227 w 3946874"/>
                <a:gd name="connsiteY27" fmla="*/ 880491 h 3989641"/>
                <a:gd name="connsiteX28" fmla="*/ 3761137 w 3946874"/>
                <a:gd name="connsiteY28" fmla="*/ 463677 h 3989641"/>
                <a:gd name="connsiteX29" fmla="*/ 3946874 w 3946874"/>
                <a:gd name="connsiteY29" fmla="*/ 0 h 3989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3946874" h="3989641">
                  <a:moveTo>
                    <a:pt x="0" y="3989641"/>
                  </a:moveTo>
                  <a:cubicBezTo>
                    <a:pt x="19050" y="3957257"/>
                    <a:pt x="50959" y="3916013"/>
                    <a:pt x="79439" y="3891153"/>
                  </a:cubicBezTo>
                  <a:cubicBezTo>
                    <a:pt x="165544" y="3815906"/>
                    <a:pt x="227933" y="3717989"/>
                    <a:pt x="297371" y="3626930"/>
                  </a:cubicBezTo>
                  <a:cubicBezTo>
                    <a:pt x="346615" y="3562255"/>
                    <a:pt x="398050" y="3499009"/>
                    <a:pt x="454343" y="3440335"/>
                  </a:cubicBezTo>
                  <a:cubicBezTo>
                    <a:pt x="506349" y="3386042"/>
                    <a:pt x="562642" y="3336227"/>
                    <a:pt x="622363" y="3290697"/>
                  </a:cubicBezTo>
                  <a:cubicBezTo>
                    <a:pt x="719519" y="3216688"/>
                    <a:pt x="824960" y="3154585"/>
                    <a:pt x="927068" y="3087434"/>
                  </a:cubicBezTo>
                  <a:cubicBezTo>
                    <a:pt x="1011365" y="3031998"/>
                    <a:pt x="1093565" y="2973324"/>
                    <a:pt x="1176338" y="2915603"/>
                  </a:cubicBezTo>
                  <a:cubicBezTo>
                    <a:pt x="1246537" y="2866644"/>
                    <a:pt x="1317308" y="2818066"/>
                    <a:pt x="1394270" y="2780729"/>
                  </a:cubicBezTo>
                  <a:cubicBezTo>
                    <a:pt x="1459421" y="2749106"/>
                    <a:pt x="1528763" y="2724436"/>
                    <a:pt x="1601057" y="2723483"/>
                  </a:cubicBezTo>
                  <a:cubicBezTo>
                    <a:pt x="1653350" y="2722721"/>
                    <a:pt x="1704785" y="2733485"/>
                    <a:pt x="1756220" y="2743772"/>
                  </a:cubicBezTo>
                  <a:cubicBezTo>
                    <a:pt x="1800320" y="2752630"/>
                    <a:pt x="1844612" y="2760250"/>
                    <a:pt x="1889189" y="2765965"/>
                  </a:cubicBezTo>
                  <a:cubicBezTo>
                    <a:pt x="1928622" y="2771013"/>
                    <a:pt x="1968437" y="2773299"/>
                    <a:pt x="2007394" y="2765965"/>
                  </a:cubicBezTo>
                  <a:cubicBezTo>
                    <a:pt x="2073878" y="2753487"/>
                    <a:pt x="2130647" y="2712911"/>
                    <a:pt x="2184654" y="2671763"/>
                  </a:cubicBezTo>
                  <a:cubicBezTo>
                    <a:pt x="2245900" y="2625090"/>
                    <a:pt x="2304002" y="2573465"/>
                    <a:pt x="2372773" y="2538984"/>
                  </a:cubicBezTo>
                  <a:cubicBezTo>
                    <a:pt x="2394395" y="2528126"/>
                    <a:pt x="2416874" y="2518982"/>
                    <a:pt x="2439543" y="2510504"/>
                  </a:cubicBezTo>
                  <a:cubicBezTo>
                    <a:pt x="2509552" y="2484215"/>
                    <a:pt x="2580037" y="2459450"/>
                    <a:pt x="2650617" y="2434781"/>
                  </a:cubicBezTo>
                  <a:cubicBezTo>
                    <a:pt x="2695956" y="2418874"/>
                    <a:pt x="2741295" y="2402872"/>
                    <a:pt x="2785110" y="2383060"/>
                  </a:cubicBezTo>
                  <a:cubicBezTo>
                    <a:pt x="2824448" y="2365248"/>
                    <a:pt x="2862358" y="2344198"/>
                    <a:pt x="2897315" y="2318861"/>
                  </a:cubicBezTo>
                  <a:cubicBezTo>
                    <a:pt x="2934367" y="2292096"/>
                    <a:pt x="2968085" y="2260854"/>
                    <a:pt x="2997994" y="2226183"/>
                  </a:cubicBezTo>
                  <a:cubicBezTo>
                    <a:pt x="3020949" y="2199513"/>
                    <a:pt x="3041714" y="2170938"/>
                    <a:pt x="3061240" y="2141506"/>
                  </a:cubicBezTo>
                  <a:cubicBezTo>
                    <a:pt x="3091529" y="2095976"/>
                    <a:pt x="3119533" y="2049018"/>
                    <a:pt x="3152108" y="2005203"/>
                  </a:cubicBezTo>
                  <a:cubicBezTo>
                    <a:pt x="3188113" y="1956626"/>
                    <a:pt x="3229261" y="1912144"/>
                    <a:pt x="3274124" y="1871567"/>
                  </a:cubicBezTo>
                  <a:cubicBezTo>
                    <a:pt x="3311747" y="1837563"/>
                    <a:pt x="3351848" y="1806321"/>
                    <a:pt x="3388138" y="1770888"/>
                  </a:cubicBezTo>
                  <a:cubicBezTo>
                    <a:pt x="3416999" y="1742694"/>
                    <a:pt x="3443002" y="1711833"/>
                    <a:pt x="3466529" y="1679162"/>
                  </a:cubicBezTo>
                  <a:cubicBezTo>
                    <a:pt x="3495008" y="1639348"/>
                    <a:pt x="3519392" y="1596771"/>
                    <a:pt x="3538633" y="1551718"/>
                  </a:cubicBezTo>
                  <a:cubicBezTo>
                    <a:pt x="3562731" y="1495616"/>
                    <a:pt x="3578924" y="1436465"/>
                    <a:pt x="3588544" y="1376172"/>
                  </a:cubicBezTo>
                  <a:cubicBezTo>
                    <a:pt x="3592925" y="1348740"/>
                    <a:pt x="3595688" y="1321022"/>
                    <a:pt x="3597402" y="1293305"/>
                  </a:cubicBezTo>
                  <a:cubicBezTo>
                    <a:pt x="3605974" y="1155859"/>
                    <a:pt x="3717703" y="1018127"/>
                    <a:pt x="3721227" y="880491"/>
                  </a:cubicBezTo>
                  <a:cubicBezTo>
                    <a:pt x="3724751" y="740855"/>
                    <a:pt x="3743135" y="602171"/>
                    <a:pt x="3761137" y="463677"/>
                  </a:cubicBezTo>
                  <a:cubicBezTo>
                    <a:pt x="3776186" y="347758"/>
                    <a:pt x="3934968" y="116205"/>
                    <a:pt x="3946874" y="0"/>
                  </a:cubicBezTo>
                </a:path>
              </a:pathLst>
            </a:custGeom>
            <a:noFill/>
            <a:ln w="9525" cap="rnd">
              <a:solidFill>
                <a:schemeClr val="accent2">
                  <a:alpha val="75000"/>
                </a:schemeClr>
              </a:solidFill>
              <a:prstDash val="lgDash"/>
              <a:round/>
            </a:ln>
          </p:spPr>
          <p:txBody>
            <a:bodyPr rtlCol="0" anchor="ctr"/>
            <a:lstStyle/>
            <a:p>
              <a:endParaRPr lang="en-US"/>
            </a:p>
          </p:txBody>
        </p:sp>
        <p:sp>
          <p:nvSpPr>
            <p:cNvPr id="73" name="Freeform: Shape 72">
              <a:extLst>
                <a:ext uri="{FF2B5EF4-FFF2-40B4-BE49-F238E27FC236}">
                  <a16:creationId xmlns:a16="http://schemas.microsoft.com/office/drawing/2014/main" id="{318DDF45-08F0-46B6-A0B7-133735C94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95978" y="2441733"/>
              <a:ext cx="3665410" cy="2985611"/>
            </a:xfrm>
            <a:custGeom>
              <a:avLst/>
              <a:gdLst>
                <a:gd name="connsiteX0" fmla="*/ 0 w 3665410"/>
                <a:gd name="connsiteY0" fmla="*/ 2985611 h 2985611"/>
                <a:gd name="connsiteX1" fmla="*/ 166211 w 3665410"/>
                <a:gd name="connsiteY1" fmla="*/ 2699766 h 2985611"/>
                <a:gd name="connsiteX2" fmla="*/ 397002 w 3665410"/>
                <a:gd name="connsiteY2" fmla="*/ 2414969 h 2985611"/>
                <a:gd name="connsiteX3" fmla="*/ 620173 w 3665410"/>
                <a:gd name="connsiteY3" fmla="*/ 2237899 h 2985611"/>
                <a:gd name="connsiteX4" fmla="*/ 823341 w 3665410"/>
                <a:gd name="connsiteY4" fmla="*/ 2085499 h 2985611"/>
                <a:gd name="connsiteX5" fmla="*/ 1089565 w 3665410"/>
                <a:gd name="connsiteY5" fmla="*/ 1911477 h 2985611"/>
                <a:gd name="connsiteX6" fmla="*/ 1145000 w 3665410"/>
                <a:gd name="connsiteY6" fmla="*/ 1886807 h 2985611"/>
                <a:gd name="connsiteX7" fmla="*/ 1375791 w 3665410"/>
                <a:gd name="connsiteY7" fmla="*/ 1842135 h 2985611"/>
                <a:gd name="connsiteX8" fmla="*/ 1486567 w 3665410"/>
                <a:gd name="connsiteY8" fmla="*/ 1857566 h 2985611"/>
                <a:gd name="connsiteX9" fmla="*/ 1568101 w 3665410"/>
                <a:gd name="connsiteY9" fmla="*/ 1871377 h 2985611"/>
                <a:gd name="connsiteX10" fmla="*/ 1810607 w 3665410"/>
                <a:gd name="connsiteY10" fmla="*/ 1871377 h 2985611"/>
                <a:gd name="connsiteX11" fmla="*/ 1997964 w 3665410"/>
                <a:gd name="connsiteY11" fmla="*/ 1790605 h 2985611"/>
                <a:gd name="connsiteX12" fmla="*/ 2109883 w 3665410"/>
                <a:gd name="connsiteY12" fmla="*/ 1702784 h 2985611"/>
                <a:gd name="connsiteX13" fmla="*/ 2321433 w 3665410"/>
                <a:gd name="connsiteY13" fmla="*/ 1552384 h 2985611"/>
                <a:gd name="connsiteX14" fmla="*/ 2558891 w 3665410"/>
                <a:gd name="connsiteY14" fmla="*/ 1453420 h 2985611"/>
                <a:gd name="connsiteX15" fmla="*/ 2709767 w 3665410"/>
                <a:gd name="connsiteY15" fmla="*/ 1377887 h 2985611"/>
                <a:gd name="connsiteX16" fmla="*/ 2885408 w 3665410"/>
                <a:gd name="connsiteY16" fmla="*/ 1237393 h 2985611"/>
                <a:gd name="connsiteX17" fmla="*/ 3017711 w 3665410"/>
                <a:gd name="connsiteY17" fmla="*/ 1072229 h 2985611"/>
                <a:gd name="connsiteX18" fmla="*/ 3150680 w 3665410"/>
                <a:gd name="connsiteY18" fmla="*/ 921830 h 2985611"/>
                <a:gd name="connsiteX19" fmla="*/ 3255169 w 3665410"/>
                <a:gd name="connsiteY19" fmla="*/ 801815 h 2985611"/>
                <a:gd name="connsiteX20" fmla="*/ 3339275 w 3665410"/>
                <a:gd name="connsiteY20" fmla="*/ 694182 h 2985611"/>
                <a:gd name="connsiteX21" fmla="*/ 3409188 w 3665410"/>
                <a:gd name="connsiteY21" fmla="*/ 546926 h 2985611"/>
                <a:gd name="connsiteX22" fmla="*/ 3464243 w 3665410"/>
                <a:gd name="connsiteY22" fmla="*/ 347663 h 2985611"/>
                <a:gd name="connsiteX23" fmla="*/ 3665411 w 3665410"/>
                <a:gd name="connsiteY23" fmla="*/ 0 h 2985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665410" h="2985611">
                  <a:moveTo>
                    <a:pt x="0" y="2985611"/>
                  </a:moveTo>
                  <a:cubicBezTo>
                    <a:pt x="0" y="2985611"/>
                    <a:pt x="86773" y="2802827"/>
                    <a:pt x="166211" y="2699766"/>
                  </a:cubicBezTo>
                  <a:cubicBezTo>
                    <a:pt x="240983" y="2602706"/>
                    <a:pt x="309182" y="2500122"/>
                    <a:pt x="397002" y="2414969"/>
                  </a:cubicBezTo>
                  <a:cubicBezTo>
                    <a:pt x="465296" y="2348865"/>
                    <a:pt x="543592" y="2294477"/>
                    <a:pt x="620173" y="2237899"/>
                  </a:cubicBezTo>
                  <a:cubicBezTo>
                    <a:pt x="688277" y="2187607"/>
                    <a:pt x="755333" y="2135886"/>
                    <a:pt x="823341" y="2085499"/>
                  </a:cubicBezTo>
                  <a:cubicBezTo>
                    <a:pt x="908685" y="2022253"/>
                    <a:pt x="994791" y="1959197"/>
                    <a:pt x="1089565" y="1911477"/>
                  </a:cubicBezTo>
                  <a:cubicBezTo>
                    <a:pt x="1107662" y="1902428"/>
                    <a:pt x="1126141" y="1894141"/>
                    <a:pt x="1145000" y="1886807"/>
                  </a:cubicBezTo>
                  <a:cubicBezTo>
                    <a:pt x="1218819" y="1858232"/>
                    <a:pt x="1296924" y="1838611"/>
                    <a:pt x="1375791" y="1842135"/>
                  </a:cubicBezTo>
                  <a:cubicBezTo>
                    <a:pt x="1413129" y="1843754"/>
                    <a:pt x="1449896" y="1850422"/>
                    <a:pt x="1486567" y="1857566"/>
                  </a:cubicBezTo>
                  <a:cubicBezTo>
                    <a:pt x="1513618" y="1862804"/>
                    <a:pt x="1540859" y="1867376"/>
                    <a:pt x="1568101" y="1871377"/>
                  </a:cubicBezTo>
                  <a:cubicBezTo>
                    <a:pt x="1648778" y="1883188"/>
                    <a:pt x="1730978" y="1887665"/>
                    <a:pt x="1810607" y="1871377"/>
                  </a:cubicBezTo>
                  <a:cubicBezTo>
                    <a:pt x="1877854" y="1857661"/>
                    <a:pt x="1941100" y="1829086"/>
                    <a:pt x="1997964" y="1790605"/>
                  </a:cubicBezTo>
                  <a:cubicBezTo>
                    <a:pt x="2037302" y="1764030"/>
                    <a:pt x="2073497" y="1733264"/>
                    <a:pt x="2109883" y="1702784"/>
                  </a:cubicBezTo>
                  <a:cubicBezTo>
                    <a:pt x="2176367" y="1647063"/>
                    <a:pt x="2244852" y="1593151"/>
                    <a:pt x="2321433" y="1552384"/>
                  </a:cubicBezTo>
                  <a:cubicBezTo>
                    <a:pt x="2397157" y="1512094"/>
                    <a:pt x="2479548" y="1486281"/>
                    <a:pt x="2558891" y="1453420"/>
                  </a:cubicBezTo>
                  <a:cubicBezTo>
                    <a:pt x="2610898" y="1431798"/>
                    <a:pt x="2661571" y="1407033"/>
                    <a:pt x="2709767" y="1377887"/>
                  </a:cubicBezTo>
                  <a:cubicBezTo>
                    <a:pt x="2774252" y="1338929"/>
                    <a:pt x="2834069" y="1292447"/>
                    <a:pt x="2885408" y="1237393"/>
                  </a:cubicBezTo>
                  <a:cubicBezTo>
                    <a:pt x="2933605" y="1185767"/>
                    <a:pt x="2973324" y="1127093"/>
                    <a:pt x="3017711" y="1072229"/>
                  </a:cubicBezTo>
                  <a:cubicBezTo>
                    <a:pt x="3059811" y="1020223"/>
                    <a:pt x="3105912" y="971645"/>
                    <a:pt x="3150680" y="921830"/>
                  </a:cubicBezTo>
                  <a:cubicBezTo>
                    <a:pt x="3186113" y="882396"/>
                    <a:pt x="3220593" y="842010"/>
                    <a:pt x="3255169" y="801815"/>
                  </a:cubicBezTo>
                  <a:cubicBezTo>
                    <a:pt x="3284887" y="767239"/>
                    <a:pt x="3314605" y="732473"/>
                    <a:pt x="3339275" y="694182"/>
                  </a:cubicBezTo>
                  <a:cubicBezTo>
                    <a:pt x="3368707" y="648367"/>
                    <a:pt x="3390138" y="597980"/>
                    <a:pt x="3409188" y="546926"/>
                  </a:cubicBezTo>
                  <a:cubicBezTo>
                    <a:pt x="3433382" y="482156"/>
                    <a:pt x="3453384" y="415861"/>
                    <a:pt x="3464243" y="347663"/>
                  </a:cubicBezTo>
                  <a:cubicBezTo>
                    <a:pt x="3476244" y="272224"/>
                    <a:pt x="3661696" y="76295"/>
                    <a:pt x="3665411" y="0"/>
                  </a:cubicBezTo>
                </a:path>
              </a:pathLst>
            </a:custGeom>
            <a:noFill/>
            <a:ln w="9525" cap="rnd">
              <a:solidFill>
                <a:schemeClr val="accent2">
                  <a:alpha val="75000"/>
                </a:schemeClr>
              </a:solidFill>
              <a:prstDash val="lgDash"/>
              <a:round/>
            </a:ln>
          </p:spPr>
          <p:txBody>
            <a:bodyPr rtlCol="0" anchor="ctr"/>
            <a:lstStyle/>
            <a:p>
              <a:endParaRPr lang="en-US"/>
            </a:p>
          </p:txBody>
        </p:sp>
        <p:sp>
          <p:nvSpPr>
            <p:cNvPr id="74" name="Freeform: Shape 73">
              <a:extLst>
                <a:ext uri="{FF2B5EF4-FFF2-40B4-BE49-F238E27FC236}">
                  <a16:creationId xmlns:a16="http://schemas.microsoft.com/office/drawing/2014/main" id="{B9D0CC0F-710D-43F4-BC86-7637674201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90402" y="5229700"/>
              <a:ext cx="285940" cy="199072"/>
            </a:xfrm>
            <a:custGeom>
              <a:avLst/>
              <a:gdLst>
                <a:gd name="connsiteX0" fmla="*/ 0 w 285940"/>
                <a:gd name="connsiteY0" fmla="*/ 199073 h 199072"/>
                <a:gd name="connsiteX1" fmla="*/ 285940 w 285940"/>
                <a:gd name="connsiteY1" fmla="*/ 0 h 199072"/>
              </a:gdLst>
              <a:ahLst/>
              <a:cxnLst>
                <a:cxn ang="0">
                  <a:pos x="connsiteX0" y="connsiteY0"/>
                </a:cxn>
                <a:cxn ang="0">
                  <a:pos x="connsiteX1" y="connsiteY1"/>
                </a:cxn>
              </a:cxnLst>
              <a:rect l="l" t="t" r="r" b="b"/>
              <a:pathLst>
                <a:path w="285940" h="199072">
                  <a:moveTo>
                    <a:pt x="0" y="199073"/>
                  </a:moveTo>
                  <a:cubicBezTo>
                    <a:pt x="0" y="199073"/>
                    <a:pt x="242125" y="39243"/>
                    <a:pt x="285940" y="0"/>
                  </a:cubicBezTo>
                </a:path>
              </a:pathLst>
            </a:custGeom>
            <a:noFill/>
            <a:ln w="9525" cap="rnd">
              <a:solidFill>
                <a:schemeClr val="accent2">
                  <a:alpha val="75000"/>
                </a:schemeClr>
              </a:solidFill>
              <a:prstDash val="lgDash"/>
              <a:round/>
            </a:ln>
          </p:spPr>
          <p:txBody>
            <a:bodyPr rtlCol="0" anchor="ctr"/>
            <a:lstStyle/>
            <a:p>
              <a:endParaRPr lang="en-US"/>
            </a:p>
          </p:txBody>
        </p:sp>
        <p:sp>
          <p:nvSpPr>
            <p:cNvPr id="75" name="Freeform: Shape 74">
              <a:extLst>
                <a:ext uri="{FF2B5EF4-FFF2-40B4-BE49-F238E27FC236}">
                  <a16:creationId xmlns:a16="http://schemas.microsoft.com/office/drawing/2014/main" id="{6FB36AB6-CB81-495A-8A33-C0BCE67D6F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393114" y="5049773"/>
              <a:ext cx="655796" cy="381190"/>
            </a:xfrm>
            <a:custGeom>
              <a:avLst/>
              <a:gdLst>
                <a:gd name="connsiteX0" fmla="*/ 0 w 655796"/>
                <a:gd name="connsiteY0" fmla="*/ 381190 h 381190"/>
                <a:gd name="connsiteX1" fmla="*/ 655796 w 655796"/>
                <a:gd name="connsiteY1" fmla="*/ 0 h 381190"/>
              </a:gdLst>
              <a:ahLst/>
              <a:cxnLst>
                <a:cxn ang="0">
                  <a:pos x="connsiteX0" y="connsiteY0"/>
                </a:cxn>
                <a:cxn ang="0">
                  <a:pos x="connsiteX1" y="connsiteY1"/>
                </a:cxn>
              </a:cxnLst>
              <a:rect l="l" t="t" r="r" b="b"/>
              <a:pathLst>
                <a:path w="655796" h="381190">
                  <a:moveTo>
                    <a:pt x="0" y="381190"/>
                  </a:moveTo>
                  <a:cubicBezTo>
                    <a:pt x="0" y="381190"/>
                    <a:pt x="461105" y="172117"/>
                    <a:pt x="655796" y="0"/>
                  </a:cubicBezTo>
                </a:path>
              </a:pathLst>
            </a:custGeom>
            <a:noFill/>
            <a:ln w="9525" cap="rnd">
              <a:solidFill>
                <a:schemeClr val="accent2">
                  <a:alpha val="75000"/>
                </a:schemeClr>
              </a:solidFill>
              <a:prstDash val="lgDash"/>
              <a:round/>
            </a:ln>
          </p:spPr>
          <p:txBody>
            <a:bodyPr rtlCol="0" anchor="ctr"/>
            <a:lstStyle/>
            <a:p>
              <a:endParaRPr lang="en-US"/>
            </a:p>
          </p:txBody>
        </p:sp>
        <p:sp>
          <p:nvSpPr>
            <p:cNvPr id="76" name="Freeform: Shape 75">
              <a:extLst>
                <a:ext uri="{FF2B5EF4-FFF2-40B4-BE49-F238E27FC236}">
                  <a16:creationId xmlns:a16="http://schemas.microsoft.com/office/drawing/2014/main" id="{1993F7E6-ABF6-482D-BEA5-B4E607DDB4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154072" y="3867816"/>
              <a:ext cx="2907315" cy="1544764"/>
            </a:xfrm>
            <a:custGeom>
              <a:avLst/>
              <a:gdLst>
                <a:gd name="connsiteX0" fmla="*/ 0 w 2907315"/>
                <a:gd name="connsiteY0" fmla="*/ 1544764 h 1544764"/>
                <a:gd name="connsiteX1" fmla="*/ 201644 w 2907315"/>
                <a:gd name="connsiteY1" fmla="*/ 1352550 h 1544764"/>
                <a:gd name="connsiteX2" fmla="*/ 423196 w 2907315"/>
                <a:gd name="connsiteY2" fmla="*/ 1196054 h 1544764"/>
                <a:gd name="connsiteX3" fmla="*/ 782193 w 2907315"/>
                <a:gd name="connsiteY3" fmla="*/ 1099947 h 1544764"/>
                <a:gd name="connsiteX4" fmla="*/ 1052513 w 2907315"/>
                <a:gd name="connsiteY4" fmla="*/ 1042321 h 1544764"/>
                <a:gd name="connsiteX5" fmla="*/ 1311783 w 2907315"/>
                <a:gd name="connsiteY5" fmla="*/ 1056037 h 1544764"/>
                <a:gd name="connsiteX6" fmla="*/ 1484662 w 2907315"/>
                <a:gd name="connsiteY6" fmla="*/ 1083469 h 1544764"/>
                <a:gd name="connsiteX7" fmla="*/ 1788224 w 2907315"/>
                <a:gd name="connsiteY7" fmla="*/ 1023080 h 1544764"/>
                <a:gd name="connsiteX8" fmla="*/ 2269045 w 2907315"/>
                <a:gd name="connsiteY8" fmla="*/ 734758 h 1544764"/>
                <a:gd name="connsiteX9" fmla="*/ 2534984 w 2907315"/>
                <a:gd name="connsiteY9" fmla="*/ 572738 h 1544764"/>
                <a:gd name="connsiteX10" fmla="*/ 2907316 w 2907315"/>
                <a:gd name="connsiteY10" fmla="*/ 0 h 1544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907315" h="1544764">
                  <a:moveTo>
                    <a:pt x="0" y="1544764"/>
                  </a:moveTo>
                  <a:cubicBezTo>
                    <a:pt x="0" y="1544764"/>
                    <a:pt x="98012" y="1443990"/>
                    <a:pt x="201644" y="1352550"/>
                  </a:cubicBezTo>
                  <a:cubicBezTo>
                    <a:pt x="271272" y="1291209"/>
                    <a:pt x="343662" y="1234249"/>
                    <a:pt x="423196" y="1196054"/>
                  </a:cubicBezTo>
                  <a:cubicBezTo>
                    <a:pt x="537591" y="1141095"/>
                    <a:pt x="661226" y="1127189"/>
                    <a:pt x="782193" y="1099947"/>
                  </a:cubicBezTo>
                  <a:cubicBezTo>
                    <a:pt x="872300" y="1079659"/>
                    <a:pt x="961358" y="1051370"/>
                    <a:pt x="1052513" y="1042321"/>
                  </a:cubicBezTo>
                  <a:cubicBezTo>
                    <a:pt x="1139000" y="1033653"/>
                    <a:pt x="1225868" y="1040321"/>
                    <a:pt x="1311783" y="1056037"/>
                  </a:cubicBezTo>
                  <a:cubicBezTo>
                    <a:pt x="1369314" y="1066609"/>
                    <a:pt x="1426559" y="1079373"/>
                    <a:pt x="1484662" y="1083469"/>
                  </a:cubicBezTo>
                  <a:cubicBezTo>
                    <a:pt x="1587913" y="1090803"/>
                    <a:pt x="1690402" y="1064800"/>
                    <a:pt x="1788224" y="1023080"/>
                  </a:cubicBezTo>
                  <a:cubicBezTo>
                    <a:pt x="1956721" y="951262"/>
                    <a:pt x="2106549" y="825722"/>
                    <a:pt x="2269045" y="734758"/>
                  </a:cubicBezTo>
                  <a:cubicBezTo>
                    <a:pt x="2359438" y="684181"/>
                    <a:pt x="2452497" y="640556"/>
                    <a:pt x="2534984" y="572738"/>
                  </a:cubicBezTo>
                  <a:cubicBezTo>
                    <a:pt x="2673001" y="459391"/>
                    <a:pt x="2847023" y="191453"/>
                    <a:pt x="2907316" y="0"/>
                  </a:cubicBezTo>
                </a:path>
              </a:pathLst>
            </a:custGeom>
            <a:noFill/>
            <a:ln w="9525" cap="rnd">
              <a:solidFill>
                <a:schemeClr val="accent2">
                  <a:alpha val="75000"/>
                </a:schemeClr>
              </a:solidFill>
              <a:prstDash val="lgDash"/>
              <a:round/>
            </a:ln>
          </p:spPr>
          <p:txBody>
            <a:bodyPr rtlCol="0" anchor="ctr"/>
            <a:lstStyle/>
            <a:p>
              <a:endParaRPr lang="en-US"/>
            </a:p>
          </p:txBody>
        </p:sp>
        <p:sp>
          <p:nvSpPr>
            <p:cNvPr id="77" name="Freeform: Shape 76">
              <a:extLst>
                <a:ext uri="{FF2B5EF4-FFF2-40B4-BE49-F238E27FC236}">
                  <a16:creationId xmlns:a16="http://schemas.microsoft.com/office/drawing/2014/main" id="{DCA0B097-C21A-40B4-95E4-2FFA9697F8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07946" y="3479100"/>
              <a:ext cx="3168300" cy="1952434"/>
            </a:xfrm>
            <a:custGeom>
              <a:avLst/>
              <a:gdLst>
                <a:gd name="connsiteX0" fmla="*/ 0 w 3168300"/>
                <a:gd name="connsiteY0" fmla="*/ 1952435 h 1952434"/>
                <a:gd name="connsiteX1" fmla="*/ 202121 w 3168300"/>
                <a:gd name="connsiteY1" fmla="*/ 1687068 h 1952434"/>
                <a:gd name="connsiteX2" fmla="*/ 545116 w 3168300"/>
                <a:gd name="connsiteY2" fmla="*/ 1450277 h 1952434"/>
                <a:gd name="connsiteX3" fmla="*/ 906780 w 3168300"/>
                <a:gd name="connsiteY3" fmla="*/ 1354455 h 1952434"/>
                <a:gd name="connsiteX4" fmla="*/ 1332262 w 3168300"/>
                <a:gd name="connsiteY4" fmla="*/ 1285304 h 1952434"/>
                <a:gd name="connsiteX5" fmla="*/ 1691259 w 3168300"/>
                <a:gd name="connsiteY5" fmla="*/ 1240060 h 1952434"/>
                <a:gd name="connsiteX6" fmla="*/ 2010346 w 3168300"/>
                <a:gd name="connsiteY6" fmla="*/ 1141667 h 1952434"/>
                <a:gd name="connsiteX7" fmla="*/ 2393252 w 3168300"/>
                <a:gd name="connsiteY7" fmla="*/ 1027271 h 1952434"/>
                <a:gd name="connsiteX8" fmla="*/ 2582037 w 3168300"/>
                <a:gd name="connsiteY8" fmla="*/ 958120 h 1952434"/>
                <a:gd name="connsiteX9" fmla="*/ 2760155 w 3168300"/>
                <a:gd name="connsiteY9" fmla="*/ 827723 h 1952434"/>
                <a:gd name="connsiteX10" fmla="*/ 2914364 w 3168300"/>
                <a:gd name="connsiteY10" fmla="*/ 567023 h 1952434"/>
                <a:gd name="connsiteX11" fmla="*/ 3168301 w 3168300"/>
                <a:gd name="connsiteY11" fmla="*/ 0 h 1952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68300" h="1952434">
                  <a:moveTo>
                    <a:pt x="0" y="1952435"/>
                  </a:moveTo>
                  <a:cubicBezTo>
                    <a:pt x="0" y="1952435"/>
                    <a:pt x="91059" y="1796415"/>
                    <a:pt x="202121" y="1687068"/>
                  </a:cubicBezTo>
                  <a:cubicBezTo>
                    <a:pt x="301943" y="1588675"/>
                    <a:pt x="416528" y="1505617"/>
                    <a:pt x="545116" y="1450277"/>
                  </a:cubicBezTo>
                  <a:cubicBezTo>
                    <a:pt x="659987" y="1400747"/>
                    <a:pt x="783622" y="1377601"/>
                    <a:pt x="906780" y="1354455"/>
                  </a:cubicBezTo>
                  <a:cubicBezTo>
                    <a:pt x="1048036" y="1327976"/>
                    <a:pt x="1189482" y="1301972"/>
                    <a:pt x="1332262" y="1285304"/>
                  </a:cubicBezTo>
                  <a:cubicBezTo>
                    <a:pt x="1452182" y="1271302"/>
                    <a:pt x="1573340" y="1265873"/>
                    <a:pt x="1691259" y="1240060"/>
                  </a:cubicBezTo>
                  <a:cubicBezTo>
                    <a:pt x="1800035" y="1216247"/>
                    <a:pt x="1904619" y="1176718"/>
                    <a:pt x="2010346" y="1141667"/>
                  </a:cubicBezTo>
                  <a:cubicBezTo>
                    <a:pt x="2136743" y="1099661"/>
                    <a:pt x="2265902" y="1066229"/>
                    <a:pt x="2393252" y="1027271"/>
                  </a:cubicBezTo>
                  <a:cubicBezTo>
                    <a:pt x="2457450" y="1007650"/>
                    <a:pt x="2521744" y="987552"/>
                    <a:pt x="2582037" y="958120"/>
                  </a:cubicBezTo>
                  <a:cubicBezTo>
                    <a:pt x="2648807" y="925449"/>
                    <a:pt x="2710815" y="883349"/>
                    <a:pt x="2760155" y="827723"/>
                  </a:cubicBezTo>
                  <a:cubicBezTo>
                    <a:pt x="2827496" y="751904"/>
                    <a:pt x="2867978" y="657511"/>
                    <a:pt x="2914364" y="567023"/>
                  </a:cubicBezTo>
                  <a:cubicBezTo>
                    <a:pt x="2972753" y="453200"/>
                    <a:pt x="3119152" y="118015"/>
                    <a:pt x="3168301" y="0"/>
                  </a:cubicBezTo>
                </a:path>
              </a:pathLst>
            </a:custGeom>
            <a:noFill/>
            <a:ln w="9525" cap="rnd">
              <a:solidFill>
                <a:schemeClr val="accent2">
                  <a:alpha val="75000"/>
                </a:schemeClr>
              </a:solidFill>
              <a:prstDash val="lgDash"/>
              <a:round/>
            </a:ln>
          </p:spPr>
          <p:txBody>
            <a:bodyPr rtlCol="0" anchor="ctr"/>
            <a:lstStyle/>
            <a:p>
              <a:endParaRPr lang="en-US"/>
            </a:p>
          </p:txBody>
        </p:sp>
        <p:sp>
          <p:nvSpPr>
            <p:cNvPr id="34" name="Freeform: Shape 33">
              <a:extLst>
                <a:ext uri="{FF2B5EF4-FFF2-40B4-BE49-F238E27FC236}">
                  <a16:creationId xmlns:a16="http://schemas.microsoft.com/office/drawing/2014/main" id="{AB2AF0F5-7EAA-4BAB-8DE2-D84E124170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04778" y="2976752"/>
              <a:ext cx="3356800" cy="2452020"/>
            </a:xfrm>
            <a:custGeom>
              <a:avLst/>
              <a:gdLst>
                <a:gd name="connsiteX0" fmla="*/ 0 w 3356800"/>
                <a:gd name="connsiteY0" fmla="*/ 2452021 h 2452020"/>
                <a:gd name="connsiteX1" fmla="*/ 130874 w 3356800"/>
                <a:gd name="connsiteY1" fmla="*/ 2247710 h 2452020"/>
                <a:gd name="connsiteX2" fmla="*/ 437197 w 3356800"/>
                <a:gd name="connsiteY2" fmla="*/ 1941195 h 2452020"/>
                <a:gd name="connsiteX3" fmla="*/ 737140 w 3356800"/>
                <a:gd name="connsiteY3" fmla="*/ 1736884 h 2452020"/>
                <a:gd name="connsiteX4" fmla="*/ 1031843 w 3356800"/>
                <a:gd name="connsiteY4" fmla="*/ 1685068 h 2452020"/>
                <a:gd name="connsiteX5" fmla="*/ 1287304 w 3356800"/>
                <a:gd name="connsiteY5" fmla="*/ 1655826 h 2452020"/>
                <a:gd name="connsiteX6" fmla="*/ 1471994 w 3356800"/>
                <a:gd name="connsiteY6" fmla="*/ 1634300 h 2452020"/>
                <a:gd name="connsiteX7" fmla="*/ 1898237 w 3356800"/>
                <a:gd name="connsiteY7" fmla="*/ 1512665 h 2452020"/>
                <a:gd name="connsiteX8" fmla="*/ 2229136 w 3356800"/>
                <a:gd name="connsiteY8" fmla="*/ 1355598 h 2452020"/>
                <a:gd name="connsiteX9" fmla="*/ 2512314 w 3356800"/>
                <a:gd name="connsiteY9" fmla="*/ 1238631 h 2452020"/>
                <a:gd name="connsiteX10" fmla="*/ 2758535 w 3356800"/>
                <a:gd name="connsiteY10" fmla="*/ 1096994 h 2452020"/>
                <a:gd name="connsiteX11" fmla="*/ 2935510 w 3356800"/>
                <a:gd name="connsiteY11" fmla="*/ 919925 h 2452020"/>
                <a:gd name="connsiteX12" fmla="*/ 3081719 w 3356800"/>
                <a:gd name="connsiteY12" fmla="*/ 687419 h 2452020"/>
                <a:gd name="connsiteX13" fmla="*/ 3356800 w 3356800"/>
                <a:gd name="connsiteY13" fmla="*/ 0 h 245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56800" h="2452020">
                  <a:moveTo>
                    <a:pt x="0" y="2452021"/>
                  </a:moveTo>
                  <a:cubicBezTo>
                    <a:pt x="0" y="2452021"/>
                    <a:pt x="57150" y="2344198"/>
                    <a:pt x="130874" y="2247710"/>
                  </a:cubicBezTo>
                  <a:cubicBezTo>
                    <a:pt x="218694" y="2132648"/>
                    <a:pt x="328136" y="2036635"/>
                    <a:pt x="437197" y="1941195"/>
                  </a:cubicBezTo>
                  <a:cubicBezTo>
                    <a:pt x="529304" y="1860709"/>
                    <a:pt x="623030" y="1779556"/>
                    <a:pt x="737140" y="1736884"/>
                  </a:cubicBezTo>
                  <a:cubicBezTo>
                    <a:pt x="830866" y="1701736"/>
                    <a:pt x="932021" y="1695450"/>
                    <a:pt x="1031843" y="1685068"/>
                  </a:cubicBezTo>
                  <a:cubicBezTo>
                    <a:pt x="1117092" y="1676210"/>
                    <a:pt x="1202055" y="1665160"/>
                    <a:pt x="1287304" y="1655826"/>
                  </a:cubicBezTo>
                  <a:cubicBezTo>
                    <a:pt x="1348931" y="1649063"/>
                    <a:pt x="1410653" y="1643539"/>
                    <a:pt x="1471994" y="1634300"/>
                  </a:cubicBezTo>
                  <a:cubicBezTo>
                    <a:pt x="1618679" y="1612011"/>
                    <a:pt x="1761935" y="1571149"/>
                    <a:pt x="1898237" y="1512665"/>
                  </a:cubicBezTo>
                  <a:cubicBezTo>
                    <a:pt x="2010442" y="1464564"/>
                    <a:pt x="2117503" y="1405128"/>
                    <a:pt x="2229136" y="1355598"/>
                  </a:cubicBezTo>
                  <a:cubicBezTo>
                    <a:pt x="2322481" y="1314164"/>
                    <a:pt x="2418969" y="1280160"/>
                    <a:pt x="2512314" y="1238631"/>
                  </a:cubicBezTo>
                  <a:cubicBezTo>
                    <a:pt x="2599087" y="1199960"/>
                    <a:pt x="2683193" y="1154811"/>
                    <a:pt x="2758535" y="1096994"/>
                  </a:cubicBezTo>
                  <a:cubicBezTo>
                    <a:pt x="2825020" y="1046035"/>
                    <a:pt x="2883789" y="985837"/>
                    <a:pt x="2935510" y="919925"/>
                  </a:cubicBezTo>
                  <a:cubicBezTo>
                    <a:pt x="2992184" y="847725"/>
                    <a:pt x="3039904" y="769144"/>
                    <a:pt x="3081719" y="687419"/>
                  </a:cubicBezTo>
                  <a:cubicBezTo>
                    <a:pt x="3138297" y="576739"/>
                    <a:pt x="3314129" y="116776"/>
                    <a:pt x="3356800" y="0"/>
                  </a:cubicBezTo>
                </a:path>
              </a:pathLst>
            </a:custGeom>
            <a:noFill/>
            <a:ln w="9525" cap="rnd">
              <a:solidFill>
                <a:schemeClr val="accent2">
                  <a:alpha val="75000"/>
                </a:schemeClr>
              </a:solidFill>
              <a:prstDash val="lgDash"/>
              <a:round/>
            </a:ln>
          </p:spPr>
          <p:txBody>
            <a:bodyPr rtlCol="0" anchor="ctr"/>
            <a:lstStyle/>
            <a:p>
              <a:endParaRPr lang="en-US"/>
            </a:p>
          </p:txBody>
        </p:sp>
      </p:grpSp>
      <p:sp useBgFill="1">
        <p:nvSpPr>
          <p:cNvPr id="36" name="Rectangle 35">
            <a:extLst>
              <a:ext uri="{FF2B5EF4-FFF2-40B4-BE49-F238E27FC236}">
                <a16:creationId xmlns:a16="http://schemas.microsoft.com/office/drawing/2014/main" id="{F1174801-1395-44C5-9B00-CCAC45C056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65000"/>
                  <a:lumOff val="35000"/>
                </a:schemeClr>
              </a:solidFill>
              <a:latin typeface="AvenirNext LT Pro Medium" panose="020B0504020202020204" pitchFamily="34" charset="0"/>
            </a:endParaRPr>
          </a:p>
        </p:txBody>
      </p:sp>
      <p:sp>
        <p:nvSpPr>
          <p:cNvPr id="38" name="Rectangle 37">
            <a:extLst>
              <a:ext uri="{FF2B5EF4-FFF2-40B4-BE49-F238E27FC236}">
                <a16:creationId xmlns:a16="http://schemas.microsoft.com/office/drawing/2014/main" id="{996DFAFB-BCE1-4BEC-82FB-D574234DEF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65000"/>
                  <a:lumOff val="35000"/>
                </a:schemeClr>
              </a:solidFill>
              <a:latin typeface="AvenirNext LT Pro Medium" panose="020B0504020202020204" pitchFamily="34" charset="0"/>
            </a:endParaRPr>
          </a:p>
        </p:txBody>
      </p:sp>
      <p:grpSp>
        <p:nvGrpSpPr>
          <p:cNvPr id="40" name="Bottom Right">
            <a:extLst>
              <a:ext uri="{FF2B5EF4-FFF2-40B4-BE49-F238E27FC236}">
                <a16:creationId xmlns:a16="http://schemas.microsoft.com/office/drawing/2014/main" id="{33609D13-CB83-4F4B-BB01-27F01BE4E91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980400" y="3276601"/>
            <a:ext cx="4211600" cy="3581399"/>
            <a:chOff x="7980400" y="3276601"/>
            <a:chExt cx="4211600" cy="3581399"/>
          </a:xfrm>
        </p:grpSpPr>
        <p:sp>
          <p:nvSpPr>
            <p:cNvPr id="78" name="Freeform: Shape 77">
              <a:extLst>
                <a:ext uri="{FF2B5EF4-FFF2-40B4-BE49-F238E27FC236}">
                  <a16:creationId xmlns:a16="http://schemas.microsoft.com/office/drawing/2014/main" id="{92BD156E-E42F-4CFB-89AD-312AEC75359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439256" y="6178637"/>
              <a:ext cx="1482102" cy="67936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tx1">
                    <a:lumMod val="65000"/>
                    <a:lumOff val="35000"/>
                  </a:schemeClr>
                </a:solidFill>
                <a:latin typeface="AvenirNext LT Pro Medium" panose="020B0504020202020204" pitchFamily="34" charset="0"/>
              </a:endParaRPr>
            </a:p>
          </p:txBody>
        </p:sp>
        <p:grpSp>
          <p:nvGrpSpPr>
            <p:cNvPr id="79" name="Graphic 157">
              <a:extLst>
                <a:ext uri="{FF2B5EF4-FFF2-40B4-BE49-F238E27FC236}">
                  <a16:creationId xmlns:a16="http://schemas.microsoft.com/office/drawing/2014/main" id="{C8B96A24-322B-419A-847B-E8C600AA5BEB}"/>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8662740" y="3276601"/>
              <a:ext cx="3529260" cy="3581398"/>
              <a:chOff x="4114800" y="1423987"/>
              <a:chExt cx="3961542" cy="4007547"/>
            </a:xfrm>
            <a:noFill/>
          </p:grpSpPr>
          <p:sp>
            <p:nvSpPr>
              <p:cNvPr id="80" name="Freeform: Shape 79">
                <a:extLst>
                  <a:ext uri="{FF2B5EF4-FFF2-40B4-BE49-F238E27FC236}">
                    <a16:creationId xmlns:a16="http://schemas.microsoft.com/office/drawing/2014/main" id="{427E1425-F9A6-4F2D-8335-CBA7062B91B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14800" y="1423987"/>
                <a:ext cx="3946874" cy="3989641"/>
              </a:xfrm>
              <a:custGeom>
                <a:avLst/>
                <a:gdLst>
                  <a:gd name="connsiteX0" fmla="*/ 0 w 3946874"/>
                  <a:gd name="connsiteY0" fmla="*/ 3989641 h 3989641"/>
                  <a:gd name="connsiteX1" fmla="*/ 79439 w 3946874"/>
                  <a:gd name="connsiteY1" fmla="*/ 3891153 h 3989641"/>
                  <a:gd name="connsiteX2" fmla="*/ 297371 w 3946874"/>
                  <a:gd name="connsiteY2" fmla="*/ 3626930 h 3989641"/>
                  <a:gd name="connsiteX3" fmla="*/ 454343 w 3946874"/>
                  <a:gd name="connsiteY3" fmla="*/ 3440335 h 3989641"/>
                  <a:gd name="connsiteX4" fmla="*/ 622363 w 3946874"/>
                  <a:gd name="connsiteY4" fmla="*/ 3290697 h 3989641"/>
                  <a:gd name="connsiteX5" fmla="*/ 927068 w 3946874"/>
                  <a:gd name="connsiteY5" fmla="*/ 3087434 h 3989641"/>
                  <a:gd name="connsiteX6" fmla="*/ 1176338 w 3946874"/>
                  <a:gd name="connsiteY6" fmla="*/ 2915603 h 3989641"/>
                  <a:gd name="connsiteX7" fmla="*/ 1394270 w 3946874"/>
                  <a:gd name="connsiteY7" fmla="*/ 2780729 h 3989641"/>
                  <a:gd name="connsiteX8" fmla="*/ 1601057 w 3946874"/>
                  <a:gd name="connsiteY8" fmla="*/ 2723483 h 3989641"/>
                  <a:gd name="connsiteX9" fmla="*/ 1756220 w 3946874"/>
                  <a:gd name="connsiteY9" fmla="*/ 2743772 h 3989641"/>
                  <a:gd name="connsiteX10" fmla="*/ 1889189 w 3946874"/>
                  <a:gd name="connsiteY10" fmla="*/ 2765965 h 3989641"/>
                  <a:gd name="connsiteX11" fmla="*/ 2007394 w 3946874"/>
                  <a:gd name="connsiteY11" fmla="*/ 2765965 h 3989641"/>
                  <a:gd name="connsiteX12" fmla="*/ 2184654 w 3946874"/>
                  <a:gd name="connsiteY12" fmla="*/ 2671763 h 3989641"/>
                  <a:gd name="connsiteX13" fmla="*/ 2372773 w 3946874"/>
                  <a:gd name="connsiteY13" fmla="*/ 2538984 h 3989641"/>
                  <a:gd name="connsiteX14" fmla="*/ 2439543 w 3946874"/>
                  <a:gd name="connsiteY14" fmla="*/ 2510504 h 3989641"/>
                  <a:gd name="connsiteX15" fmla="*/ 2650617 w 3946874"/>
                  <a:gd name="connsiteY15" fmla="*/ 2434781 h 3989641"/>
                  <a:gd name="connsiteX16" fmla="*/ 2785110 w 3946874"/>
                  <a:gd name="connsiteY16" fmla="*/ 2383060 h 3989641"/>
                  <a:gd name="connsiteX17" fmla="*/ 2897315 w 3946874"/>
                  <a:gd name="connsiteY17" fmla="*/ 2318861 h 3989641"/>
                  <a:gd name="connsiteX18" fmla="*/ 2997994 w 3946874"/>
                  <a:gd name="connsiteY18" fmla="*/ 2226183 h 3989641"/>
                  <a:gd name="connsiteX19" fmla="*/ 3061240 w 3946874"/>
                  <a:gd name="connsiteY19" fmla="*/ 2141506 h 3989641"/>
                  <a:gd name="connsiteX20" fmla="*/ 3152108 w 3946874"/>
                  <a:gd name="connsiteY20" fmla="*/ 2005203 h 3989641"/>
                  <a:gd name="connsiteX21" fmla="*/ 3274124 w 3946874"/>
                  <a:gd name="connsiteY21" fmla="*/ 1871567 h 3989641"/>
                  <a:gd name="connsiteX22" fmla="*/ 3388138 w 3946874"/>
                  <a:gd name="connsiteY22" fmla="*/ 1770888 h 3989641"/>
                  <a:gd name="connsiteX23" fmla="*/ 3466529 w 3946874"/>
                  <a:gd name="connsiteY23" fmla="*/ 1679162 h 3989641"/>
                  <a:gd name="connsiteX24" fmla="*/ 3538633 w 3946874"/>
                  <a:gd name="connsiteY24" fmla="*/ 1551718 h 3989641"/>
                  <a:gd name="connsiteX25" fmla="*/ 3588544 w 3946874"/>
                  <a:gd name="connsiteY25" fmla="*/ 1376172 h 3989641"/>
                  <a:gd name="connsiteX26" fmla="*/ 3597402 w 3946874"/>
                  <a:gd name="connsiteY26" fmla="*/ 1293305 h 3989641"/>
                  <a:gd name="connsiteX27" fmla="*/ 3721227 w 3946874"/>
                  <a:gd name="connsiteY27" fmla="*/ 880491 h 3989641"/>
                  <a:gd name="connsiteX28" fmla="*/ 3761137 w 3946874"/>
                  <a:gd name="connsiteY28" fmla="*/ 463677 h 3989641"/>
                  <a:gd name="connsiteX29" fmla="*/ 3946874 w 3946874"/>
                  <a:gd name="connsiteY29" fmla="*/ 0 h 3989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3946874" h="3989641">
                    <a:moveTo>
                      <a:pt x="0" y="3989641"/>
                    </a:moveTo>
                    <a:cubicBezTo>
                      <a:pt x="19050" y="3957257"/>
                      <a:pt x="50959" y="3916013"/>
                      <a:pt x="79439" y="3891153"/>
                    </a:cubicBezTo>
                    <a:cubicBezTo>
                      <a:pt x="165544" y="3815906"/>
                      <a:pt x="227933" y="3717989"/>
                      <a:pt x="297371" y="3626930"/>
                    </a:cubicBezTo>
                    <a:cubicBezTo>
                      <a:pt x="346615" y="3562255"/>
                      <a:pt x="398050" y="3499009"/>
                      <a:pt x="454343" y="3440335"/>
                    </a:cubicBezTo>
                    <a:cubicBezTo>
                      <a:pt x="506349" y="3386042"/>
                      <a:pt x="562642" y="3336227"/>
                      <a:pt x="622363" y="3290697"/>
                    </a:cubicBezTo>
                    <a:cubicBezTo>
                      <a:pt x="719519" y="3216688"/>
                      <a:pt x="824960" y="3154585"/>
                      <a:pt x="927068" y="3087434"/>
                    </a:cubicBezTo>
                    <a:cubicBezTo>
                      <a:pt x="1011365" y="3031998"/>
                      <a:pt x="1093565" y="2973324"/>
                      <a:pt x="1176338" y="2915603"/>
                    </a:cubicBezTo>
                    <a:cubicBezTo>
                      <a:pt x="1246537" y="2866644"/>
                      <a:pt x="1317308" y="2818066"/>
                      <a:pt x="1394270" y="2780729"/>
                    </a:cubicBezTo>
                    <a:cubicBezTo>
                      <a:pt x="1459421" y="2749106"/>
                      <a:pt x="1528763" y="2724436"/>
                      <a:pt x="1601057" y="2723483"/>
                    </a:cubicBezTo>
                    <a:cubicBezTo>
                      <a:pt x="1653350" y="2722721"/>
                      <a:pt x="1704785" y="2733485"/>
                      <a:pt x="1756220" y="2743772"/>
                    </a:cubicBezTo>
                    <a:cubicBezTo>
                      <a:pt x="1800320" y="2752630"/>
                      <a:pt x="1844612" y="2760250"/>
                      <a:pt x="1889189" y="2765965"/>
                    </a:cubicBezTo>
                    <a:cubicBezTo>
                      <a:pt x="1928622" y="2771013"/>
                      <a:pt x="1968437" y="2773299"/>
                      <a:pt x="2007394" y="2765965"/>
                    </a:cubicBezTo>
                    <a:cubicBezTo>
                      <a:pt x="2073878" y="2753487"/>
                      <a:pt x="2130647" y="2712911"/>
                      <a:pt x="2184654" y="2671763"/>
                    </a:cubicBezTo>
                    <a:cubicBezTo>
                      <a:pt x="2245900" y="2625090"/>
                      <a:pt x="2304002" y="2573465"/>
                      <a:pt x="2372773" y="2538984"/>
                    </a:cubicBezTo>
                    <a:cubicBezTo>
                      <a:pt x="2394395" y="2528126"/>
                      <a:pt x="2416874" y="2518982"/>
                      <a:pt x="2439543" y="2510504"/>
                    </a:cubicBezTo>
                    <a:cubicBezTo>
                      <a:pt x="2509552" y="2484215"/>
                      <a:pt x="2580037" y="2459450"/>
                      <a:pt x="2650617" y="2434781"/>
                    </a:cubicBezTo>
                    <a:cubicBezTo>
                      <a:pt x="2695956" y="2418874"/>
                      <a:pt x="2741295" y="2402872"/>
                      <a:pt x="2785110" y="2383060"/>
                    </a:cubicBezTo>
                    <a:cubicBezTo>
                      <a:pt x="2824448" y="2365248"/>
                      <a:pt x="2862358" y="2344198"/>
                      <a:pt x="2897315" y="2318861"/>
                    </a:cubicBezTo>
                    <a:cubicBezTo>
                      <a:pt x="2934367" y="2292096"/>
                      <a:pt x="2968085" y="2260854"/>
                      <a:pt x="2997994" y="2226183"/>
                    </a:cubicBezTo>
                    <a:cubicBezTo>
                      <a:pt x="3020949" y="2199513"/>
                      <a:pt x="3041714" y="2170938"/>
                      <a:pt x="3061240" y="2141506"/>
                    </a:cubicBezTo>
                    <a:cubicBezTo>
                      <a:pt x="3091529" y="2095976"/>
                      <a:pt x="3119533" y="2049018"/>
                      <a:pt x="3152108" y="2005203"/>
                    </a:cubicBezTo>
                    <a:cubicBezTo>
                      <a:pt x="3188113" y="1956626"/>
                      <a:pt x="3229261" y="1912144"/>
                      <a:pt x="3274124" y="1871567"/>
                    </a:cubicBezTo>
                    <a:cubicBezTo>
                      <a:pt x="3311747" y="1837563"/>
                      <a:pt x="3351848" y="1806321"/>
                      <a:pt x="3388138" y="1770888"/>
                    </a:cubicBezTo>
                    <a:cubicBezTo>
                      <a:pt x="3416999" y="1742694"/>
                      <a:pt x="3443002" y="1711833"/>
                      <a:pt x="3466529" y="1679162"/>
                    </a:cubicBezTo>
                    <a:cubicBezTo>
                      <a:pt x="3495008" y="1639348"/>
                      <a:pt x="3519392" y="1596771"/>
                      <a:pt x="3538633" y="1551718"/>
                    </a:cubicBezTo>
                    <a:cubicBezTo>
                      <a:pt x="3562731" y="1495616"/>
                      <a:pt x="3578924" y="1436465"/>
                      <a:pt x="3588544" y="1376172"/>
                    </a:cubicBezTo>
                    <a:cubicBezTo>
                      <a:pt x="3592925" y="1348740"/>
                      <a:pt x="3595688" y="1321022"/>
                      <a:pt x="3597402" y="1293305"/>
                    </a:cubicBezTo>
                    <a:cubicBezTo>
                      <a:pt x="3605974" y="1155859"/>
                      <a:pt x="3717703" y="1018127"/>
                      <a:pt x="3721227" y="880491"/>
                    </a:cubicBezTo>
                    <a:cubicBezTo>
                      <a:pt x="3724751" y="740855"/>
                      <a:pt x="3743135" y="602171"/>
                      <a:pt x="3761137" y="463677"/>
                    </a:cubicBezTo>
                    <a:cubicBezTo>
                      <a:pt x="3776186" y="347758"/>
                      <a:pt x="3934968" y="116205"/>
                      <a:pt x="3946874" y="0"/>
                    </a:cubicBezTo>
                  </a:path>
                </a:pathLst>
              </a:custGeom>
              <a:noFill/>
              <a:ln w="9525" cap="rnd">
                <a:solidFill>
                  <a:schemeClr val="accent2">
                    <a:alpha val="35000"/>
                  </a:schemeClr>
                </a:solidFill>
                <a:prstDash val="lgDash"/>
                <a:round/>
              </a:ln>
            </p:spPr>
            <p:txBody>
              <a:bodyPr rtlCol="0" anchor="ctr"/>
              <a:lstStyle/>
              <a:p>
                <a:endParaRPr lang="en-US"/>
              </a:p>
            </p:txBody>
          </p:sp>
          <p:sp>
            <p:nvSpPr>
              <p:cNvPr id="81" name="Freeform: Shape 80">
                <a:extLst>
                  <a:ext uri="{FF2B5EF4-FFF2-40B4-BE49-F238E27FC236}">
                    <a16:creationId xmlns:a16="http://schemas.microsoft.com/office/drawing/2014/main" id="{57DF7F24-8721-4CD5-AE3B-C72BCE2882E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95978" y="2441733"/>
                <a:ext cx="3665410" cy="2985611"/>
              </a:xfrm>
              <a:custGeom>
                <a:avLst/>
                <a:gdLst>
                  <a:gd name="connsiteX0" fmla="*/ 0 w 3665410"/>
                  <a:gd name="connsiteY0" fmla="*/ 2985611 h 2985611"/>
                  <a:gd name="connsiteX1" fmla="*/ 166211 w 3665410"/>
                  <a:gd name="connsiteY1" fmla="*/ 2699766 h 2985611"/>
                  <a:gd name="connsiteX2" fmla="*/ 397002 w 3665410"/>
                  <a:gd name="connsiteY2" fmla="*/ 2414969 h 2985611"/>
                  <a:gd name="connsiteX3" fmla="*/ 620173 w 3665410"/>
                  <a:gd name="connsiteY3" fmla="*/ 2237899 h 2985611"/>
                  <a:gd name="connsiteX4" fmla="*/ 823341 w 3665410"/>
                  <a:gd name="connsiteY4" fmla="*/ 2085499 h 2985611"/>
                  <a:gd name="connsiteX5" fmla="*/ 1089565 w 3665410"/>
                  <a:gd name="connsiteY5" fmla="*/ 1911477 h 2985611"/>
                  <a:gd name="connsiteX6" fmla="*/ 1145000 w 3665410"/>
                  <a:gd name="connsiteY6" fmla="*/ 1886807 h 2985611"/>
                  <a:gd name="connsiteX7" fmla="*/ 1375791 w 3665410"/>
                  <a:gd name="connsiteY7" fmla="*/ 1842135 h 2985611"/>
                  <a:gd name="connsiteX8" fmla="*/ 1486567 w 3665410"/>
                  <a:gd name="connsiteY8" fmla="*/ 1857566 h 2985611"/>
                  <a:gd name="connsiteX9" fmla="*/ 1568101 w 3665410"/>
                  <a:gd name="connsiteY9" fmla="*/ 1871377 h 2985611"/>
                  <a:gd name="connsiteX10" fmla="*/ 1810607 w 3665410"/>
                  <a:gd name="connsiteY10" fmla="*/ 1871377 h 2985611"/>
                  <a:gd name="connsiteX11" fmla="*/ 1997964 w 3665410"/>
                  <a:gd name="connsiteY11" fmla="*/ 1790605 h 2985611"/>
                  <a:gd name="connsiteX12" fmla="*/ 2109883 w 3665410"/>
                  <a:gd name="connsiteY12" fmla="*/ 1702784 h 2985611"/>
                  <a:gd name="connsiteX13" fmla="*/ 2321433 w 3665410"/>
                  <a:gd name="connsiteY13" fmla="*/ 1552384 h 2985611"/>
                  <a:gd name="connsiteX14" fmla="*/ 2558891 w 3665410"/>
                  <a:gd name="connsiteY14" fmla="*/ 1453420 h 2985611"/>
                  <a:gd name="connsiteX15" fmla="*/ 2709767 w 3665410"/>
                  <a:gd name="connsiteY15" fmla="*/ 1377887 h 2985611"/>
                  <a:gd name="connsiteX16" fmla="*/ 2885408 w 3665410"/>
                  <a:gd name="connsiteY16" fmla="*/ 1237393 h 2985611"/>
                  <a:gd name="connsiteX17" fmla="*/ 3017711 w 3665410"/>
                  <a:gd name="connsiteY17" fmla="*/ 1072229 h 2985611"/>
                  <a:gd name="connsiteX18" fmla="*/ 3150680 w 3665410"/>
                  <a:gd name="connsiteY18" fmla="*/ 921830 h 2985611"/>
                  <a:gd name="connsiteX19" fmla="*/ 3255169 w 3665410"/>
                  <a:gd name="connsiteY19" fmla="*/ 801815 h 2985611"/>
                  <a:gd name="connsiteX20" fmla="*/ 3339275 w 3665410"/>
                  <a:gd name="connsiteY20" fmla="*/ 694182 h 2985611"/>
                  <a:gd name="connsiteX21" fmla="*/ 3409188 w 3665410"/>
                  <a:gd name="connsiteY21" fmla="*/ 546926 h 2985611"/>
                  <a:gd name="connsiteX22" fmla="*/ 3464243 w 3665410"/>
                  <a:gd name="connsiteY22" fmla="*/ 347663 h 2985611"/>
                  <a:gd name="connsiteX23" fmla="*/ 3665411 w 3665410"/>
                  <a:gd name="connsiteY23" fmla="*/ 0 h 2985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665410" h="2985611">
                    <a:moveTo>
                      <a:pt x="0" y="2985611"/>
                    </a:moveTo>
                    <a:cubicBezTo>
                      <a:pt x="0" y="2985611"/>
                      <a:pt x="86773" y="2802827"/>
                      <a:pt x="166211" y="2699766"/>
                    </a:cubicBezTo>
                    <a:cubicBezTo>
                      <a:pt x="240983" y="2602706"/>
                      <a:pt x="309182" y="2500122"/>
                      <a:pt x="397002" y="2414969"/>
                    </a:cubicBezTo>
                    <a:cubicBezTo>
                      <a:pt x="465296" y="2348865"/>
                      <a:pt x="543592" y="2294477"/>
                      <a:pt x="620173" y="2237899"/>
                    </a:cubicBezTo>
                    <a:cubicBezTo>
                      <a:pt x="688277" y="2187607"/>
                      <a:pt x="755333" y="2135886"/>
                      <a:pt x="823341" y="2085499"/>
                    </a:cubicBezTo>
                    <a:cubicBezTo>
                      <a:pt x="908685" y="2022253"/>
                      <a:pt x="994791" y="1959197"/>
                      <a:pt x="1089565" y="1911477"/>
                    </a:cubicBezTo>
                    <a:cubicBezTo>
                      <a:pt x="1107662" y="1902428"/>
                      <a:pt x="1126141" y="1894141"/>
                      <a:pt x="1145000" y="1886807"/>
                    </a:cubicBezTo>
                    <a:cubicBezTo>
                      <a:pt x="1218819" y="1858232"/>
                      <a:pt x="1296924" y="1838611"/>
                      <a:pt x="1375791" y="1842135"/>
                    </a:cubicBezTo>
                    <a:cubicBezTo>
                      <a:pt x="1413129" y="1843754"/>
                      <a:pt x="1449896" y="1850422"/>
                      <a:pt x="1486567" y="1857566"/>
                    </a:cubicBezTo>
                    <a:cubicBezTo>
                      <a:pt x="1513618" y="1862804"/>
                      <a:pt x="1540859" y="1867376"/>
                      <a:pt x="1568101" y="1871377"/>
                    </a:cubicBezTo>
                    <a:cubicBezTo>
                      <a:pt x="1648778" y="1883188"/>
                      <a:pt x="1730978" y="1887665"/>
                      <a:pt x="1810607" y="1871377"/>
                    </a:cubicBezTo>
                    <a:cubicBezTo>
                      <a:pt x="1877854" y="1857661"/>
                      <a:pt x="1941100" y="1829086"/>
                      <a:pt x="1997964" y="1790605"/>
                    </a:cubicBezTo>
                    <a:cubicBezTo>
                      <a:pt x="2037302" y="1764030"/>
                      <a:pt x="2073497" y="1733264"/>
                      <a:pt x="2109883" y="1702784"/>
                    </a:cubicBezTo>
                    <a:cubicBezTo>
                      <a:pt x="2176367" y="1647063"/>
                      <a:pt x="2244852" y="1593151"/>
                      <a:pt x="2321433" y="1552384"/>
                    </a:cubicBezTo>
                    <a:cubicBezTo>
                      <a:pt x="2397157" y="1512094"/>
                      <a:pt x="2479548" y="1486281"/>
                      <a:pt x="2558891" y="1453420"/>
                    </a:cubicBezTo>
                    <a:cubicBezTo>
                      <a:pt x="2610898" y="1431798"/>
                      <a:pt x="2661571" y="1407033"/>
                      <a:pt x="2709767" y="1377887"/>
                    </a:cubicBezTo>
                    <a:cubicBezTo>
                      <a:pt x="2774252" y="1338929"/>
                      <a:pt x="2834069" y="1292447"/>
                      <a:pt x="2885408" y="1237393"/>
                    </a:cubicBezTo>
                    <a:cubicBezTo>
                      <a:pt x="2933605" y="1185767"/>
                      <a:pt x="2973324" y="1127093"/>
                      <a:pt x="3017711" y="1072229"/>
                    </a:cubicBezTo>
                    <a:cubicBezTo>
                      <a:pt x="3059811" y="1020223"/>
                      <a:pt x="3105912" y="971645"/>
                      <a:pt x="3150680" y="921830"/>
                    </a:cubicBezTo>
                    <a:cubicBezTo>
                      <a:pt x="3186113" y="882396"/>
                      <a:pt x="3220593" y="842010"/>
                      <a:pt x="3255169" y="801815"/>
                    </a:cubicBezTo>
                    <a:cubicBezTo>
                      <a:pt x="3284887" y="767239"/>
                      <a:pt x="3314605" y="732473"/>
                      <a:pt x="3339275" y="694182"/>
                    </a:cubicBezTo>
                    <a:cubicBezTo>
                      <a:pt x="3368707" y="648367"/>
                      <a:pt x="3390138" y="597980"/>
                      <a:pt x="3409188" y="546926"/>
                    </a:cubicBezTo>
                    <a:cubicBezTo>
                      <a:pt x="3433382" y="482156"/>
                      <a:pt x="3453384" y="415861"/>
                      <a:pt x="3464243" y="347663"/>
                    </a:cubicBezTo>
                    <a:cubicBezTo>
                      <a:pt x="3476244" y="272224"/>
                      <a:pt x="3661696" y="76295"/>
                      <a:pt x="3665411" y="0"/>
                    </a:cubicBezTo>
                  </a:path>
                </a:pathLst>
              </a:custGeom>
              <a:noFill/>
              <a:ln w="9525" cap="rnd">
                <a:solidFill>
                  <a:schemeClr val="accent2">
                    <a:alpha val="35000"/>
                  </a:schemeClr>
                </a:solidFill>
                <a:prstDash val="lgDash"/>
                <a:round/>
              </a:ln>
            </p:spPr>
            <p:txBody>
              <a:bodyPr rtlCol="0" anchor="ctr"/>
              <a:lstStyle/>
              <a:p>
                <a:endParaRPr lang="en-US"/>
              </a:p>
            </p:txBody>
          </p:sp>
          <p:sp>
            <p:nvSpPr>
              <p:cNvPr id="82" name="Freeform: Shape 81">
                <a:extLst>
                  <a:ext uri="{FF2B5EF4-FFF2-40B4-BE49-F238E27FC236}">
                    <a16:creationId xmlns:a16="http://schemas.microsoft.com/office/drawing/2014/main" id="{A0C58FE3-4394-46E8-9039-2D69C594B8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90402" y="5229700"/>
                <a:ext cx="285940" cy="199072"/>
              </a:xfrm>
              <a:custGeom>
                <a:avLst/>
                <a:gdLst>
                  <a:gd name="connsiteX0" fmla="*/ 0 w 285940"/>
                  <a:gd name="connsiteY0" fmla="*/ 199073 h 199072"/>
                  <a:gd name="connsiteX1" fmla="*/ 285940 w 285940"/>
                  <a:gd name="connsiteY1" fmla="*/ 0 h 199072"/>
                </a:gdLst>
                <a:ahLst/>
                <a:cxnLst>
                  <a:cxn ang="0">
                    <a:pos x="connsiteX0" y="connsiteY0"/>
                  </a:cxn>
                  <a:cxn ang="0">
                    <a:pos x="connsiteX1" y="connsiteY1"/>
                  </a:cxn>
                </a:cxnLst>
                <a:rect l="l" t="t" r="r" b="b"/>
                <a:pathLst>
                  <a:path w="285940" h="199072">
                    <a:moveTo>
                      <a:pt x="0" y="199073"/>
                    </a:moveTo>
                    <a:cubicBezTo>
                      <a:pt x="0" y="199073"/>
                      <a:pt x="242125" y="39243"/>
                      <a:pt x="285940" y="0"/>
                    </a:cubicBezTo>
                  </a:path>
                </a:pathLst>
              </a:custGeom>
              <a:noFill/>
              <a:ln w="9525" cap="rnd">
                <a:solidFill>
                  <a:schemeClr val="accent2">
                    <a:alpha val="35000"/>
                  </a:schemeClr>
                </a:solidFill>
                <a:prstDash val="lgDash"/>
                <a:round/>
              </a:ln>
            </p:spPr>
            <p:txBody>
              <a:bodyPr rtlCol="0" anchor="ctr"/>
              <a:lstStyle/>
              <a:p>
                <a:endParaRPr lang="en-US"/>
              </a:p>
            </p:txBody>
          </p:sp>
          <p:sp>
            <p:nvSpPr>
              <p:cNvPr id="83" name="Freeform: Shape 82">
                <a:extLst>
                  <a:ext uri="{FF2B5EF4-FFF2-40B4-BE49-F238E27FC236}">
                    <a16:creationId xmlns:a16="http://schemas.microsoft.com/office/drawing/2014/main" id="{02D8E899-B726-49F6-9C9F-59A3147011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393114" y="5049773"/>
                <a:ext cx="655796" cy="381190"/>
              </a:xfrm>
              <a:custGeom>
                <a:avLst/>
                <a:gdLst>
                  <a:gd name="connsiteX0" fmla="*/ 0 w 655796"/>
                  <a:gd name="connsiteY0" fmla="*/ 381190 h 381190"/>
                  <a:gd name="connsiteX1" fmla="*/ 655796 w 655796"/>
                  <a:gd name="connsiteY1" fmla="*/ 0 h 381190"/>
                </a:gdLst>
                <a:ahLst/>
                <a:cxnLst>
                  <a:cxn ang="0">
                    <a:pos x="connsiteX0" y="connsiteY0"/>
                  </a:cxn>
                  <a:cxn ang="0">
                    <a:pos x="connsiteX1" y="connsiteY1"/>
                  </a:cxn>
                </a:cxnLst>
                <a:rect l="l" t="t" r="r" b="b"/>
                <a:pathLst>
                  <a:path w="655796" h="381190">
                    <a:moveTo>
                      <a:pt x="0" y="381190"/>
                    </a:moveTo>
                    <a:cubicBezTo>
                      <a:pt x="0" y="381190"/>
                      <a:pt x="461105" y="172117"/>
                      <a:pt x="655796" y="0"/>
                    </a:cubicBezTo>
                  </a:path>
                </a:pathLst>
              </a:custGeom>
              <a:noFill/>
              <a:ln w="9525" cap="rnd">
                <a:solidFill>
                  <a:schemeClr val="accent2">
                    <a:alpha val="35000"/>
                  </a:schemeClr>
                </a:solidFill>
                <a:prstDash val="lgDash"/>
                <a:round/>
              </a:ln>
            </p:spPr>
            <p:txBody>
              <a:bodyPr rtlCol="0" anchor="ctr"/>
              <a:lstStyle/>
              <a:p>
                <a:endParaRPr lang="en-US"/>
              </a:p>
            </p:txBody>
          </p:sp>
          <p:sp>
            <p:nvSpPr>
              <p:cNvPr id="84" name="Freeform: Shape 83">
                <a:extLst>
                  <a:ext uri="{FF2B5EF4-FFF2-40B4-BE49-F238E27FC236}">
                    <a16:creationId xmlns:a16="http://schemas.microsoft.com/office/drawing/2014/main" id="{242131D2-A82F-4603-9B6A-EA00FEB82B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154072" y="3867816"/>
                <a:ext cx="2907315" cy="1544764"/>
              </a:xfrm>
              <a:custGeom>
                <a:avLst/>
                <a:gdLst>
                  <a:gd name="connsiteX0" fmla="*/ 0 w 2907315"/>
                  <a:gd name="connsiteY0" fmla="*/ 1544764 h 1544764"/>
                  <a:gd name="connsiteX1" fmla="*/ 201644 w 2907315"/>
                  <a:gd name="connsiteY1" fmla="*/ 1352550 h 1544764"/>
                  <a:gd name="connsiteX2" fmla="*/ 423196 w 2907315"/>
                  <a:gd name="connsiteY2" fmla="*/ 1196054 h 1544764"/>
                  <a:gd name="connsiteX3" fmla="*/ 782193 w 2907315"/>
                  <a:gd name="connsiteY3" fmla="*/ 1099947 h 1544764"/>
                  <a:gd name="connsiteX4" fmla="*/ 1052513 w 2907315"/>
                  <a:gd name="connsiteY4" fmla="*/ 1042321 h 1544764"/>
                  <a:gd name="connsiteX5" fmla="*/ 1311783 w 2907315"/>
                  <a:gd name="connsiteY5" fmla="*/ 1056037 h 1544764"/>
                  <a:gd name="connsiteX6" fmla="*/ 1484662 w 2907315"/>
                  <a:gd name="connsiteY6" fmla="*/ 1083469 h 1544764"/>
                  <a:gd name="connsiteX7" fmla="*/ 1788224 w 2907315"/>
                  <a:gd name="connsiteY7" fmla="*/ 1023080 h 1544764"/>
                  <a:gd name="connsiteX8" fmla="*/ 2269045 w 2907315"/>
                  <a:gd name="connsiteY8" fmla="*/ 734758 h 1544764"/>
                  <a:gd name="connsiteX9" fmla="*/ 2534984 w 2907315"/>
                  <a:gd name="connsiteY9" fmla="*/ 572738 h 1544764"/>
                  <a:gd name="connsiteX10" fmla="*/ 2907316 w 2907315"/>
                  <a:gd name="connsiteY10" fmla="*/ 0 h 1544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907315" h="1544764">
                    <a:moveTo>
                      <a:pt x="0" y="1544764"/>
                    </a:moveTo>
                    <a:cubicBezTo>
                      <a:pt x="0" y="1544764"/>
                      <a:pt x="98012" y="1443990"/>
                      <a:pt x="201644" y="1352550"/>
                    </a:cubicBezTo>
                    <a:cubicBezTo>
                      <a:pt x="271272" y="1291209"/>
                      <a:pt x="343662" y="1234249"/>
                      <a:pt x="423196" y="1196054"/>
                    </a:cubicBezTo>
                    <a:cubicBezTo>
                      <a:pt x="537591" y="1141095"/>
                      <a:pt x="661226" y="1127189"/>
                      <a:pt x="782193" y="1099947"/>
                    </a:cubicBezTo>
                    <a:cubicBezTo>
                      <a:pt x="872300" y="1079659"/>
                      <a:pt x="961358" y="1051370"/>
                      <a:pt x="1052513" y="1042321"/>
                    </a:cubicBezTo>
                    <a:cubicBezTo>
                      <a:pt x="1139000" y="1033653"/>
                      <a:pt x="1225868" y="1040321"/>
                      <a:pt x="1311783" y="1056037"/>
                    </a:cubicBezTo>
                    <a:cubicBezTo>
                      <a:pt x="1369314" y="1066609"/>
                      <a:pt x="1426559" y="1079373"/>
                      <a:pt x="1484662" y="1083469"/>
                    </a:cubicBezTo>
                    <a:cubicBezTo>
                      <a:pt x="1587913" y="1090803"/>
                      <a:pt x="1690402" y="1064800"/>
                      <a:pt x="1788224" y="1023080"/>
                    </a:cubicBezTo>
                    <a:cubicBezTo>
                      <a:pt x="1956721" y="951262"/>
                      <a:pt x="2106549" y="825722"/>
                      <a:pt x="2269045" y="734758"/>
                    </a:cubicBezTo>
                    <a:cubicBezTo>
                      <a:pt x="2359438" y="684181"/>
                      <a:pt x="2452497" y="640556"/>
                      <a:pt x="2534984" y="572738"/>
                    </a:cubicBezTo>
                    <a:cubicBezTo>
                      <a:pt x="2673001" y="459391"/>
                      <a:pt x="2847023" y="191453"/>
                      <a:pt x="2907316" y="0"/>
                    </a:cubicBezTo>
                  </a:path>
                </a:pathLst>
              </a:custGeom>
              <a:noFill/>
              <a:ln w="9525" cap="rnd">
                <a:solidFill>
                  <a:schemeClr val="accent2">
                    <a:alpha val="35000"/>
                  </a:schemeClr>
                </a:solidFill>
                <a:prstDash val="lgDash"/>
                <a:round/>
              </a:ln>
            </p:spPr>
            <p:txBody>
              <a:bodyPr rtlCol="0" anchor="ctr"/>
              <a:lstStyle/>
              <a:p>
                <a:endParaRPr lang="en-US"/>
              </a:p>
            </p:txBody>
          </p:sp>
          <p:sp>
            <p:nvSpPr>
              <p:cNvPr id="49" name="Freeform: Shape 48">
                <a:extLst>
                  <a:ext uri="{FF2B5EF4-FFF2-40B4-BE49-F238E27FC236}">
                    <a16:creationId xmlns:a16="http://schemas.microsoft.com/office/drawing/2014/main" id="{4CCDA1D5-C84B-470D-A2E1-5E51E8A856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07946" y="3479100"/>
                <a:ext cx="3168300" cy="1952434"/>
              </a:xfrm>
              <a:custGeom>
                <a:avLst/>
                <a:gdLst>
                  <a:gd name="connsiteX0" fmla="*/ 0 w 3168300"/>
                  <a:gd name="connsiteY0" fmla="*/ 1952435 h 1952434"/>
                  <a:gd name="connsiteX1" fmla="*/ 202121 w 3168300"/>
                  <a:gd name="connsiteY1" fmla="*/ 1687068 h 1952434"/>
                  <a:gd name="connsiteX2" fmla="*/ 545116 w 3168300"/>
                  <a:gd name="connsiteY2" fmla="*/ 1450277 h 1952434"/>
                  <a:gd name="connsiteX3" fmla="*/ 906780 w 3168300"/>
                  <a:gd name="connsiteY3" fmla="*/ 1354455 h 1952434"/>
                  <a:gd name="connsiteX4" fmla="*/ 1332262 w 3168300"/>
                  <a:gd name="connsiteY4" fmla="*/ 1285304 h 1952434"/>
                  <a:gd name="connsiteX5" fmla="*/ 1691259 w 3168300"/>
                  <a:gd name="connsiteY5" fmla="*/ 1240060 h 1952434"/>
                  <a:gd name="connsiteX6" fmla="*/ 2010346 w 3168300"/>
                  <a:gd name="connsiteY6" fmla="*/ 1141667 h 1952434"/>
                  <a:gd name="connsiteX7" fmla="*/ 2393252 w 3168300"/>
                  <a:gd name="connsiteY7" fmla="*/ 1027271 h 1952434"/>
                  <a:gd name="connsiteX8" fmla="*/ 2582037 w 3168300"/>
                  <a:gd name="connsiteY8" fmla="*/ 958120 h 1952434"/>
                  <a:gd name="connsiteX9" fmla="*/ 2760155 w 3168300"/>
                  <a:gd name="connsiteY9" fmla="*/ 827723 h 1952434"/>
                  <a:gd name="connsiteX10" fmla="*/ 2914364 w 3168300"/>
                  <a:gd name="connsiteY10" fmla="*/ 567023 h 1952434"/>
                  <a:gd name="connsiteX11" fmla="*/ 3168301 w 3168300"/>
                  <a:gd name="connsiteY11" fmla="*/ 0 h 1952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68300" h="1952434">
                    <a:moveTo>
                      <a:pt x="0" y="1952435"/>
                    </a:moveTo>
                    <a:cubicBezTo>
                      <a:pt x="0" y="1952435"/>
                      <a:pt x="91059" y="1796415"/>
                      <a:pt x="202121" y="1687068"/>
                    </a:cubicBezTo>
                    <a:cubicBezTo>
                      <a:pt x="301943" y="1588675"/>
                      <a:pt x="416528" y="1505617"/>
                      <a:pt x="545116" y="1450277"/>
                    </a:cubicBezTo>
                    <a:cubicBezTo>
                      <a:pt x="659987" y="1400747"/>
                      <a:pt x="783622" y="1377601"/>
                      <a:pt x="906780" y="1354455"/>
                    </a:cubicBezTo>
                    <a:cubicBezTo>
                      <a:pt x="1048036" y="1327976"/>
                      <a:pt x="1189482" y="1301972"/>
                      <a:pt x="1332262" y="1285304"/>
                    </a:cubicBezTo>
                    <a:cubicBezTo>
                      <a:pt x="1452182" y="1271302"/>
                      <a:pt x="1573340" y="1265873"/>
                      <a:pt x="1691259" y="1240060"/>
                    </a:cubicBezTo>
                    <a:cubicBezTo>
                      <a:pt x="1800035" y="1216247"/>
                      <a:pt x="1904619" y="1176718"/>
                      <a:pt x="2010346" y="1141667"/>
                    </a:cubicBezTo>
                    <a:cubicBezTo>
                      <a:pt x="2136743" y="1099661"/>
                      <a:pt x="2265902" y="1066229"/>
                      <a:pt x="2393252" y="1027271"/>
                    </a:cubicBezTo>
                    <a:cubicBezTo>
                      <a:pt x="2457450" y="1007650"/>
                      <a:pt x="2521744" y="987552"/>
                      <a:pt x="2582037" y="958120"/>
                    </a:cubicBezTo>
                    <a:cubicBezTo>
                      <a:pt x="2648807" y="925449"/>
                      <a:pt x="2710815" y="883349"/>
                      <a:pt x="2760155" y="827723"/>
                    </a:cubicBezTo>
                    <a:cubicBezTo>
                      <a:pt x="2827496" y="751904"/>
                      <a:pt x="2867978" y="657511"/>
                      <a:pt x="2914364" y="567023"/>
                    </a:cubicBezTo>
                    <a:cubicBezTo>
                      <a:pt x="2972753" y="453200"/>
                      <a:pt x="3119152" y="118015"/>
                      <a:pt x="3168301" y="0"/>
                    </a:cubicBezTo>
                  </a:path>
                </a:pathLst>
              </a:custGeom>
              <a:noFill/>
              <a:ln w="9525" cap="rnd">
                <a:solidFill>
                  <a:schemeClr val="accent2">
                    <a:alpha val="35000"/>
                  </a:schemeClr>
                </a:solidFill>
                <a:prstDash val="lgDash"/>
                <a:round/>
              </a:ln>
            </p:spPr>
            <p:txBody>
              <a:bodyPr rtlCol="0" anchor="ctr"/>
              <a:lstStyle/>
              <a:p>
                <a:endParaRPr lang="en-US"/>
              </a:p>
            </p:txBody>
          </p:sp>
          <p:sp>
            <p:nvSpPr>
              <p:cNvPr id="85" name="Freeform: Shape 84">
                <a:extLst>
                  <a:ext uri="{FF2B5EF4-FFF2-40B4-BE49-F238E27FC236}">
                    <a16:creationId xmlns:a16="http://schemas.microsoft.com/office/drawing/2014/main" id="{7BF2B54C-D2E2-4A3E-8DA8-E56D7375C97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04778" y="2976752"/>
                <a:ext cx="3356800" cy="2452020"/>
              </a:xfrm>
              <a:custGeom>
                <a:avLst/>
                <a:gdLst>
                  <a:gd name="connsiteX0" fmla="*/ 0 w 3356800"/>
                  <a:gd name="connsiteY0" fmla="*/ 2452021 h 2452020"/>
                  <a:gd name="connsiteX1" fmla="*/ 130874 w 3356800"/>
                  <a:gd name="connsiteY1" fmla="*/ 2247710 h 2452020"/>
                  <a:gd name="connsiteX2" fmla="*/ 437197 w 3356800"/>
                  <a:gd name="connsiteY2" fmla="*/ 1941195 h 2452020"/>
                  <a:gd name="connsiteX3" fmla="*/ 737140 w 3356800"/>
                  <a:gd name="connsiteY3" fmla="*/ 1736884 h 2452020"/>
                  <a:gd name="connsiteX4" fmla="*/ 1031843 w 3356800"/>
                  <a:gd name="connsiteY4" fmla="*/ 1685068 h 2452020"/>
                  <a:gd name="connsiteX5" fmla="*/ 1287304 w 3356800"/>
                  <a:gd name="connsiteY5" fmla="*/ 1655826 h 2452020"/>
                  <a:gd name="connsiteX6" fmla="*/ 1471994 w 3356800"/>
                  <a:gd name="connsiteY6" fmla="*/ 1634300 h 2452020"/>
                  <a:gd name="connsiteX7" fmla="*/ 1898237 w 3356800"/>
                  <a:gd name="connsiteY7" fmla="*/ 1512665 h 2452020"/>
                  <a:gd name="connsiteX8" fmla="*/ 2229136 w 3356800"/>
                  <a:gd name="connsiteY8" fmla="*/ 1355598 h 2452020"/>
                  <a:gd name="connsiteX9" fmla="*/ 2512314 w 3356800"/>
                  <a:gd name="connsiteY9" fmla="*/ 1238631 h 2452020"/>
                  <a:gd name="connsiteX10" fmla="*/ 2758535 w 3356800"/>
                  <a:gd name="connsiteY10" fmla="*/ 1096994 h 2452020"/>
                  <a:gd name="connsiteX11" fmla="*/ 2935510 w 3356800"/>
                  <a:gd name="connsiteY11" fmla="*/ 919925 h 2452020"/>
                  <a:gd name="connsiteX12" fmla="*/ 3081719 w 3356800"/>
                  <a:gd name="connsiteY12" fmla="*/ 687419 h 2452020"/>
                  <a:gd name="connsiteX13" fmla="*/ 3356800 w 3356800"/>
                  <a:gd name="connsiteY13" fmla="*/ 0 h 245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56800" h="2452020">
                    <a:moveTo>
                      <a:pt x="0" y="2452021"/>
                    </a:moveTo>
                    <a:cubicBezTo>
                      <a:pt x="0" y="2452021"/>
                      <a:pt x="57150" y="2344198"/>
                      <a:pt x="130874" y="2247710"/>
                    </a:cubicBezTo>
                    <a:cubicBezTo>
                      <a:pt x="218694" y="2132648"/>
                      <a:pt x="328136" y="2036635"/>
                      <a:pt x="437197" y="1941195"/>
                    </a:cubicBezTo>
                    <a:cubicBezTo>
                      <a:pt x="529304" y="1860709"/>
                      <a:pt x="623030" y="1779556"/>
                      <a:pt x="737140" y="1736884"/>
                    </a:cubicBezTo>
                    <a:cubicBezTo>
                      <a:pt x="830866" y="1701736"/>
                      <a:pt x="932021" y="1695450"/>
                      <a:pt x="1031843" y="1685068"/>
                    </a:cubicBezTo>
                    <a:cubicBezTo>
                      <a:pt x="1117092" y="1676210"/>
                      <a:pt x="1202055" y="1665160"/>
                      <a:pt x="1287304" y="1655826"/>
                    </a:cubicBezTo>
                    <a:cubicBezTo>
                      <a:pt x="1348931" y="1649063"/>
                      <a:pt x="1410653" y="1643539"/>
                      <a:pt x="1471994" y="1634300"/>
                    </a:cubicBezTo>
                    <a:cubicBezTo>
                      <a:pt x="1618679" y="1612011"/>
                      <a:pt x="1761935" y="1571149"/>
                      <a:pt x="1898237" y="1512665"/>
                    </a:cubicBezTo>
                    <a:cubicBezTo>
                      <a:pt x="2010442" y="1464564"/>
                      <a:pt x="2117503" y="1405128"/>
                      <a:pt x="2229136" y="1355598"/>
                    </a:cubicBezTo>
                    <a:cubicBezTo>
                      <a:pt x="2322481" y="1314164"/>
                      <a:pt x="2418969" y="1280160"/>
                      <a:pt x="2512314" y="1238631"/>
                    </a:cubicBezTo>
                    <a:cubicBezTo>
                      <a:pt x="2599087" y="1199960"/>
                      <a:pt x="2683193" y="1154811"/>
                      <a:pt x="2758535" y="1096994"/>
                    </a:cubicBezTo>
                    <a:cubicBezTo>
                      <a:pt x="2825020" y="1046035"/>
                      <a:pt x="2883789" y="985837"/>
                      <a:pt x="2935510" y="919925"/>
                    </a:cubicBezTo>
                    <a:cubicBezTo>
                      <a:pt x="2992184" y="847725"/>
                      <a:pt x="3039904" y="769144"/>
                      <a:pt x="3081719" y="687419"/>
                    </a:cubicBezTo>
                    <a:cubicBezTo>
                      <a:pt x="3138297" y="576739"/>
                      <a:pt x="3314129" y="116776"/>
                      <a:pt x="3356800" y="0"/>
                    </a:cubicBezTo>
                  </a:path>
                </a:pathLst>
              </a:custGeom>
              <a:noFill/>
              <a:ln w="9525" cap="rnd">
                <a:solidFill>
                  <a:schemeClr val="accent2">
                    <a:alpha val="35000"/>
                  </a:schemeClr>
                </a:solidFill>
                <a:prstDash val="lgDash"/>
                <a:round/>
              </a:ln>
            </p:spPr>
            <p:txBody>
              <a:bodyPr rtlCol="0" anchor="ctr"/>
              <a:lstStyle/>
              <a:p>
                <a:endParaRPr lang="en-US"/>
              </a:p>
            </p:txBody>
          </p:sp>
        </p:grpSp>
        <p:sp>
          <p:nvSpPr>
            <p:cNvPr id="86" name="Freeform: Shape 85">
              <a:extLst>
                <a:ext uri="{FF2B5EF4-FFF2-40B4-BE49-F238E27FC236}">
                  <a16:creationId xmlns:a16="http://schemas.microsoft.com/office/drawing/2014/main" id="{72505F4D-B4C3-4EB9-9252-F7229CBD16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980400" y="5197178"/>
              <a:ext cx="4211600" cy="1660822"/>
            </a:xfrm>
            <a:custGeom>
              <a:avLst/>
              <a:gdLst>
                <a:gd name="connsiteX0" fmla="*/ 4211600 w 4211600"/>
                <a:gd name="connsiteY0" fmla="*/ 0 h 1660822"/>
                <a:gd name="connsiteX1" fmla="*/ 4211600 w 4211600"/>
                <a:gd name="connsiteY1" fmla="*/ 58430 h 1660822"/>
                <a:gd name="connsiteX2" fmla="*/ 4136524 w 4211600"/>
                <a:gd name="connsiteY2" fmla="*/ 208808 h 1660822"/>
                <a:gd name="connsiteX3" fmla="*/ 3973354 w 4211600"/>
                <a:gd name="connsiteY3" fmla="*/ 437313 h 1660822"/>
                <a:gd name="connsiteX4" fmla="*/ 3884746 w 4211600"/>
                <a:gd name="connsiteY4" fmla="*/ 553613 h 1660822"/>
                <a:gd name="connsiteX5" fmla="*/ 3849435 w 4211600"/>
                <a:gd name="connsiteY5" fmla="*/ 603143 h 1660822"/>
                <a:gd name="connsiteX6" fmla="*/ 3661849 w 4211600"/>
                <a:gd name="connsiteY6" fmla="*/ 819075 h 1660822"/>
                <a:gd name="connsiteX7" fmla="*/ 3402589 w 4211600"/>
                <a:gd name="connsiteY7" fmla="*/ 952996 h 1660822"/>
                <a:gd name="connsiteX8" fmla="*/ 3130202 w 4211600"/>
                <a:gd name="connsiteY8" fmla="*/ 1023386 h 1660822"/>
                <a:gd name="connsiteX9" fmla="*/ 2914657 w 4211600"/>
                <a:gd name="connsiteY9" fmla="*/ 1068058 h 1660822"/>
                <a:gd name="connsiteX10" fmla="*/ 2582149 w 4211600"/>
                <a:gd name="connsiteY10" fmla="*/ 1138924 h 1660822"/>
                <a:gd name="connsiteX11" fmla="*/ 2483958 w 4211600"/>
                <a:gd name="connsiteY11" fmla="*/ 1162356 h 1660822"/>
                <a:gd name="connsiteX12" fmla="*/ 2123750 w 4211600"/>
                <a:gd name="connsiteY12" fmla="*/ 1238651 h 1660822"/>
                <a:gd name="connsiteX13" fmla="*/ 1761444 w 4211600"/>
                <a:gd name="connsiteY13" fmla="*/ 1273417 h 1660822"/>
                <a:gd name="connsiteX14" fmla="*/ 1608382 w 4211600"/>
                <a:gd name="connsiteY14" fmla="*/ 1284466 h 1660822"/>
                <a:gd name="connsiteX15" fmla="*/ 999942 w 4211600"/>
                <a:gd name="connsiteY15" fmla="*/ 1354284 h 1660822"/>
                <a:gd name="connsiteX16" fmla="*/ 484705 w 4211600"/>
                <a:gd name="connsiteY16" fmla="*/ 1450487 h 1660822"/>
                <a:gd name="connsiteX17" fmla="*/ 113310 w 4211600"/>
                <a:gd name="connsiteY17" fmla="*/ 1613700 h 1660822"/>
                <a:gd name="connsiteX18" fmla="*/ 39668 w 4211600"/>
                <a:gd name="connsiteY18" fmla="*/ 1660822 h 1660822"/>
                <a:gd name="connsiteX19" fmla="*/ 0 w 4211600"/>
                <a:gd name="connsiteY19" fmla="*/ 1660822 h 1660822"/>
                <a:gd name="connsiteX20" fmla="*/ 96701 w 4211600"/>
                <a:gd name="connsiteY20" fmla="*/ 1598934 h 1660822"/>
                <a:gd name="connsiteX21" fmla="*/ 474335 w 4211600"/>
                <a:gd name="connsiteY21" fmla="*/ 1433056 h 1660822"/>
                <a:gd name="connsiteX22" fmla="*/ 994299 w 4211600"/>
                <a:gd name="connsiteY22" fmla="*/ 1335806 h 1660822"/>
                <a:gd name="connsiteX23" fmla="*/ 1605231 w 4211600"/>
                <a:gd name="connsiteY23" fmla="*/ 1265702 h 1660822"/>
                <a:gd name="connsiteX24" fmla="*/ 1758819 w 4211600"/>
                <a:gd name="connsiteY24" fmla="*/ 1254558 h 1660822"/>
                <a:gd name="connsiteX25" fmla="*/ 2118106 w 4211600"/>
                <a:gd name="connsiteY25" fmla="*/ 1220077 h 1660822"/>
                <a:gd name="connsiteX26" fmla="*/ 2475557 w 4211600"/>
                <a:gd name="connsiteY26" fmla="*/ 1144353 h 1660822"/>
                <a:gd name="connsiteX27" fmla="*/ 2573878 w 4211600"/>
                <a:gd name="connsiteY27" fmla="*/ 1120827 h 1660822"/>
                <a:gd name="connsiteX28" fmla="*/ 2907437 w 4211600"/>
                <a:gd name="connsiteY28" fmla="*/ 1049675 h 1660822"/>
                <a:gd name="connsiteX29" fmla="*/ 3122589 w 4211600"/>
                <a:gd name="connsiteY29" fmla="*/ 1005098 h 1660822"/>
                <a:gd name="connsiteX30" fmla="*/ 3391169 w 4211600"/>
                <a:gd name="connsiteY30" fmla="*/ 935756 h 1660822"/>
                <a:gd name="connsiteX31" fmla="*/ 3642290 w 4211600"/>
                <a:gd name="connsiteY31" fmla="*/ 806216 h 1660822"/>
                <a:gd name="connsiteX32" fmla="*/ 3825937 w 4211600"/>
                <a:gd name="connsiteY32" fmla="*/ 594475 h 1660822"/>
                <a:gd name="connsiteX33" fmla="*/ 3861381 w 4211600"/>
                <a:gd name="connsiteY33" fmla="*/ 544755 h 1660822"/>
                <a:gd name="connsiteX34" fmla="*/ 3950381 w 4211600"/>
                <a:gd name="connsiteY34" fmla="*/ 427978 h 1660822"/>
                <a:gd name="connsiteX35" fmla="*/ 4112370 w 4211600"/>
                <a:gd name="connsiteY35" fmla="*/ 201378 h 1660822"/>
                <a:gd name="connsiteX36" fmla="*/ 4195989 w 4211600"/>
                <a:gd name="connsiteY36" fmla="*/ 33834 h 1660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4211600" h="1660822">
                  <a:moveTo>
                    <a:pt x="4211600" y="0"/>
                  </a:moveTo>
                  <a:lnTo>
                    <a:pt x="4211600" y="58430"/>
                  </a:lnTo>
                  <a:lnTo>
                    <a:pt x="4136524" y="208808"/>
                  </a:lnTo>
                  <a:cubicBezTo>
                    <a:pt x="4089791" y="287770"/>
                    <a:pt x="4030588" y="363780"/>
                    <a:pt x="3973354" y="437313"/>
                  </a:cubicBezTo>
                  <a:cubicBezTo>
                    <a:pt x="3943819" y="475222"/>
                    <a:pt x="3913231" y="514465"/>
                    <a:pt x="3884746" y="553613"/>
                  </a:cubicBezTo>
                  <a:cubicBezTo>
                    <a:pt x="3872801" y="569996"/>
                    <a:pt x="3861119" y="586569"/>
                    <a:pt x="3849435" y="603143"/>
                  </a:cubicBezTo>
                  <a:cubicBezTo>
                    <a:pt x="3796665" y="678009"/>
                    <a:pt x="3742187" y="755352"/>
                    <a:pt x="3661849" y="819075"/>
                  </a:cubicBezTo>
                  <a:cubicBezTo>
                    <a:pt x="3596214" y="871176"/>
                    <a:pt x="3509050" y="916230"/>
                    <a:pt x="3402589" y="952996"/>
                  </a:cubicBezTo>
                  <a:cubicBezTo>
                    <a:pt x="3312406" y="984048"/>
                    <a:pt x="3215660" y="1005003"/>
                    <a:pt x="3130202" y="1023386"/>
                  </a:cubicBezTo>
                  <a:cubicBezTo>
                    <a:pt x="3058529" y="1038816"/>
                    <a:pt x="2985412" y="1053675"/>
                    <a:pt x="2914657" y="1068058"/>
                  </a:cubicBezTo>
                  <a:cubicBezTo>
                    <a:pt x="2805176" y="1090251"/>
                    <a:pt x="2692021" y="1113207"/>
                    <a:pt x="2582149" y="1138924"/>
                  </a:cubicBezTo>
                  <a:cubicBezTo>
                    <a:pt x="2549330" y="1146639"/>
                    <a:pt x="2516644" y="1154450"/>
                    <a:pt x="2483958" y="1162356"/>
                  </a:cubicBezTo>
                  <a:cubicBezTo>
                    <a:pt x="2367257" y="1190550"/>
                    <a:pt x="2246621" y="1219601"/>
                    <a:pt x="2123750" y="1238651"/>
                  </a:cubicBezTo>
                  <a:cubicBezTo>
                    <a:pt x="2004294" y="1257129"/>
                    <a:pt x="1880769" y="1265416"/>
                    <a:pt x="1761444" y="1273417"/>
                  </a:cubicBezTo>
                  <a:cubicBezTo>
                    <a:pt x="1711167" y="1276751"/>
                    <a:pt x="1659184" y="1280275"/>
                    <a:pt x="1608382" y="1284466"/>
                  </a:cubicBezTo>
                  <a:cubicBezTo>
                    <a:pt x="1408589" y="1300944"/>
                    <a:pt x="1214570" y="1325805"/>
                    <a:pt x="999942" y="1354284"/>
                  </a:cubicBezTo>
                  <a:cubicBezTo>
                    <a:pt x="826403" y="1377240"/>
                    <a:pt x="647744" y="1400957"/>
                    <a:pt x="484705" y="1450487"/>
                  </a:cubicBezTo>
                  <a:cubicBezTo>
                    <a:pt x="355831" y="1489635"/>
                    <a:pt x="231387" y="1544374"/>
                    <a:pt x="113310" y="1613700"/>
                  </a:cubicBezTo>
                  <a:lnTo>
                    <a:pt x="39668" y="1660822"/>
                  </a:lnTo>
                  <a:lnTo>
                    <a:pt x="0" y="1660822"/>
                  </a:lnTo>
                  <a:lnTo>
                    <a:pt x="96701" y="1598934"/>
                  </a:lnTo>
                  <a:cubicBezTo>
                    <a:pt x="216635" y="1528533"/>
                    <a:pt x="343196" y="1472919"/>
                    <a:pt x="474335" y="1433056"/>
                  </a:cubicBezTo>
                  <a:cubicBezTo>
                    <a:pt x="639999" y="1382669"/>
                    <a:pt x="820102" y="1358856"/>
                    <a:pt x="994299" y="1335806"/>
                  </a:cubicBezTo>
                  <a:cubicBezTo>
                    <a:pt x="1210239" y="1307231"/>
                    <a:pt x="1404650" y="1282275"/>
                    <a:pt x="1605231" y="1265702"/>
                  </a:cubicBezTo>
                  <a:cubicBezTo>
                    <a:pt x="1656428" y="1261511"/>
                    <a:pt x="1708411" y="1257987"/>
                    <a:pt x="1758819" y="1254558"/>
                  </a:cubicBezTo>
                  <a:cubicBezTo>
                    <a:pt x="1877487" y="1246557"/>
                    <a:pt x="2000094" y="1238365"/>
                    <a:pt x="2118106" y="1220077"/>
                  </a:cubicBezTo>
                  <a:cubicBezTo>
                    <a:pt x="2239531" y="1201313"/>
                    <a:pt x="2359513" y="1172357"/>
                    <a:pt x="2475557" y="1144353"/>
                  </a:cubicBezTo>
                  <a:cubicBezTo>
                    <a:pt x="2508243" y="1136448"/>
                    <a:pt x="2541060" y="1128542"/>
                    <a:pt x="2573878" y="1120827"/>
                  </a:cubicBezTo>
                  <a:cubicBezTo>
                    <a:pt x="2684276" y="1094919"/>
                    <a:pt x="2797694" y="1071963"/>
                    <a:pt x="2907437" y="1049675"/>
                  </a:cubicBezTo>
                  <a:cubicBezTo>
                    <a:pt x="2978061" y="1035387"/>
                    <a:pt x="3051178" y="1020528"/>
                    <a:pt x="3122589" y="1005098"/>
                  </a:cubicBezTo>
                  <a:cubicBezTo>
                    <a:pt x="3206997" y="986810"/>
                    <a:pt x="3302823" y="966141"/>
                    <a:pt x="3391169" y="935756"/>
                  </a:cubicBezTo>
                  <a:cubicBezTo>
                    <a:pt x="3494479" y="900132"/>
                    <a:pt x="3578886" y="856508"/>
                    <a:pt x="3642290" y="806216"/>
                  </a:cubicBezTo>
                  <a:cubicBezTo>
                    <a:pt x="3720133" y="744303"/>
                    <a:pt x="3773953" y="668103"/>
                    <a:pt x="3825937" y="594475"/>
                  </a:cubicBezTo>
                  <a:cubicBezTo>
                    <a:pt x="3837621" y="577902"/>
                    <a:pt x="3849435" y="561233"/>
                    <a:pt x="3861381" y="544755"/>
                  </a:cubicBezTo>
                  <a:cubicBezTo>
                    <a:pt x="3889997" y="505416"/>
                    <a:pt x="3920715" y="465983"/>
                    <a:pt x="3950381" y="427978"/>
                  </a:cubicBezTo>
                  <a:cubicBezTo>
                    <a:pt x="4007353" y="354921"/>
                    <a:pt x="4066163" y="279388"/>
                    <a:pt x="4112370" y="201378"/>
                  </a:cubicBezTo>
                  <a:cubicBezTo>
                    <a:pt x="4144662" y="146800"/>
                    <a:pt x="4170785" y="89364"/>
                    <a:pt x="4195989" y="33834"/>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Title 1">
            <a:extLst>
              <a:ext uri="{FF2B5EF4-FFF2-40B4-BE49-F238E27FC236}">
                <a16:creationId xmlns:a16="http://schemas.microsoft.com/office/drawing/2014/main" id="{5935243B-A275-57F8-0604-F7F24818CD4E}"/>
              </a:ext>
            </a:extLst>
          </p:cNvPr>
          <p:cNvSpPr>
            <a:spLocks noGrp="1"/>
          </p:cNvSpPr>
          <p:nvPr>
            <p:ph type="title"/>
          </p:nvPr>
        </p:nvSpPr>
        <p:spPr>
          <a:xfrm>
            <a:off x="5780192" y="744909"/>
            <a:ext cx="5797883" cy="3155419"/>
          </a:xfrm>
        </p:spPr>
        <p:txBody>
          <a:bodyPr vert="horz" lIns="91440" tIns="45720" rIns="91440" bIns="45720" rtlCol="0" anchor="b">
            <a:normAutofit/>
          </a:bodyPr>
          <a:lstStyle/>
          <a:p>
            <a:r>
              <a:rPr lang="en-US" sz="5400" kern="1200">
                <a:solidFill>
                  <a:schemeClr val="tx2"/>
                </a:solidFill>
                <a:latin typeface="+mj-lt"/>
                <a:ea typeface="+mj-ea"/>
                <a:cs typeface="+mj-cs"/>
              </a:rPr>
              <a:t>Thank you</a:t>
            </a:r>
          </a:p>
        </p:txBody>
      </p:sp>
      <p:pic>
        <p:nvPicPr>
          <p:cNvPr id="7" name="Graphic 25" descr="Handshake">
            <a:extLst>
              <a:ext uri="{FF2B5EF4-FFF2-40B4-BE49-F238E27FC236}">
                <a16:creationId xmlns:a16="http://schemas.microsoft.com/office/drawing/2014/main" id="{B546BFCE-D252-32DA-4ADE-A5420BBA1D57}"/>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09600" y="1001191"/>
            <a:ext cx="4781280" cy="4781280"/>
          </a:xfrm>
          <a:prstGeom prst="rect">
            <a:avLst/>
          </a:prstGeom>
        </p:spPr>
      </p:pic>
      <p:grpSp>
        <p:nvGrpSpPr>
          <p:cNvPr id="87" name="Top left">
            <a:extLst>
              <a:ext uri="{FF2B5EF4-FFF2-40B4-BE49-F238E27FC236}">
                <a16:creationId xmlns:a16="http://schemas.microsoft.com/office/drawing/2014/main" id="{FF47B612-7B2E-4A09-9B53-40BDE4350E2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849" y="-3086"/>
            <a:ext cx="2198951" cy="3349518"/>
            <a:chOff x="10849" y="-3086"/>
            <a:chExt cx="2198951" cy="3349518"/>
          </a:xfrm>
        </p:grpSpPr>
        <p:sp>
          <p:nvSpPr>
            <p:cNvPr id="88" name="Freeform: Shape 87">
              <a:extLst>
                <a:ext uri="{FF2B5EF4-FFF2-40B4-BE49-F238E27FC236}">
                  <a16:creationId xmlns:a16="http://schemas.microsoft.com/office/drawing/2014/main" id="{599A3C89-9112-4DA1-8BB8-8DE0F7A70E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692844" y="-3086"/>
              <a:ext cx="1326111" cy="59760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tx1">
                    <a:lumMod val="65000"/>
                    <a:lumOff val="35000"/>
                  </a:schemeClr>
                </a:solidFill>
                <a:latin typeface="AvenirNext LT Pro Medium" panose="020B0504020202020204" pitchFamily="34" charset="0"/>
              </a:endParaRPr>
            </a:p>
          </p:txBody>
        </p:sp>
        <p:sp>
          <p:nvSpPr>
            <p:cNvPr id="89" name="Freeform: Shape 88">
              <a:extLst>
                <a:ext uri="{FF2B5EF4-FFF2-40B4-BE49-F238E27FC236}">
                  <a16:creationId xmlns:a16="http://schemas.microsoft.com/office/drawing/2014/main" id="{60847D53-C868-4FD8-A29C-4C44BCBA9B1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394" y="15241"/>
              <a:ext cx="2190406" cy="3331191"/>
            </a:xfrm>
            <a:custGeom>
              <a:avLst/>
              <a:gdLst>
                <a:gd name="connsiteX0" fmla="*/ 0 w 3296088"/>
                <a:gd name="connsiteY0" fmla="*/ 5012722 h 5012722"/>
                <a:gd name="connsiteX1" fmla="*/ 244031 w 3296088"/>
                <a:gd name="connsiteY1" fmla="*/ 4820222 h 5012722"/>
                <a:gd name="connsiteX2" fmla="*/ 729234 w 3296088"/>
                <a:gd name="connsiteY2" fmla="*/ 4360641 h 5012722"/>
                <a:gd name="connsiteX3" fmla="*/ 881444 w 3296088"/>
                <a:gd name="connsiteY3" fmla="*/ 4173950 h 5012722"/>
                <a:gd name="connsiteX4" fmla="*/ 1151287 w 3296088"/>
                <a:gd name="connsiteY4" fmla="*/ 3972877 h 5012722"/>
                <a:gd name="connsiteX5" fmla="*/ 1498664 w 3296088"/>
                <a:gd name="connsiteY5" fmla="*/ 3786188 h 5012722"/>
                <a:gd name="connsiteX6" fmla="*/ 1716881 w 3296088"/>
                <a:gd name="connsiteY6" fmla="*/ 3674174 h 5012722"/>
                <a:gd name="connsiteX7" fmla="*/ 1913573 w 3296088"/>
                <a:gd name="connsiteY7" fmla="*/ 3477387 h 5012722"/>
                <a:gd name="connsiteX8" fmla="*/ 2167700 w 3296088"/>
                <a:gd name="connsiteY8" fmla="*/ 3042190 h 5012722"/>
                <a:gd name="connsiteX9" fmla="*/ 2273903 w 3296088"/>
                <a:gd name="connsiteY9" fmla="*/ 2775014 h 5012722"/>
                <a:gd name="connsiteX10" fmla="*/ 2463356 w 3296088"/>
                <a:gd name="connsiteY10" fmla="*/ 2335530 h 5012722"/>
                <a:gd name="connsiteX11" fmla="*/ 2741866 w 3296088"/>
                <a:gd name="connsiteY11" fmla="*/ 1982248 h 5012722"/>
                <a:gd name="connsiteX12" fmla="*/ 2985897 w 3296088"/>
                <a:gd name="connsiteY12" fmla="*/ 1634681 h 5012722"/>
                <a:gd name="connsiteX13" fmla="*/ 3212687 w 3296088"/>
                <a:gd name="connsiteY13" fmla="*/ 1226820 h 5012722"/>
                <a:gd name="connsiteX14" fmla="*/ 3281553 w 3296088"/>
                <a:gd name="connsiteY14" fmla="*/ 959644 h 5012722"/>
                <a:gd name="connsiteX15" fmla="*/ 3295936 w 3296088"/>
                <a:gd name="connsiteY15" fmla="*/ 701135 h 5012722"/>
                <a:gd name="connsiteX16" fmla="*/ 3267266 w 3296088"/>
                <a:gd name="connsiteY16" fmla="*/ 436817 h 5012722"/>
                <a:gd name="connsiteX17" fmla="*/ 3105341 w 3296088"/>
                <a:gd name="connsiteY17" fmla="*/ 0 h 501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296088" h="5012722">
                  <a:moveTo>
                    <a:pt x="0" y="5012722"/>
                  </a:moveTo>
                  <a:cubicBezTo>
                    <a:pt x="81820" y="4949095"/>
                    <a:pt x="163544" y="4885468"/>
                    <a:pt x="244031" y="4820222"/>
                  </a:cubicBezTo>
                  <a:cubicBezTo>
                    <a:pt x="417671" y="4679633"/>
                    <a:pt x="589883" y="4535139"/>
                    <a:pt x="729234" y="4360641"/>
                  </a:cubicBezTo>
                  <a:cubicBezTo>
                    <a:pt x="779431" y="4297776"/>
                    <a:pt x="825818" y="4231958"/>
                    <a:pt x="881444" y="4173950"/>
                  </a:cubicBezTo>
                  <a:cubicBezTo>
                    <a:pt x="959358" y="4092607"/>
                    <a:pt x="1054799" y="4031075"/>
                    <a:pt x="1151287" y="3972877"/>
                  </a:cubicBezTo>
                  <a:cubicBezTo>
                    <a:pt x="1263968" y="3904964"/>
                    <a:pt x="1379315" y="3841337"/>
                    <a:pt x="1498664" y="3786188"/>
                  </a:cubicBezTo>
                  <a:cubicBezTo>
                    <a:pt x="1573149" y="3751802"/>
                    <a:pt x="1649159" y="3720179"/>
                    <a:pt x="1716881" y="3674174"/>
                  </a:cubicBezTo>
                  <a:cubicBezTo>
                    <a:pt x="1794034" y="3621691"/>
                    <a:pt x="1856708" y="3551492"/>
                    <a:pt x="1913573" y="3477387"/>
                  </a:cubicBezTo>
                  <a:cubicBezTo>
                    <a:pt x="2016157" y="3343751"/>
                    <a:pt x="2099024" y="3196114"/>
                    <a:pt x="2167700" y="3042190"/>
                  </a:cubicBezTo>
                  <a:cubicBezTo>
                    <a:pt x="2206752" y="2954655"/>
                    <a:pt x="2241233" y="2865215"/>
                    <a:pt x="2273903" y="2775014"/>
                  </a:cubicBezTo>
                  <a:cubicBezTo>
                    <a:pt x="2328482" y="2624423"/>
                    <a:pt x="2379440" y="2471642"/>
                    <a:pt x="2463356" y="2335530"/>
                  </a:cubicBezTo>
                  <a:cubicBezTo>
                    <a:pt x="2542127" y="2207705"/>
                    <a:pt x="2647855" y="2099501"/>
                    <a:pt x="2741866" y="1982248"/>
                  </a:cubicBezTo>
                  <a:cubicBezTo>
                    <a:pt x="2830449" y="1871758"/>
                    <a:pt x="2908554" y="1753362"/>
                    <a:pt x="2985897" y="1634681"/>
                  </a:cubicBezTo>
                  <a:cubicBezTo>
                    <a:pt x="3071146" y="1503902"/>
                    <a:pt x="3156395" y="1372172"/>
                    <a:pt x="3212687" y="1226820"/>
                  </a:cubicBezTo>
                  <a:cubicBezTo>
                    <a:pt x="3246025" y="1140809"/>
                    <a:pt x="3268790" y="1051084"/>
                    <a:pt x="3281553" y="959644"/>
                  </a:cubicBezTo>
                  <a:cubicBezTo>
                    <a:pt x="3293555" y="874014"/>
                    <a:pt x="3296888" y="787527"/>
                    <a:pt x="3295936" y="701135"/>
                  </a:cubicBezTo>
                  <a:cubicBezTo>
                    <a:pt x="3294888" y="612172"/>
                    <a:pt x="3289268" y="523018"/>
                    <a:pt x="3267266" y="436817"/>
                  </a:cubicBezTo>
                  <a:cubicBezTo>
                    <a:pt x="3227832" y="282416"/>
                    <a:pt x="3105341" y="0"/>
                    <a:pt x="3105341" y="0"/>
                  </a:cubicBezTo>
                </a:path>
              </a:pathLst>
            </a:custGeom>
            <a:noFill/>
            <a:ln w="9525" cap="rnd">
              <a:solidFill>
                <a:schemeClr val="accent2">
                  <a:alpha val="50000"/>
                </a:schemeClr>
              </a:solidFill>
              <a:prstDash val="lgDash"/>
              <a:round/>
            </a:ln>
          </p:spPr>
          <p:txBody>
            <a:bodyPr rtlCol="0" anchor="ctr"/>
            <a:lstStyle/>
            <a:p>
              <a:endParaRPr lang="en-US"/>
            </a:p>
          </p:txBody>
        </p:sp>
        <p:sp>
          <p:nvSpPr>
            <p:cNvPr id="90" name="Freeform: Shape 89">
              <a:extLst>
                <a:ext uri="{FF2B5EF4-FFF2-40B4-BE49-F238E27FC236}">
                  <a16:creationId xmlns:a16="http://schemas.microsoft.com/office/drawing/2014/main" id="{E11266F6-080B-489F-9B02-B5C4DE4EB0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978674" cy="3074959"/>
            </a:xfrm>
            <a:custGeom>
              <a:avLst/>
              <a:gdLst>
                <a:gd name="connsiteX0" fmla="*/ 0 w 2977477"/>
                <a:gd name="connsiteY0" fmla="*/ 4627150 h 4627149"/>
                <a:gd name="connsiteX1" fmla="*/ 275082 w 2977477"/>
                <a:gd name="connsiteY1" fmla="*/ 4341590 h 4627149"/>
                <a:gd name="connsiteX2" fmla="*/ 502825 w 2977477"/>
                <a:gd name="connsiteY2" fmla="*/ 4054126 h 4627149"/>
                <a:gd name="connsiteX3" fmla="*/ 666179 w 2977477"/>
                <a:gd name="connsiteY3" fmla="*/ 3890677 h 4627149"/>
                <a:gd name="connsiteX4" fmla="*/ 864203 w 2977477"/>
                <a:gd name="connsiteY4" fmla="*/ 3675983 h 4627149"/>
                <a:gd name="connsiteX5" fmla="*/ 982599 w 2977477"/>
                <a:gd name="connsiteY5" fmla="*/ 3557492 h 4627149"/>
                <a:gd name="connsiteX6" fmla="*/ 1188244 w 2977477"/>
                <a:gd name="connsiteY6" fmla="*/ 3329654 h 4627149"/>
                <a:gd name="connsiteX7" fmla="*/ 1344740 w 2977477"/>
                <a:gd name="connsiteY7" fmla="*/ 3146774 h 4627149"/>
                <a:gd name="connsiteX8" fmla="*/ 1470755 w 2977477"/>
                <a:gd name="connsiteY8" fmla="*/ 2984659 h 4627149"/>
                <a:gd name="connsiteX9" fmla="*/ 1657636 w 2977477"/>
                <a:gd name="connsiteY9" fmla="*/ 2670239 h 4627149"/>
                <a:gd name="connsiteX10" fmla="*/ 1762887 w 2977477"/>
                <a:gd name="connsiteY10" fmla="*/ 2473547 h 4627149"/>
                <a:gd name="connsiteX11" fmla="*/ 1866710 w 2977477"/>
                <a:gd name="connsiteY11" fmla="*/ 2290667 h 4627149"/>
                <a:gd name="connsiteX12" fmla="*/ 2106263 w 2977477"/>
                <a:gd name="connsiteY12" fmla="*/ 2030254 h 4627149"/>
                <a:gd name="connsiteX13" fmla="*/ 2277237 w 2977477"/>
                <a:gd name="connsiteY13" fmla="*/ 1859185 h 4627149"/>
                <a:gd name="connsiteX14" fmla="*/ 2499455 w 2977477"/>
                <a:gd name="connsiteY14" fmla="*/ 1656207 h 4627149"/>
                <a:gd name="connsiteX15" fmla="*/ 2707100 w 2977477"/>
                <a:gd name="connsiteY15" fmla="*/ 1390269 h 4627149"/>
                <a:gd name="connsiteX16" fmla="*/ 2812352 w 2977477"/>
                <a:gd name="connsiteY16" fmla="*/ 1230916 h 4627149"/>
                <a:gd name="connsiteX17" fmla="*/ 2898172 w 2977477"/>
                <a:gd name="connsiteY17" fmla="*/ 1036987 h 4627149"/>
                <a:gd name="connsiteX18" fmla="*/ 2963228 w 2977477"/>
                <a:gd name="connsiteY18" fmla="*/ 850011 h 4627149"/>
                <a:gd name="connsiteX19" fmla="*/ 2977325 w 2977477"/>
                <a:gd name="connsiteY19" fmla="*/ 745427 h 4627149"/>
                <a:gd name="connsiteX20" fmla="*/ 2929509 w 2977477"/>
                <a:gd name="connsiteY20" fmla="*/ 480155 h 4627149"/>
                <a:gd name="connsiteX21" fmla="*/ 2563082 w 2977477"/>
                <a:gd name="connsiteY21" fmla="*/ 0 h 4627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77477" h="4627149">
                  <a:moveTo>
                    <a:pt x="0" y="4627150"/>
                  </a:moveTo>
                  <a:cubicBezTo>
                    <a:pt x="79820" y="4552283"/>
                    <a:pt x="203835" y="4424648"/>
                    <a:pt x="275082" y="4341590"/>
                  </a:cubicBezTo>
                  <a:cubicBezTo>
                    <a:pt x="354711" y="4248722"/>
                    <a:pt x="421005" y="4145090"/>
                    <a:pt x="502825" y="4054126"/>
                  </a:cubicBezTo>
                  <a:cubicBezTo>
                    <a:pt x="554355" y="3996881"/>
                    <a:pt x="612362" y="3945827"/>
                    <a:pt x="666179" y="3890677"/>
                  </a:cubicBezTo>
                  <a:cubicBezTo>
                    <a:pt x="734187" y="3821049"/>
                    <a:pt x="796671" y="3746183"/>
                    <a:pt x="864203" y="3675983"/>
                  </a:cubicBezTo>
                  <a:cubicBezTo>
                    <a:pt x="902875" y="3635788"/>
                    <a:pt x="943642" y="3597593"/>
                    <a:pt x="982599" y="3557492"/>
                  </a:cubicBezTo>
                  <a:cubicBezTo>
                    <a:pt x="1053941" y="3484150"/>
                    <a:pt x="1121378" y="3407093"/>
                    <a:pt x="1188244" y="3329654"/>
                  </a:cubicBezTo>
                  <a:cubicBezTo>
                    <a:pt x="1240631" y="3268885"/>
                    <a:pt x="1293495" y="3208496"/>
                    <a:pt x="1344740" y="3146774"/>
                  </a:cubicBezTo>
                  <a:cubicBezTo>
                    <a:pt x="1388459" y="3094101"/>
                    <a:pt x="1431512" y="3040761"/>
                    <a:pt x="1470755" y="2984659"/>
                  </a:cubicBezTo>
                  <a:cubicBezTo>
                    <a:pt x="1540764" y="2884646"/>
                    <a:pt x="1598771" y="2777109"/>
                    <a:pt x="1657636" y="2670239"/>
                  </a:cubicBezTo>
                  <a:cubicBezTo>
                    <a:pt x="1693545" y="2605088"/>
                    <a:pt x="1728502" y="2539460"/>
                    <a:pt x="1762887" y="2473547"/>
                  </a:cubicBezTo>
                  <a:cubicBezTo>
                    <a:pt x="1795367" y="2411349"/>
                    <a:pt x="1826419" y="2348103"/>
                    <a:pt x="1866710" y="2290667"/>
                  </a:cubicBezTo>
                  <a:cubicBezTo>
                    <a:pt x="1934623" y="2193893"/>
                    <a:pt x="2022729" y="2114169"/>
                    <a:pt x="2106263" y="2030254"/>
                  </a:cubicBezTo>
                  <a:cubicBezTo>
                    <a:pt x="2163128" y="1973104"/>
                    <a:pt x="2218182" y="1914049"/>
                    <a:pt x="2277237" y="1859185"/>
                  </a:cubicBezTo>
                  <a:cubicBezTo>
                    <a:pt x="2350770" y="1790891"/>
                    <a:pt x="2430304" y="1728978"/>
                    <a:pt x="2499455" y="1656207"/>
                  </a:cubicBezTo>
                  <a:cubicBezTo>
                    <a:pt x="2576989" y="1574578"/>
                    <a:pt x="2641568" y="1481900"/>
                    <a:pt x="2707100" y="1390269"/>
                  </a:cubicBezTo>
                  <a:cubicBezTo>
                    <a:pt x="2744153" y="1338453"/>
                    <a:pt x="2781586" y="1286732"/>
                    <a:pt x="2812352" y="1230916"/>
                  </a:cubicBezTo>
                  <a:cubicBezTo>
                    <a:pt x="2846546" y="1168908"/>
                    <a:pt x="2872550" y="1102900"/>
                    <a:pt x="2898172" y="1036987"/>
                  </a:cubicBezTo>
                  <a:cubicBezTo>
                    <a:pt x="2922175" y="975455"/>
                    <a:pt x="2948273" y="914305"/>
                    <a:pt x="2963228" y="850011"/>
                  </a:cubicBezTo>
                  <a:cubicBezTo>
                    <a:pt x="2971229" y="815626"/>
                    <a:pt x="2976563" y="780764"/>
                    <a:pt x="2977325" y="745427"/>
                  </a:cubicBezTo>
                  <a:cubicBezTo>
                    <a:pt x="2979230" y="654844"/>
                    <a:pt x="2963323" y="564261"/>
                    <a:pt x="2929509" y="480155"/>
                  </a:cubicBezTo>
                  <a:cubicBezTo>
                    <a:pt x="2851309" y="285655"/>
                    <a:pt x="2563082" y="0"/>
                    <a:pt x="2563082" y="0"/>
                  </a:cubicBezTo>
                </a:path>
              </a:pathLst>
            </a:custGeom>
            <a:noFill/>
            <a:ln w="9525" cap="rnd">
              <a:solidFill>
                <a:schemeClr val="accent2">
                  <a:alpha val="50000"/>
                </a:schemeClr>
              </a:solidFill>
              <a:prstDash val="lgDash"/>
              <a:round/>
            </a:ln>
          </p:spPr>
          <p:txBody>
            <a:bodyPr rtlCol="0" anchor="ctr"/>
            <a:lstStyle/>
            <a:p>
              <a:endParaRPr lang="en-US"/>
            </a:p>
          </p:txBody>
        </p:sp>
        <p:sp>
          <p:nvSpPr>
            <p:cNvPr id="91" name="Freeform: Shape 90">
              <a:extLst>
                <a:ext uri="{FF2B5EF4-FFF2-40B4-BE49-F238E27FC236}">
                  <a16:creationId xmlns:a16="http://schemas.microsoft.com/office/drawing/2014/main" id="{7A0BBAD6-8B87-4B31-89B8-E2C854FF390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92" y="15178"/>
              <a:ext cx="1566146" cy="2737264"/>
            </a:xfrm>
            <a:custGeom>
              <a:avLst/>
              <a:gdLst>
                <a:gd name="connsiteX0" fmla="*/ 1707071 w 2356712"/>
                <a:gd name="connsiteY0" fmla="*/ 0 h 4118991"/>
                <a:gd name="connsiteX1" fmla="*/ 1824514 w 2356712"/>
                <a:gd name="connsiteY1" fmla="*/ 244697 h 4118991"/>
                <a:gd name="connsiteX2" fmla="*/ 1908715 w 2356712"/>
                <a:gd name="connsiteY2" fmla="*/ 328994 h 4118991"/>
                <a:gd name="connsiteX3" fmla="*/ 2226469 w 2356712"/>
                <a:gd name="connsiteY3" fmla="*/ 603695 h 4118991"/>
                <a:gd name="connsiteX4" fmla="*/ 2355628 w 2356712"/>
                <a:gd name="connsiteY4" fmla="*/ 900494 h 4118991"/>
                <a:gd name="connsiteX5" fmla="*/ 2281428 w 2356712"/>
                <a:gd name="connsiteY5" fmla="*/ 1206913 h 4118991"/>
                <a:gd name="connsiteX6" fmla="*/ 2092452 w 2356712"/>
                <a:gd name="connsiteY6" fmla="*/ 1460659 h 4118991"/>
                <a:gd name="connsiteX7" fmla="*/ 1834039 w 2356712"/>
                <a:gd name="connsiteY7" fmla="*/ 1625822 h 4118991"/>
                <a:gd name="connsiteX8" fmla="*/ 1558862 w 2356712"/>
                <a:gd name="connsiteY8" fmla="*/ 1743075 h 4118991"/>
                <a:gd name="connsiteX9" fmla="*/ 1386554 w 2356712"/>
                <a:gd name="connsiteY9" fmla="*/ 1869948 h 4118991"/>
                <a:gd name="connsiteX10" fmla="*/ 1271683 w 2356712"/>
                <a:gd name="connsiteY10" fmla="*/ 2073402 h 4118991"/>
                <a:gd name="connsiteX11" fmla="*/ 1178338 w 2356712"/>
                <a:gd name="connsiteY11" fmla="*/ 2355914 h 4118991"/>
                <a:gd name="connsiteX12" fmla="*/ 1113758 w 2356712"/>
                <a:gd name="connsiteY12" fmla="*/ 2578513 h 4118991"/>
                <a:gd name="connsiteX13" fmla="*/ 1034796 w 2356712"/>
                <a:gd name="connsiteY13" fmla="*/ 2834640 h 4118991"/>
                <a:gd name="connsiteX14" fmla="*/ 905637 w 2356712"/>
                <a:gd name="connsiteY14" fmla="*/ 3081242 h 4118991"/>
                <a:gd name="connsiteX15" fmla="*/ 793147 w 2356712"/>
                <a:gd name="connsiteY15" fmla="*/ 3258407 h 4118991"/>
                <a:gd name="connsiteX16" fmla="*/ 546735 w 2356712"/>
                <a:gd name="connsiteY16" fmla="*/ 3571970 h 4118991"/>
                <a:gd name="connsiteX17" fmla="*/ 346996 w 2356712"/>
                <a:gd name="connsiteY17" fmla="*/ 3771900 h 4118991"/>
                <a:gd name="connsiteX18" fmla="*/ 174689 w 2356712"/>
                <a:gd name="connsiteY18" fmla="*/ 3944207 h 4118991"/>
                <a:gd name="connsiteX19" fmla="*/ 0 w 2356712"/>
                <a:gd name="connsiteY19" fmla="*/ 4118991 h 4118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356712" h="4118991">
                  <a:moveTo>
                    <a:pt x="1707071" y="0"/>
                  </a:moveTo>
                  <a:cubicBezTo>
                    <a:pt x="1715357" y="22098"/>
                    <a:pt x="1812608" y="224409"/>
                    <a:pt x="1824514" y="244697"/>
                  </a:cubicBezTo>
                  <a:cubicBezTo>
                    <a:pt x="1844802" y="279273"/>
                    <a:pt x="1876996" y="304324"/>
                    <a:pt x="1908715" y="328994"/>
                  </a:cubicBezTo>
                  <a:cubicBezTo>
                    <a:pt x="2019967" y="415195"/>
                    <a:pt x="2137886" y="494633"/>
                    <a:pt x="2226469" y="603695"/>
                  </a:cubicBezTo>
                  <a:cubicBezTo>
                    <a:pt x="2296287" y="689610"/>
                    <a:pt x="2347817" y="790480"/>
                    <a:pt x="2355628" y="900494"/>
                  </a:cubicBezTo>
                  <a:cubicBezTo>
                    <a:pt x="2363248" y="1007078"/>
                    <a:pt x="2329910" y="1111187"/>
                    <a:pt x="2281428" y="1206913"/>
                  </a:cubicBezTo>
                  <a:cubicBezTo>
                    <a:pt x="2233422" y="1301877"/>
                    <a:pt x="2170938" y="1388936"/>
                    <a:pt x="2092452" y="1460659"/>
                  </a:cubicBezTo>
                  <a:cubicBezTo>
                    <a:pt x="2016538" y="1530001"/>
                    <a:pt x="1927765" y="1583436"/>
                    <a:pt x="1834039" y="1625822"/>
                  </a:cubicBezTo>
                  <a:cubicBezTo>
                    <a:pt x="1743075" y="1666970"/>
                    <a:pt x="1647730" y="1697736"/>
                    <a:pt x="1558862" y="1743075"/>
                  </a:cubicBezTo>
                  <a:cubicBezTo>
                    <a:pt x="1494758" y="1775841"/>
                    <a:pt x="1434275" y="1816132"/>
                    <a:pt x="1386554" y="1869948"/>
                  </a:cubicBezTo>
                  <a:cubicBezTo>
                    <a:pt x="1334548" y="1928622"/>
                    <a:pt x="1300544" y="2000345"/>
                    <a:pt x="1271683" y="2073402"/>
                  </a:cubicBezTo>
                  <a:cubicBezTo>
                    <a:pt x="1235202" y="2165699"/>
                    <a:pt x="1206722" y="2260759"/>
                    <a:pt x="1178338" y="2355914"/>
                  </a:cubicBezTo>
                  <a:cubicBezTo>
                    <a:pt x="1156240" y="2429923"/>
                    <a:pt x="1134237" y="2504028"/>
                    <a:pt x="1113758" y="2578513"/>
                  </a:cubicBezTo>
                  <a:cubicBezTo>
                    <a:pt x="1090041" y="2664714"/>
                    <a:pt x="1068134" y="2751678"/>
                    <a:pt x="1034796" y="2834640"/>
                  </a:cubicBezTo>
                  <a:cubicBezTo>
                    <a:pt x="1000125" y="2920841"/>
                    <a:pt x="953643" y="3001613"/>
                    <a:pt x="905637" y="3081242"/>
                  </a:cubicBezTo>
                  <a:cubicBezTo>
                    <a:pt x="869442" y="3141155"/>
                    <a:pt x="832295" y="3200400"/>
                    <a:pt x="793147" y="3258407"/>
                  </a:cubicBezTo>
                  <a:cubicBezTo>
                    <a:pt x="718661" y="3368802"/>
                    <a:pt x="637223" y="3474434"/>
                    <a:pt x="546735" y="3571970"/>
                  </a:cubicBezTo>
                  <a:cubicBezTo>
                    <a:pt x="482632" y="3641027"/>
                    <a:pt x="414147" y="3705797"/>
                    <a:pt x="346996" y="3771900"/>
                  </a:cubicBezTo>
                  <a:cubicBezTo>
                    <a:pt x="288989" y="3828764"/>
                    <a:pt x="232029" y="3886676"/>
                    <a:pt x="174689" y="3944207"/>
                  </a:cubicBezTo>
                  <a:cubicBezTo>
                    <a:pt x="116586" y="4002596"/>
                    <a:pt x="58293" y="4060698"/>
                    <a:pt x="0" y="4118991"/>
                  </a:cubicBezTo>
                </a:path>
              </a:pathLst>
            </a:custGeom>
            <a:noFill/>
            <a:ln w="9525" cap="rnd">
              <a:solidFill>
                <a:schemeClr val="accent2">
                  <a:alpha val="50000"/>
                </a:schemeClr>
              </a:solidFill>
              <a:prstDash val="lgDash"/>
              <a:round/>
            </a:ln>
          </p:spPr>
          <p:txBody>
            <a:bodyPr rtlCol="0" anchor="ctr"/>
            <a:lstStyle/>
            <a:p>
              <a:endParaRPr lang="en-US"/>
            </a:p>
          </p:txBody>
        </p:sp>
        <p:sp>
          <p:nvSpPr>
            <p:cNvPr id="92" name="Freeform: Shape 91">
              <a:extLst>
                <a:ext uri="{FF2B5EF4-FFF2-40B4-BE49-F238E27FC236}">
                  <a16:creationId xmlns:a16="http://schemas.microsoft.com/office/drawing/2014/main" id="{BD79712E-3AD5-4656-A6A0-54C4087A01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368431" cy="2644975"/>
            </a:xfrm>
            <a:custGeom>
              <a:avLst/>
              <a:gdLst>
                <a:gd name="connsiteX0" fmla="*/ 0 w 2059193"/>
                <a:gd name="connsiteY0" fmla="*/ 3980116 h 3980116"/>
                <a:gd name="connsiteX1" fmla="*/ 471583 w 2059193"/>
                <a:gd name="connsiteY1" fmla="*/ 3515678 h 3980116"/>
                <a:gd name="connsiteX2" fmla="*/ 758666 w 2059193"/>
                <a:gd name="connsiteY2" fmla="*/ 3163824 h 3980116"/>
                <a:gd name="connsiteX3" fmla="*/ 940499 w 2059193"/>
                <a:gd name="connsiteY3" fmla="*/ 2780824 h 3980116"/>
                <a:gd name="connsiteX4" fmla="*/ 1055370 w 2059193"/>
                <a:gd name="connsiteY4" fmla="*/ 2242185 h 3980116"/>
                <a:gd name="connsiteX5" fmla="*/ 1136714 w 2059193"/>
                <a:gd name="connsiteY5" fmla="*/ 1878330 h 3980116"/>
                <a:gd name="connsiteX6" fmla="*/ 1246727 w 2059193"/>
                <a:gd name="connsiteY6" fmla="*/ 1562386 h 3980116"/>
                <a:gd name="connsiteX7" fmla="*/ 1378363 w 2059193"/>
                <a:gd name="connsiteY7" fmla="*/ 1430750 h 3980116"/>
                <a:gd name="connsiteX8" fmla="*/ 1691831 w 2059193"/>
                <a:gd name="connsiteY8" fmla="*/ 1394841 h 3980116"/>
                <a:gd name="connsiteX9" fmla="*/ 1914335 w 2059193"/>
                <a:gd name="connsiteY9" fmla="*/ 1323023 h 3980116"/>
                <a:gd name="connsiteX10" fmla="*/ 2055495 w 2059193"/>
                <a:gd name="connsiteY10" fmla="*/ 1098042 h 3980116"/>
                <a:gd name="connsiteX11" fmla="*/ 2033969 w 2059193"/>
                <a:gd name="connsiteY11" fmla="*/ 930497 h 3980116"/>
                <a:gd name="connsiteX12" fmla="*/ 1885664 w 2059193"/>
                <a:gd name="connsiteY12" fmla="*/ 760571 h 3980116"/>
                <a:gd name="connsiteX13" fmla="*/ 1636871 w 2059193"/>
                <a:gd name="connsiteY13" fmla="*/ 612172 h 3980116"/>
                <a:gd name="connsiteX14" fmla="*/ 1335405 w 2059193"/>
                <a:gd name="connsiteY14" fmla="*/ 459010 h 3980116"/>
                <a:gd name="connsiteX15" fmla="*/ 1234916 w 2059193"/>
                <a:gd name="connsiteY15" fmla="*/ 269939 h 3980116"/>
                <a:gd name="connsiteX16" fmla="*/ 1386935 w 2059193"/>
                <a:gd name="connsiteY16" fmla="*/ 0 h 39801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9193" h="3980116">
                  <a:moveTo>
                    <a:pt x="0" y="3980116"/>
                  </a:moveTo>
                  <a:cubicBezTo>
                    <a:pt x="91345" y="3889534"/>
                    <a:pt x="382715" y="3608737"/>
                    <a:pt x="471583" y="3515678"/>
                  </a:cubicBezTo>
                  <a:cubicBezTo>
                    <a:pt x="576358" y="3405949"/>
                    <a:pt x="675989" y="3290983"/>
                    <a:pt x="758666" y="3163824"/>
                  </a:cubicBezTo>
                  <a:cubicBezTo>
                    <a:pt x="836105" y="3044857"/>
                    <a:pt x="897445" y="2916079"/>
                    <a:pt x="940499" y="2780824"/>
                  </a:cubicBezTo>
                  <a:cubicBezTo>
                    <a:pt x="996315" y="2605754"/>
                    <a:pt x="1020985" y="2422874"/>
                    <a:pt x="1055370" y="2242185"/>
                  </a:cubicBezTo>
                  <a:cubicBezTo>
                    <a:pt x="1078611" y="2120075"/>
                    <a:pt x="1107472" y="1999107"/>
                    <a:pt x="1136714" y="1878330"/>
                  </a:cubicBezTo>
                  <a:cubicBezTo>
                    <a:pt x="1163098" y="1769174"/>
                    <a:pt x="1189482" y="1658588"/>
                    <a:pt x="1246727" y="1562386"/>
                  </a:cubicBezTo>
                  <a:cubicBezTo>
                    <a:pt x="1279208" y="1507808"/>
                    <a:pt x="1321689" y="1459039"/>
                    <a:pt x="1378363" y="1430750"/>
                  </a:cubicBezTo>
                  <a:cubicBezTo>
                    <a:pt x="1473327" y="1383221"/>
                    <a:pt x="1584865" y="1402652"/>
                    <a:pt x="1691831" y="1394841"/>
                  </a:cubicBezTo>
                  <a:cubicBezTo>
                    <a:pt x="1771079" y="1389031"/>
                    <a:pt x="1849279" y="1368266"/>
                    <a:pt x="1914335" y="1323023"/>
                  </a:cubicBezTo>
                  <a:cubicBezTo>
                    <a:pt x="1989963" y="1270445"/>
                    <a:pt x="2041493" y="1189101"/>
                    <a:pt x="2055495" y="1098042"/>
                  </a:cubicBezTo>
                  <a:cubicBezTo>
                    <a:pt x="2064258" y="1041178"/>
                    <a:pt x="2057591" y="982980"/>
                    <a:pt x="2033969" y="930497"/>
                  </a:cubicBezTo>
                  <a:cubicBezTo>
                    <a:pt x="2002727" y="861060"/>
                    <a:pt x="1945958" y="807625"/>
                    <a:pt x="1885664" y="760571"/>
                  </a:cubicBezTo>
                  <a:cubicBezTo>
                    <a:pt x="1809179" y="700945"/>
                    <a:pt x="1725549" y="651415"/>
                    <a:pt x="1636871" y="612172"/>
                  </a:cubicBezTo>
                  <a:cubicBezTo>
                    <a:pt x="1532763" y="566071"/>
                    <a:pt x="1421606" y="532543"/>
                    <a:pt x="1335405" y="459010"/>
                  </a:cubicBezTo>
                  <a:cubicBezTo>
                    <a:pt x="1277969" y="409956"/>
                    <a:pt x="1232059" y="344615"/>
                    <a:pt x="1234916" y="269939"/>
                  </a:cubicBezTo>
                  <a:cubicBezTo>
                    <a:pt x="1237012" y="211741"/>
                    <a:pt x="1386935" y="0"/>
                    <a:pt x="1386935" y="0"/>
                  </a:cubicBezTo>
                </a:path>
              </a:pathLst>
            </a:custGeom>
            <a:noFill/>
            <a:ln w="9525" cap="rnd">
              <a:solidFill>
                <a:schemeClr val="accent2">
                  <a:alpha val="50000"/>
                </a:schemeClr>
              </a:solidFill>
              <a:prstDash val="lgDash"/>
              <a:round/>
            </a:ln>
          </p:spPr>
          <p:txBody>
            <a:bodyPr rtlCol="0" anchor="ctr"/>
            <a:lstStyle/>
            <a:p>
              <a:endParaRPr lang="en-US"/>
            </a:p>
          </p:txBody>
        </p:sp>
        <p:sp>
          <p:nvSpPr>
            <p:cNvPr id="93" name="Freeform: Shape 92">
              <a:extLst>
                <a:ext uri="{FF2B5EF4-FFF2-40B4-BE49-F238E27FC236}">
                  <a16:creationId xmlns:a16="http://schemas.microsoft.com/office/drawing/2014/main" id="{31635E33-4458-4D3F-A1C4-264AC52218B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8825" y="543780"/>
              <a:ext cx="494287" cy="1905590"/>
            </a:xfrm>
            <a:custGeom>
              <a:avLst/>
              <a:gdLst>
                <a:gd name="connsiteX0" fmla="*/ 11144 w 743796"/>
                <a:gd name="connsiteY0" fmla="*/ 0 h 2867501"/>
                <a:gd name="connsiteX1" fmla="*/ 353663 w 743796"/>
                <a:gd name="connsiteY1" fmla="*/ 55245 h 2867501"/>
                <a:gd name="connsiteX2" fmla="*/ 571405 w 743796"/>
                <a:gd name="connsiteY2" fmla="*/ 179737 h 2867501"/>
                <a:gd name="connsiteX3" fmla="*/ 688658 w 743796"/>
                <a:gd name="connsiteY3" fmla="*/ 368808 h 2867501"/>
                <a:gd name="connsiteX4" fmla="*/ 731711 w 743796"/>
                <a:gd name="connsiteY4" fmla="*/ 612934 h 2867501"/>
                <a:gd name="connsiteX5" fmla="*/ 725233 w 743796"/>
                <a:gd name="connsiteY5" fmla="*/ 995648 h 2867501"/>
                <a:gd name="connsiteX6" fmla="*/ 742855 w 743796"/>
                <a:gd name="connsiteY6" fmla="*/ 1499330 h 2867501"/>
                <a:gd name="connsiteX7" fmla="*/ 707898 w 743796"/>
                <a:gd name="connsiteY7" fmla="*/ 1793081 h 2867501"/>
                <a:gd name="connsiteX8" fmla="*/ 633222 w 743796"/>
                <a:gd name="connsiteY8" fmla="*/ 2073592 h 2867501"/>
                <a:gd name="connsiteX9" fmla="*/ 404527 w 743796"/>
                <a:gd name="connsiteY9" fmla="*/ 2472404 h 2867501"/>
                <a:gd name="connsiteX10" fmla="*/ 0 w 743796"/>
                <a:gd name="connsiteY10" fmla="*/ 2867501 h 2867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3796" h="2867501">
                  <a:moveTo>
                    <a:pt x="11144" y="0"/>
                  </a:moveTo>
                  <a:cubicBezTo>
                    <a:pt x="101060" y="2953"/>
                    <a:pt x="268796" y="25146"/>
                    <a:pt x="353663" y="55245"/>
                  </a:cubicBezTo>
                  <a:cubicBezTo>
                    <a:pt x="433483" y="83534"/>
                    <a:pt x="510635" y="120967"/>
                    <a:pt x="571405" y="179737"/>
                  </a:cubicBezTo>
                  <a:cubicBezTo>
                    <a:pt x="625412" y="231934"/>
                    <a:pt x="663607" y="297942"/>
                    <a:pt x="688658" y="368808"/>
                  </a:cubicBezTo>
                  <a:cubicBezTo>
                    <a:pt x="716375" y="447103"/>
                    <a:pt x="727996" y="529876"/>
                    <a:pt x="731711" y="612934"/>
                  </a:cubicBezTo>
                  <a:cubicBezTo>
                    <a:pt x="737426" y="740474"/>
                    <a:pt x="724948" y="867918"/>
                    <a:pt x="725233" y="995648"/>
                  </a:cubicBezTo>
                  <a:cubicBezTo>
                    <a:pt x="725710" y="1163765"/>
                    <a:pt x="748665" y="1331309"/>
                    <a:pt x="742855" y="1499330"/>
                  </a:cubicBezTo>
                  <a:cubicBezTo>
                    <a:pt x="739426" y="1598009"/>
                    <a:pt x="725996" y="1696022"/>
                    <a:pt x="707898" y="1793081"/>
                  </a:cubicBezTo>
                  <a:cubicBezTo>
                    <a:pt x="690086" y="1888426"/>
                    <a:pt x="666845" y="1982724"/>
                    <a:pt x="633222" y="2073592"/>
                  </a:cubicBezTo>
                  <a:cubicBezTo>
                    <a:pt x="579692" y="2218182"/>
                    <a:pt x="499682" y="2351056"/>
                    <a:pt x="404527" y="2472404"/>
                  </a:cubicBezTo>
                  <a:cubicBezTo>
                    <a:pt x="266033" y="2648902"/>
                    <a:pt x="179642" y="2732818"/>
                    <a:pt x="0" y="2867501"/>
                  </a:cubicBezTo>
                </a:path>
              </a:pathLst>
            </a:custGeom>
            <a:noFill/>
            <a:ln w="9525" cap="rnd">
              <a:solidFill>
                <a:schemeClr val="accent2">
                  <a:alpha val="50000"/>
                </a:schemeClr>
              </a:solidFill>
              <a:prstDash val="lgDash"/>
              <a:round/>
            </a:ln>
          </p:spPr>
          <p:txBody>
            <a:bodyPr rtlCol="0" anchor="ctr"/>
            <a:lstStyle/>
            <a:p>
              <a:endParaRPr lang="en-US"/>
            </a:p>
          </p:txBody>
        </p:sp>
        <p:sp>
          <p:nvSpPr>
            <p:cNvPr id="94" name="Freeform: Shape 93">
              <a:extLst>
                <a:ext uri="{FF2B5EF4-FFF2-40B4-BE49-F238E27FC236}">
                  <a16:creationId xmlns:a16="http://schemas.microsoft.com/office/drawing/2014/main" id="{3432BB39-F871-43E7-A232-C65BFFA911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672286"/>
              <a:ext cx="396930" cy="1690303"/>
            </a:xfrm>
            <a:custGeom>
              <a:avLst/>
              <a:gdLst>
                <a:gd name="connsiteX0" fmla="*/ 16478 w 597294"/>
                <a:gd name="connsiteY0" fmla="*/ 2079 h 2543540"/>
                <a:gd name="connsiteX1" fmla="*/ 299847 w 597294"/>
                <a:gd name="connsiteY1" fmla="*/ 53991 h 2543540"/>
                <a:gd name="connsiteX2" fmla="*/ 503206 w 597294"/>
                <a:gd name="connsiteY2" fmla="*/ 291354 h 2543540"/>
                <a:gd name="connsiteX3" fmla="*/ 525113 w 597294"/>
                <a:gd name="connsiteY3" fmla="*/ 724265 h 2543540"/>
                <a:gd name="connsiteX4" fmla="*/ 578930 w 597294"/>
                <a:gd name="connsiteY4" fmla="*/ 1117267 h 2543540"/>
                <a:gd name="connsiteX5" fmla="*/ 592931 w 597294"/>
                <a:gd name="connsiteY5" fmla="*/ 1476359 h 2543540"/>
                <a:gd name="connsiteX6" fmla="*/ 503206 w 597294"/>
                <a:gd name="connsiteY6" fmla="*/ 1859359 h 2543540"/>
                <a:gd name="connsiteX7" fmla="*/ 291846 w 597294"/>
                <a:gd name="connsiteY7" fmla="*/ 2250361 h 2543540"/>
                <a:gd name="connsiteX8" fmla="*/ 0 w 597294"/>
                <a:gd name="connsiteY8" fmla="*/ 2543540 h 25435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7294" h="2543540">
                  <a:moveTo>
                    <a:pt x="16478" y="2079"/>
                  </a:moveTo>
                  <a:cubicBezTo>
                    <a:pt x="101441" y="-6684"/>
                    <a:pt x="224885" y="12557"/>
                    <a:pt x="299847" y="53991"/>
                  </a:cubicBezTo>
                  <a:cubicBezTo>
                    <a:pt x="394240" y="106092"/>
                    <a:pt x="468440" y="189341"/>
                    <a:pt x="503206" y="291354"/>
                  </a:cubicBezTo>
                  <a:cubicBezTo>
                    <a:pt x="550069" y="429085"/>
                    <a:pt x="520827" y="577770"/>
                    <a:pt x="525113" y="724265"/>
                  </a:cubicBezTo>
                  <a:cubicBezTo>
                    <a:pt x="529019" y="856472"/>
                    <a:pt x="561118" y="986012"/>
                    <a:pt x="578930" y="1117267"/>
                  </a:cubicBezTo>
                  <a:cubicBezTo>
                    <a:pt x="595122" y="1236234"/>
                    <a:pt x="602742" y="1356630"/>
                    <a:pt x="592931" y="1476359"/>
                  </a:cubicBezTo>
                  <a:cubicBezTo>
                    <a:pt x="582073" y="1607709"/>
                    <a:pt x="549783" y="1736011"/>
                    <a:pt x="503206" y="1859359"/>
                  </a:cubicBezTo>
                  <a:cubicBezTo>
                    <a:pt x="450628" y="1998710"/>
                    <a:pt x="383857" y="2133298"/>
                    <a:pt x="291846" y="2250361"/>
                  </a:cubicBezTo>
                  <a:cubicBezTo>
                    <a:pt x="231553" y="2327132"/>
                    <a:pt x="73819" y="2479532"/>
                    <a:pt x="0" y="2543540"/>
                  </a:cubicBezTo>
                </a:path>
              </a:pathLst>
            </a:custGeom>
            <a:noFill/>
            <a:ln w="9525" cap="rnd">
              <a:solidFill>
                <a:schemeClr val="accent2">
                  <a:alpha val="50000"/>
                </a:schemeClr>
              </a:solidFill>
              <a:prstDash val="lgDash"/>
              <a:round/>
            </a:ln>
          </p:spPr>
          <p:txBody>
            <a:bodyPr rtlCol="0" anchor="ctr"/>
            <a:lstStyle/>
            <a:p>
              <a:endParaRPr lang="en-US"/>
            </a:p>
          </p:txBody>
        </p:sp>
        <p:sp>
          <p:nvSpPr>
            <p:cNvPr id="60" name="Freeform: Shape 59">
              <a:extLst>
                <a:ext uri="{FF2B5EF4-FFF2-40B4-BE49-F238E27FC236}">
                  <a16:creationId xmlns:a16="http://schemas.microsoft.com/office/drawing/2014/main" id="{AAE45D09-4993-4718-82A0-BA2217EB20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3002" y="881264"/>
              <a:ext cx="258791" cy="1336561"/>
            </a:xfrm>
            <a:custGeom>
              <a:avLst/>
              <a:gdLst>
                <a:gd name="connsiteX0" fmla="*/ 0 w 389425"/>
                <a:gd name="connsiteY0" fmla="*/ 33 h 2011236"/>
                <a:gd name="connsiteX1" fmla="*/ 171260 w 389425"/>
                <a:gd name="connsiteY1" fmla="*/ 60326 h 2011236"/>
                <a:gd name="connsiteX2" fmla="*/ 211455 w 389425"/>
                <a:gd name="connsiteY2" fmla="*/ 221204 h 2011236"/>
                <a:gd name="connsiteX3" fmla="*/ 243078 w 389425"/>
                <a:gd name="connsiteY3" fmla="*/ 448089 h 2011236"/>
                <a:gd name="connsiteX4" fmla="*/ 346424 w 389425"/>
                <a:gd name="connsiteY4" fmla="*/ 789941 h 2011236"/>
                <a:gd name="connsiteX5" fmla="*/ 372237 w 389425"/>
                <a:gd name="connsiteY5" fmla="*/ 942151 h 2011236"/>
                <a:gd name="connsiteX6" fmla="*/ 386620 w 389425"/>
                <a:gd name="connsiteY6" fmla="*/ 1272478 h 2011236"/>
                <a:gd name="connsiteX7" fmla="*/ 280416 w 389425"/>
                <a:gd name="connsiteY7" fmla="*/ 1660241 h 2011236"/>
                <a:gd name="connsiteX8" fmla="*/ 151257 w 389425"/>
                <a:gd name="connsiteY8" fmla="*/ 1844073 h 2011236"/>
                <a:gd name="connsiteX9" fmla="*/ 1905 w 389425"/>
                <a:gd name="connsiteY9" fmla="*/ 2011237 h 2011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9425" h="2011236">
                  <a:moveTo>
                    <a:pt x="0" y="33"/>
                  </a:moveTo>
                  <a:cubicBezTo>
                    <a:pt x="57912" y="-824"/>
                    <a:pt x="136112" y="14892"/>
                    <a:pt x="171260" y="60326"/>
                  </a:cubicBezTo>
                  <a:cubicBezTo>
                    <a:pt x="205645" y="104903"/>
                    <a:pt x="207740" y="164244"/>
                    <a:pt x="211455" y="221204"/>
                  </a:cubicBezTo>
                  <a:cubicBezTo>
                    <a:pt x="216408" y="297594"/>
                    <a:pt x="225838" y="373604"/>
                    <a:pt x="243078" y="448089"/>
                  </a:cubicBezTo>
                  <a:cubicBezTo>
                    <a:pt x="269939" y="564199"/>
                    <a:pt x="319183" y="673927"/>
                    <a:pt x="346424" y="789941"/>
                  </a:cubicBezTo>
                  <a:cubicBezTo>
                    <a:pt x="358235" y="840043"/>
                    <a:pt x="365951" y="891097"/>
                    <a:pt x="372237" y="942151"/>
                  </a:cubicBezTo>
                  <a:cubicBezTo>
                    <a:pt x="385858" y="1051784"/>
                    <a:pt x="394049" y="1162274"/>
                    <a:pt x="386620" y="1272478"/>
                  </a:cubicBezTo>
                  <a:cubicBezTo>
                    <a:pt x="377476" y="1407828"/>
                    <a:pt x="344996" y="1541178"/>
                    <a:pt x="280416" y="1660241"/>
                  </a:cubicBezTo>
                  <a:cubicBezTo>
                    <a:pt x="244602" y="1726249"/>
                    <a:pt x="199358" y="1786352"/>
                    <a:pt x="151257" y="1844073"/>
                  </a:cubicBezTo>
                  <a:cubicBezTo>
                    <a:pt x="79534" y="1930084"/>
                    <a:pt x="89345" y="1941419"/>
                    <a:pt x="1905" y="2011237"/>
                  </a:cubicBezTo>
                </a:path>
              </a:pathLst>
            </a:custGeom>
            <a:noFill/>
            <a:ln w="9525" cap="rnd">
              <a:solidFill>
                <a:schemeClr val="accent2">
                  <a:alpha val="50000"/>
                </a:schemeClr>
              </a:solidFill>
              <a:prstDash val="lgDash"/>
              <a:round/>
            </a:ln>
          </p:spPr>
          <p:txBody>
            <a:bodyPr rtlCol="0" anchor="ctr"/>
            <a:lstStyle/>
            <a:p>
              <a:endParaRPr lang="en-US"/>
            </a:p>
          </p:txBody>
        </p:sp>
      </p:grpSp>
      <p:grpSp>
        <p:nvGrpSpPr>
          <p:cNvPr id="62" name="Cross">
            <a:extLst>
              <a:ext uri="{FF2B5EF4-FFF2-40B4-BE49-F238E27FC236}">
                <a16:creationId xmlns:a16="http://schemas.microsoft.com/office/drawing/2014/main" id="{3BC5998F-E162-4A33-9E87-01942908A7A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945264" y="149792"/>
            <a:ext cx="118872" cy="118872"/>
            <a:chOff x="1175347" y="3733800"/>
            <a:chExt cx="118872" cy="118872"/>
          </a:xfrm>
        </p:grpSpPr>
        <p:cxnSp>
          <p:nvCxnSpPr>
            <p:cNvPr id="63" name="Straight Connector 62">
              <a:extLst>
                <a:ext uri="{FF2B5EF4-FFF2-40B4-BE49-F238E27FC236}">
                  <a16:creationId xmlns:a16="http://schemas.microsoft.com/office/drawing/2014/main" id="{8259320D-EB3E-4C80-8E86-8A18306B24B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234783" y="3733800"/>
              <a:ext cx="0" cy="118872"/>
            </a:xfrm>
            <a:prstGeom prst="line">
              <a:avLst/>
            </a:prstGeom>
            <a:ln w="12700">
              <a:solidFill>
                <a:schemeClr val="accent5"/>
              </a:solidFill>
            </a:ln>
          </p:spPr>
          <p:style>
            <a:lnRef idx="1">
              <a:schemeClr val="accent2"/>
            </a:lnRef>
            <a:fillRef idx="0">
              <a:schemeClr val="accent2"/>
            </a:fillRef>
            <a:effectRef idx="0">
              <a:schemeClr val="accent2"/>
            </a:effectRef>
            <a:fontRef idx="minor">
              <a:schemeClr val="tx1"/>
            </a:fontRef>
          </p:style>
        </p:cxnSp>
        <p:cxnSp>
          <p:nvCxnSpPr>
            <p:cNvPr id="64" name="Straight Connector 63">
              <a:extLst>
                <a:ext uri="{FF2B5EF4-FFF2-40B4-BE49-F238E27FC236}">
                  <a16:creationId xmlns:a16="http://schemas.microsoft.com/office/drawing/2014/main" id="{F07AF5EE-95F6-4B57-B8DD-5051D2EB9ED6}"/>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175347" y="3793236"/>
              <a:ext cx="118872" cy="0"/>
            </a:xfrm>
            <a:prstGeom prst="line">
              <a:avLst/>
            </a:prstGeom>
            <a:ln w="12700">
              <a:solidFill>
                <a:schemeClr val="accent5"/>
              </a:solidFill>
            </a:ln>
          </p:spPr>
          <p:style>
            <a:lnRef idx="1">
              <a:schemeClr val="accent2"/>
            </a:lnRef>
            <a:fillRef idx="0">
              <a:schemeClr val="accent2"/>
            </a:fillRef>
            <a:effectRef idx="0">
              <a:schemeClr val="accent2"/>
            </a:effectRef>
            <a:fontRef idx="minor">
              <a:schemeClr val="tx1"/>
            </a:fontRef>
          </p:style>
        </p:cxnSp>
      </p:grpSp>
    </p:spTree>
    <p:extLst>
      <p:ext uri="{BB962C8B-B14F-4D97-AF65-F5344CB8AC3E}">
        <p14:creationId xmlns:p14="http://schemas.microsoft.com/office/powerpoint/2010/main" val="3015762173"/>
      </p:ext>
    </p:extLst>
  </p:cSld>
  <p:clrMapOvr>
    <a:masterClrMapping/>
  </p:clrMapOvr>
</p:sld>
</file>

<file path=ppt/theme/theme1.xml><?xml version="1.0" encoding="utf-8"?>
<a:theme xmlns:a="http://schemas.openxmlformats.org/drawingml/2006/main" name="ExploreVTI">
  <a:themeElements>
    <a:clrScheme name="AnalogousFromLightSeedLeftStep">
      <a:dk1>
        <a:srgbClr val="000000"/>
      </a:dk1>
      <a:lt1>
        <a:srgbClr val="FFFFFF"/>
      </a:lt1>
      <a:dk2>
        <a:srgbClr val="24393F"/>
      </a:dk2>
      <a:lt2>
        <a:srgbClr val="E8E8E2"/>
      </a:lt2>
      <a:accent1>
        <a:srgbClr val="8885D7"/>
      </a:accent1>
      <a:accent2>
        <a:srgbClr val="6A90CE"/>
      </a:accent2>
      <a:accent3>
        <a:srgbClr val="5AAEC3"/>
      </a:accent3>
      <a:accent4>
        <a:srgbClr val="5DB4A2"/>
      </a:accent4>
      <a:accent5>
        <a:srgbClr val="68B484"/>
      </a:accent5>
      <a:accent6>
        <a:srgbClr val="62B65E"/>
      </a:accent6>
      <a:hlink>
        <a:srgbClr val="848651"/>
      </a:hlink>
      <a:folHlink>
        <a:srgbClr val="7F7F7F"/>
      </a:folHlink>
    </a:clrScheme>
    <a:fontScheme name="Custom 23">
      <a:majorFont>
        <a:latin typeface="Posterama"/>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ExploreVTI" id="{157DDAE2-BFCD-43FD-9602-E5EFEAD66DC3}" vid="{04B6EBF8-4645-4305-9753-050B4204785C}"/>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4">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D36AA048-2F69-4406-9A7A-BA4678410553}">
  <we:reference id="wa200005566" version="3.0.0.2" store="en-US" storeType="OMEX"/>
  <we:alternateReferences>
    <we:reference id="wa200005566" version="3.0.0.2" store="wa200005566"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4</TotalTime>
  <Words>1496</Words>
  <Application>Microsoft Office PowerPoint</Application>
  <PresentationFormat>Widescreen</PresentationFormat>
  <Paragraphs>139</Paragraphs>
  <Slides>17</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17</vt:i4>
      </vt:variant>
    </vt:vector>
  </HeadingPairs>
  <TitlesOfParts>
    <vt:vector size="26" baseType="lpstr">
      <vt:lpstr>Arial</vt:lpstr>
      <vt:lpstr>Arial,Sans-Serif</vt:lpstr>
      <vt:lpstr>Avenir Next LT Pro</vt:lpstr>
      <vt:lpstr>Avenir Next LT Pro (Body)</vt:lpstr>
      <vt:lpstr>AvenirNext LT Pro Medium</vt:lpstr>
      <vt:lpstr>Posterama</vt:lpstr>
      <vt:lpstr>Quicksand</vt:lpstr>
      <vt:lpstr>Wingdings</vt:lpstr>
      <vt:lpstr>ExploreVTI</vt:lpstr>
      <vt:lpstr>Modeling Obesity Risk: The Role of Eating Habits and Physical Health    -A machine learning approach using the UCI dataset</vt:lpstr>
      <vt:lpstr>Contents</vt:lpstr>
      <vt:lpstr>PowerPoint Presentation</vt:lpstr>
      <vt:lpstr>Business Problem &amp; Motivation</vt:lpstr>
      <vt:lpstr>PowerPoint Presentation</vt:lpstr>
      <vt:lpstr>Dataset Overview</vt:lpstr>
      <vt:lpstr>Review of Previous Solutions to the Problem</vt:lpstr>
      <vt:lpstr>Opportunities Through Business Analytics</vt:lpstr>
      <vt:lpstr>Methodology</vt:lpstr>
      <vt:lpstr>Approach</vt:lpstr>
      <vt:lpstr>Approach to Problem Solving</vt:lpstr>
      <vt:lpstr>PowerPoint Presentation</vt:lpstr>
      <vt:lpstr>Results  </vt:lpstr>
      <vt:lpstr>Confusion Matrix - XGBoost</vt:lpstr>
      <vt:lpstr>Recommendations</vt:lpstr>
      <vt:lpstr>Conclusion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Geetha</dc:creator>
  <cp:lastModifiedBy>Venkat sai Kolla</cp:lastModifiedBy>
  <cp:revision>7</cp:revision>
  <dcterms:created xsi:type="dcterms:W3CDTF">2024-12-01T01:00:37Z</dcterms:created>
  <dcterms:modified xsi:type="dcterms:W3CDTF">2024-12-06T14:14:38Z</dcterms:modified>
</cp:coreProperties>
</file>